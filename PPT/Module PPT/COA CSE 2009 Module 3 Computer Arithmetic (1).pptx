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77"/>
  </p:notesMasterIdLst>
  <p:handoutMasterIdLst>
    <p:handoutMasterId r:id="rId78"/>
  </p:handoutMasterIdLst>
  <p:sldIdLst>
    <p:sldId id="389" r:id="rId6"/>
    <p:sldId id="325" r:id="rId7"/>
    <p:sldId id="326" r:id="rId8"/>
    <p:sldId id="328" r:id="rId9"/>
    <p:sldId id="329" r:id="rId10"/>
    <p:sldId id="330" r:id="rId11"/>
    <p:sldId id="331" r:id="rId12"/>
    <p:sldId id="332" r:id="rId13"/>
    <p:sldId id="333" r:id="rId14"/>
    <p:sldId id="436" r:id="rId15"/>
    <p:sldId id="334" r:id="rId16"/>
    <p:sldId id="335" r:id="rId17"/>
    <p:sldId id="336" r:id="rId18"/>
    <p:sldId id="395" r:id="rId19"/>
    <p:sldId id="396" r:id="rId20"/>
    <p:sldId id="397" r:id="rId21"/>
    <p:sldId id="337" r:id="rId22"/>
    <p:sldId id="338" r:id="rId23"/>
    <p:sldId id="339" r:id="rId24"/>
    <p:sldId id="340" r:id="rId25"/>
    <p:sldId id="349" r:id="rId26"/>
    <p:sldId id="433" r:id="rId27"/>
    <p:sldId id="434" r:id="rId28"/>
    <p:sldId id="437" r:id="rId29"/>
    <p:sldId id="438" r:id="rId30"/>
    <p:sldId id="435" r:id="rId31"/>
    <p:sldId id="350" r:id="rId32"/>
    <p:sldId id="439" r:id="rId33"/>
    <p:sldId id="440" r:id="rId34"/>
    <p:sldId id="386" r:id="rId35"/>
    <p:sldId id="421" r:id="rId36"/>
    <p:sldId id="422" r:id="rId37"/>
    <p:sldId id="423" r:id="rId38"/>
    <p:sldId id="428" r:id="rId39"/>
    <p:sldId id="426" r:id="rId40"/>
    <p:sldId id="424" r:id="rId41"/>
    <p:sldId id="425" r:id="rId42"/>
    <p:sldId id="427" r:id="rId43"/>
    <p:sldId id="385" r:id="rId44"/>
    <p:sldId id="353" r:id="rId45"/>
    <p:sldId id="354" r:id="rId46"/>
    <p:sldId id="388" r:id="rId47"/>
    <p:sldId id="429" r:id="rId48"/>
    <p:sldId id="430" r:id="rId49"/>
    <p:sldId id="360" r:id="rId50"/>
    <p:sldId id="361" r:id="rId51"/>
    <p:sldId id="362" r:id="rId52"/>
    <p:sldId id="390" r:id="rId53"/>
    <p:sldId id="431" r:id="rId54"/>
    <p:sldId id="399" r:id="rId55"/>
    <p:sldId id="400" r:id="rId56"/>
    <p:sldId id="401" r:id="rId57"/>
    <p:sldId id="402" r:id="rId58"/>
    <p:sldId id="403" r:id="rId59"/>
    <p:sldId id="404" r:id="rId60"/>
    <p:sldId id="405" r:id="rId61"/>
    <p:sldId id="406" r:id="rId62"/>
    <p:sldId id="407" r:id="rId63"/>
    <p:sldId id="408" r:id="rId64"/>
    <p:sldId id="409" r:id="rId65"/>
    <p:sldId id="410" r:id="rId66"/>
    <p:sldId id="411" r:id="rId67"/>
    <p:sldId id="412" r:id="rId68"/>
    <p:sldId id="413" r:id="rId69"/>
    <p:sldId id="414" r:id="rId70"/>
    <p:sldId id="416" r:id="rId71"/>
    <p:sldId id="417" r:id="rId72"/>
    <p:sldId id="418" r:id="rId73"/>
    <p:sldId id="419" r:id="rId74"/>
    <p:sldId id="420" r:id="rId75"/>
    <p:sldId id="398" r:id="rId76"/>
  </p:sldIdLst>
  <p:sldSz cx="9144000" cy="6858000" type="letter"/>
  <p:notesSz cx="6858000" cy="9144000"/>
  <p:defaultTextStyle>
    <a:defPPr>
      <a:defRPr lang="en-US"/>
    </a:defPPr>
    <a:lvl1pPr algn="l" rtl="0" eaLnBrk="0" fontAlgn="base" hangingPunct="0">
      <a:spcBef>
        <a:spcPct val="0"/>
      </a:spcBef>
      <a:spcAft>
        <a:spcPct val="0"/>
      </a:spcAft>
      <a:defRPr kern="1200">
        <a:solidFill>
          <a:schemeClr val="accent1"/>
        </a:solidFill>
        <a:latin typeface="Arial" charset="0"/>
        <a:ea typeface="+mn-ea"/>
        <a:cs typeface="+mn-cs"/>
      </a:defRPr>
    </a:lvl1pPr>
    <a:lvl2pPr marL="457200" algn="l" rtl="0" eaLnBrk="0" fontAlgn="base" hangingPunct="0">
      <a:spcBef>
        <a:spcPct val="0"/>
      </a:spcBef>
      <a:spcAft>
        <a:spcPct val="0"/>
      </a:spcAft>
      <a:defRPr kern="1200">
        <a:solidFill>
          <a:schemeClr val="accent1"/>
        </a:solidFill>
        <a:latin typeface="Arial" charset="0"/>
        <a:ea typeface="+mn-ea"/>
        <a:cs typeface="+mn-cs"/>
      </a:defRPr>
    </a:lvl2pPr>
    <a:lvl3pPr marL="914400" algn="l" rtl="0" eaLnBrk="0" fontAlgn="base" hangingPunct="0">
      <a:spcBef>
        <a:spcPct val="0"/>
      </a:spcBef>
      <a:spcAft>
        <a:spcPct val="0"/>
      </a:spcAft>
      <a:defRPr kern="1200">
        <a:solidFill>
          <a:schemeClr val="accent1"/>
        </a:solidFill>
        <a:latin typeface="Arial" charset="0"/>
        <a:ea typeface="+mn-ea"/>
        <a:cs typeface="+mn-cs"/>
      </a:defRPr>
    </a:lvl3pPr>
    <a:lvl4pPr marL="1371600" algn="l" rtl="0" eaLnBrk="0" fontAlgn="base" hangingPunct="0">
      <a:spcBef>
        <a:spcPct val="0"/>
      </a:spcBef>
      <a:spcAft>
        <a:spcPct val="0"/>
      </a:spcAft>
      <a:defRPr kern="1200">
        <a:solidFill>
          <a:schemeClr val="accent1"/>
        </a:solidFill>
        <a:latin typeface="Arial" charset="0"/>
        <a:ea typeface="+mn-ea"/>
        <a:cs typeface="+mn-cs"/>
      </a:defRPr>
    </a:lvl4pPr>
    <a:lvl5pPr marL="1828800" algn="l" rtl="0" eaLnBrk="0" fontAlgn="base" hangingPunct="0">
      <a:spcBef>
        <a:spcPct val="0"/>
      </a:spcBef>
      <a:spcAft>
        <a:spcPct val="0"/>
      </a:spcAft>
      <a:defRPr kern="1200">
        <a:solidFill>
          <a:schemeClr val="accent1"/>
        </a:solidFill>
        <a:latin typeface="Arial" charset="0"/>
        <a:ea typeface="+mn-ea"/>
        <a:cs typeface="+mn-cs"/>
      </a:defRPr>
    </a:lvl5pPr>
    <a:lvl6pPr marL="2286000" algn="l" defTabSz="914400" rtl="0" eaLnBrk="1" latinLnBrk="0" hangingPunct="1">
      <a:defRPr kern="1200">
        <a:solidFill>
          <a:schemeClr val="accent1"/>
        </a:solidFill>
        <a:latin typeface="Arial" charset="0"/>
        <a:ea typeface="+mn-ea"/>
        <a:cs typeface="+mn-cs"/>
      </a:defRPr>
    </a:lvl6pPr>
    <a:lvl7pPr marL="2743200" algn="l" defTabSz="914400" rtl="0" eaLnBrk="1" latinLnBrk="0" hangingPunct="1">
      <a:defRPr kern="1200">
        <a:solidFill>
          <a:schemeClr val="accent1"/>
        </a:solidFill>
        <a:latin typeface="Arial" charset="0"/>
        <a:ea typeface="+mn-ea"/>
        <a:cs typeface="+mn-cs"/>
      </a:defRPr>
    </a:lvl7pPr>
    <a:lvl8pPr marL="3200400" algn="l" defTabSz="914400" rtl="0" eaLnBrk="1" latinLnBrk="0" hangingPunct="1">
      <a:defRPr kern="1200">
        <a:solidFill>
          <a:schemeClr val="accent1"/>
        </a:solidFill>
        <a:latin typeface="Arial" charset="0"/>
        <a:ea typeface="+mn-ea"/>
        <a:cs typeface="+mn-cs"/>
      </a:defRPr>
    </a:lvl8pPr>
    <a:lvl9pPr marL="3657600" algn="l" defTabSz="914400" rtl="0" eaLnBrk="1" latinLnBrk="0" hangingPunct="1">
      <a:defRPr kern="1200">
        <a:solidFill>
          <a:schemeClr val="accent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2D8B"/>
    <a:srgbClr val="4F520E"/>
    <a:srgbClr val="B1B1B1"/>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D1C0CB-2E72-1D69-2054-8821E3057C59}" v="12" dt="2025-10-11T10:24:40.932"/>
    <p1510:client id="{8DF02BBE-8DD8-B112-D80C-41F9F17C12F8}" v="14" dt="2025-10-11T10:24:06.2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14"/>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microsoft.com/office/2015/10/relationships/revisionInfo" Target="revisionInfo.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D Jasmine - Asso. Prof. - ECE" userId="S::jasmine.d@presidencyuniversity.in::7ece5956-0acb-4d8e-85f5-392dc4003464" providerId="AD" clId="Web-{18D1C0CB-2E72-1D69-2054-8821E3057C59}"/>
    <pc:docChg chg="modSld">
      <pc:chgData name="Dr. D Jasmine - Asso. Prof. - ECE" userId="S::jasmine.d@presidencyuniversity.in::7ece5956-0acb-4d8e-85f5-392dc4003464" providerId="AD" clId="Web-{18D1C0CB-2E72-1D69-2054-8821E3057C59}" dt="2025-10-11T10:24:38.854" v="4" actId="20577"/>
      <pc:docMkLst>
        <pc:docMk/>
      </pc:docMkLst>
      <pc:sldChg chg="modSp">
        <pc:chgData name="Dr. D Jasmine - Asso. Prof. - ECE" userId="S::jasmine.d@presidencyuniversity.in::7ece5956-0acb-4d8e-85f5-392dc4003464" providerId="AD" clId="Web-{18D1C0CB-2E72-1D69-2054-8821E3057C59}" dt="2025-10-11T10:24:38.854" v="4" actId="20577"/>
        <pc:sldMkLst>
          <pc:docMk/>
          <pc:sldMk cId="591030103" sldId="389"/>
        </pc:sldMkLst>
        <pc:spChg chg="mod">
          <ac:chgData name="Dr. D Jasmine - Asso. Prof. - ECE" userId="S::jasmine.d@presidencyuniversity.in::7ece5956-0acb-4d8e-85f5-392dc4003464" providerId="AD" clId="Web-{18D1C0CB-2E72-1D69-2054-8821E3057C59}" dt="2025-10-11T10:24:38.854" v="4" actId="20577"/>
          <ac:spMkLst>
            <pc:docMk/>
            <pc:sldMk cId="591030103" sldId="389"/>
            <ac:spMk id="6147" creationId="{00000000-0000-0000-0000-000000000000}"/>
          </ac:spMkLst>
        </pc:spChg>
      </pc:sldChg>
    </pc:docChg>
  </pc:docChgLst>
  <pc:docChgLst>
    <pc:chgData name="Dr. D Jasmine - Asso. Prof. - ECE" userId="S::jasmine.d@presidencyuniversity.in::7ece5956-0acb-4d8e-85f5-392dc4003464" providerId="AD" clId="Web-{8DF02BBE-8DD8-B112-D80C-41F9F17C12F8}"/>
    <pc:docChg chg="modSld">
      <pc:chgData name="Dr. D Jasmine - Asso. Prof. - ECE" userId="S::jasmine.d@presidencyuniversity.in::7ece5956-0acb-4d8e-85f5-392dc4003464" providerId="AD" clId="Web-{8DF02BBE-8DD8-B112-D80C-41F9F17C12F8}" dt="2025-10-11T10:24:04.979" v="5" actId="20577"/>
      <pc:docMkLst>
        <pc:docMk/>
      </pc:docMkLst>
      <pc:sldChg chg="modSp">
        <pc:chgData name="Dr. D Jasmine - Asso. Prof. - ECE" userId="S::jasmine.d@presidencyuniversity.in::7ece5956-0acb-4d8e-85f5-392dc4003464" providerId="AD" clId="Web-{8DF02BBE-8DD8-B112-D80C-41F9F17C12F8}" dt="2025-10-11T10:24:04.979" v="5" actId="20577"/>
        <pc:sldMkLst>
          <pc:docMk/>
          <pc:sldMk cId="591030103" sldId="389"/>
        </pc:sldMkLst>
        <pc:spChg chg="mod">
          <ac:chgData name="Dr. D Jasmine - Asso. Prof. - ECE" userId="S::jasmine.d@presidencyuniversity.in::7ece5956-0acb-4d8e-85f5-392dc4003464" providerId="AD" clId="Web-{8DF02BBE-8DD8-B112-D80C-41F9F17C12F8}" dt="2025-10-11T10:24:04.979" v="5" actId="20577"/>
          <ac:spMkLst>
            <pc:docMk/>
            <pc:sldMk cId="591030103" sldId="389"/>
            <ac:spMk id="6147"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795299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0220585"/>
      </p:ext>
    </p:extLst>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bwMode="auto">
          <a:xfrm>
            <a:off x="3897313" y="8829675"/>
            <a:ext cx="2982912" cy="465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50888" indent="-287338">
              <a:defRPr>
                <a:solidFill>
                  <a:schemeClr val="tx1"/>
                </a:solidFill>
                <a:latin typeface="Garamond" panose="02020404030301010803" pitchFamily="18" charset="0"/>
              </a:defRPr>
            </a:lvl2pPr>
            <a:lvl3pPr marL="1154113" indent="-230188">
              <a:defRPr>
                <a:solidFill>
                  <a:schemeClr val="tx1"/>
                </a:solidFill>
                <a:latin typeface="Garamond" panose="02020404030301010803" pitchFamily="18" charset="0"/>
              </a:defRPr>
            </a:lvl3pPr>
            <a:lvl4pPr marL="1617663" indent="-230188">
              <a:defRPr>
                <a:solidFill>
                  <a:schemeClr val="tx1"/>
                </a:solidFill>
                <a:latin typeface="Garamond" panose="02020404030301010803" pitchFamily="18" charset="0"/>
              </a:defRPr>
            </a:lvl4pPr>
            <a:lvl5pPr marL="2079625" indent="-230188">
              <a:defRPr>
                <a:solidFill>
                  <a:schemeClr val="tx1"/>
                </a:solidFill>
                <a:latin typeface="Garamond" panose="02020404030301010803" pitchFamily="18" charset="0"/>
              </a:defRPr>
            </a:lvl5pPr>
            <a:lvl6pPr marL="2536825" indent="-230188" eaLnBrk="0" fontAlgn="base" hangingPunct="0">
              <a:spcBef>
                <a:spcPct val="0"/>
              </a:spcBef>
              <a:spcAft>
                <a:spcPct val="0"/>
              </a:spcAft>
              <a:defRPr>
                <a:solidFill>
                  <a:schemeClr val="tx1"/>
                </a:solidFill>
                <a:latin typeface="Garamond" panose="02020404030301010803" pitchFamily="18" charset="0"/>
              </a:defRPr>
            </a:lvl6pPr>
            <a:lvl7pPr marL="2994025" indent="-230188" eaLnBrk="0" fontAlgn="base" hangingPunct="0">
              <a:spcBef>
                <a:spcPct val="0"/>
              </a:spcBef>
              <a:spcAft>
                <a:spcPct val="0"/>
              </a:spcAft>
              <a:defRPr>
                <a:solidFill>
                  <a:schemeClr val="tx1"/>
                </a:solidFill>
                <a:latin typeface="Garamond" panose="02020404030301010803" pitchFamily="18" charset="0"/>
              </a:defRPr>
            </a:lvl7pPr>
            <a:lvl8pPr marL="3451225" indent="-230188" eaLnBrk="0" fontAlgn="base" hangingPunct="0">
              <a:spcBef>
                <a:spcPct val="0"/>
              </a:spcBef>
              <a:spcAft>
                <a:spcPct val="0"/>
              </a:spcAft>
              <a:defRPr>
                <a:solidFill>
                  <a:schemeClr val="tx1"/>
                </a:solidFill>
                <a:latin typeface="Garamond" panose="02020404030301010803" pitchFamily="18" charset="0"/>
              </a:defRPr>
            </a:lvl8pPr>
            <a:lvl9pPr marL="3908425" indent="-230188" eaLnBrk="0" fontAlgn="base" hangingPunct="0">
              <a:spcBef>
                <a:spcPct val="0"/>
              </a:spcBef>
              <a:spcAft>
                <a:spcPct val="0"/>
              </a:spcAft>
              <a:defRPr>
                <a:solidFill>
                  <a:schemeClr val="tx1"/>
                </a:solidFill>
                <a:latin typeface="Garamond" panose="02020404030301010803" pitchFamily="18" charset="0"/>
              </a:defRPr>
            </a:lvl9pPr>
          </a:lstStyle>
          <a:p>
            <a:fld id="{DAE84D80-A634-421F-B2B1-2748AA11D12F}" type="slidenum">
              <a:rPr lang="en-US" altLang="en-US" smtClean="0"/>
              <a:pPr/>
              <a:t>27</a:t>
            </a:fld>
            <a:endParaRPr lang="en-US" altLang="en-US"/>
          </a:p>
        </p:txBody>
      </p:sp>
      <p:sp>
        <p:nvSpPr>
          <p:cNvPr id="54275" name="Rectangle 2"/>
          <p:cNvSpPr>
            <a:spLocks noGrp="1" noRot="1" noChangeAspect="1" noChangeArrowheads="1" noTextEdit="1"/>
          </p:cNvSpPr>
          <p:nvPr>
            <p:ph type="sldImg"/>
          </p:nvPr>
        </p:nvSpPr>
        <p:spPr bwMode="auto">
          <a:xfrm>
            <a:off x="11176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6" name="Rectangle 3"/>
          <p:cNvSpPr>
            <a:spLocks noGrp="1" noChangeArrowheads="1"/>
          </p:cNvSpPr>
          <p:nvPr>
            <p:ph type="body" idx="1"/>
          </p:nvPr>
        </p:nvSpPr>
        <p:spPr bwMode="auto">
          <a:xfrm>
            <a:off x="688975" y="4416425"/>
            <a:ext cx="5505450" cy="41830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1103998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fld id="{499212DE-DF83-4862-A63F-270BFAF72D6E}" type="slidenum">
              <a:rPr lang="en-US" altLang="en-US">
                <a:latin typeface="Calibri" panose="020F0502020204030204" pitchFamily="34" charset="0"/>
              </a:rPr>
              <a:pPr/>
              <a:t>31</a:t>
            </a:fld>
            <a:endParaRPr lang="en-US" altLang="en-US">
              <a:latin typeface="Calibri" panose="020F0502020204030204" pitchFamily="34" charset="0"/>
            </a:endParaRPr>
          </a:p>
        </p:txBody>
      </p:sp>
      <p:sp>
        <p:nvSpPr>
          <p:cNvPr id="7270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1900054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fld id="{DD975137-3576-4A5E-BFEA-2D3D42E596ED}" type="slidenum">
              <a:rPr lang="en-US" altLang="en-US">
                <a:latin typeface="Calibri" panose="020F0502020204030204" pitchFamily="34" charset="0"/>
              </a:rPr>
              <a:pPr/>
              <a:t>32</a:t>
            </a:fld>
            <a:endParaRPr lang="en-US" altLang="en-US">
              <a:latin typeface="Calibri" panose="020F0502020204030204" pitchFamily="34" charset="0"/>
            </a:endParaRPr>
          </a:p>
        </p:txBody>
      </p:sp>
      <p:sp>
        <p:nvSpPr>
          <p:cNvPr id="7475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2182625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fld id="{031D9BF0-0418-4636-ADC9-B080338496E9}" type="slidenum">
              <a:rPr lang="en-US" altLang="en-US">
                <a:latin typeface="Calibri" panose="020F0502020204030204" pitchFamily="34" charset="0"/>
              </a:rPr>
              <a:pPr/>
              <a:t>33</a:t>
            </a:fld>
            <a:endParaRPr lang="en-US" altLang="en-US">
              <a:latin typeface="Calibri" panose="020F0502020204030204" pitchFamily="34" charset="0"/>
            </a:endParaRPr>
          </a:p>
        </p:txBody>
      </p:sp>
      <p:sp>
        <p:nvSpPr>
          <p:cNvPr id="7680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28985074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fld id="{797CAE2A-3A02-491B-9F42-750ED276E3AE}" type="slidenum">
              <a:rPr lang="en-US" altLang="en-US">
                <a:latin typeface="Calibri" panose="020F0502020204030204" pitchFamily="34" charset="0"/>
              </a:rPr>
              <a:pPr/>
              <a:t>35</a:t>
            </a:fld>
            <a:endParaRPr lang="en-US" altLang="en-US">
              <a:latin typeface="Calibri" panose="020F0502020204030204" pitchFamily="34" charset="0"/>
            </a:endParaRPr>
          </a:p>
        </p:txBody>
      </p:sp>
      <p:sp>
        <p:nvSpPr>
          <p:cNvPr id="829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1245823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fld id="{C693DF9C-AB78-4F72-8BCA-4ACB51F5DD48}" type="slidenum">
              <a:rPr lang="en-US" altLang="en-US">
                <a:latin typeface="Calibri" panose="020F0502020204030204" pitchFamily="34" charset="0"/>
              </a:rPr>
              <a:pPr/>
              <a:t>36</a:t>
            </a:fld>
            <a:endParaRPr lang="en-US" altLang="en-US">
              <a:latin typeface="Calibri" panose="020F0502020204030204" pitchFamily="34" charset="0"/>
            </a:endParaRPr>
          </a:p>
        </p:txBody>
      </p:sp>
      <p:sp>
        <p:nvSpPr>
          <p:cNvPr id="788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2041508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fld id="{62E45BC0-B9D7-40F4-8772-C010FC0EE72E}" type="slidenum">
              <a:rPr lang="en-US" altLang="en-US">
                <a:latin typeface="Calibri" panose="020F0502020204030204" pitchFamily="34" charset="0"/>
              </a:rPr>
              <a:pPr/>
              <a:t>37</a:t>
            </a:fld>
            <a:endParaRPr lang="en-US" altLang="en-US">
              <a:latin typeface="Calibri" panose="020F0502020204030204" pitchFamily="34" charset="0"/>
            </a:endParaRPr>
          </a:p>
        </p:txBody>
      </p:sp>
      <p:sp>
        <p:nvSpPr>
          <p:cNvPr id="808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38556377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fld id="{5EB9C38D-3A8F-4674-AD38-EEA8A70B9DE1}" type="slidenum">
              <a:rPr lang="en-US" altLang="en-US">
                <a:latin typeface="Calibri" panose="020F0502020204030204" pitchFamily="34" charset="0"/>
              </a:rPr>
              <a:pPr/>
              <a:t>38</a:t>
            </a:fld>
            <a:endParaRPr lang="en-US" altLang="en-US">
              <a:latin typeface="Calibri" panose="020F0502020204030204" pitchFamily="34" charset="0"/>
            </a:endParaRPr>
          </a:p>
        </p:txBody>
      </p:sp>
      <p:sp>
        <p:nvSpPr>
          <p:cNvPr id="8499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1037448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bwMode="auto">
          <a:xfrm>
            <a:off x="3897313" y="8829675"/>
            <a:ext cx="2982912" cy="465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50888" indent="-287338">
              <a:defRPr>
                <a:solidFill>
                  <a:schemeClr val="tx1"/>
                </a:solidFill>
                <a:latin typeface="Garamond" panose="02020404030301010803" pitchFamily="18" charset="0"/>
              </a:defRPr>
            </a:lvl2pPr>
            <a:lvl3pPr marL="1154113" indent="-230188">
              <a:defRPr>
                <a:solidFill>
                  <a:schemeClr val="tx1"/>
                </a:solidFill>
                <a:latin typeface="Garamond" panose="02020404030301010803" pitchFamily="18" charset="0"/>
              </a:defRPr>
            </a:lvl3pPr>
            <a:lvl4pPr marL="1617663" indent="-230188">
              <a:defRPr>
                <a:solidFill>
                  <a:schemeClr val="tx1"/>
                </a:solidFill>
                <a:latin typeface="Garamond" panose="02020404030301010803" pitchFamily="18" charset="0"/>
              </a:defRPr>
            </a:lvl4pPr>
            <a:lvl5pPr marL="2079625" indent="-230188">
              <a:defRPr>
                <a:solidFill>
                  <a:schemeClr val="tx1"/>
                </a:solidFill>
                <a:latin typeface="Garamond" panose="02020404030301010803" pitchFamily="18" charset="0"/>
              </a:defRPr>
            </a:lvl5pPr>
            <a:lvl6pPr marL="2536825" indent="-230188" eaLnBrk="0" fontAlgn="base" hangingPunct="0">
              <a:spcBef>
                <a:spcPct val="0"/>
              </a:spcBef>
              <a:spcAft>
                <a:spcPct val="0"/>
              </a:spcAft>
              <a:defRPr>
                <a:solidFill>
                  <a:schemeClr val="tx1"/>
                </a:solidFill>
                <a:latin typeface="Garamond" panose="02020404030301010803" pitchFamily="18" charset="0"/>
              </a:defRPr>
            </a:lvl6pPr>
            <a:lvl7pPr marL="2994025" indent="-230188" eaLnBrk="0" fontAlgn="base" hangingPunct="0">
              <a:spcBef>
                <a:spcPct val="0"/>
              </a:spcBef>
              <a:spcAft>
                <a:spcPct val="0"/>
              </a:spcAft>
              <a:defRPr>
                <a:solidFill>
                  <a:schemeClr val="tx1"/>
                </a:solidFill>
                <a:latin typeface="Garamond" panose="02020404030301010803" pitchFamily="18" charset="0"/>
              </a:defRPr>
            </a:lvl7pPr>
            <a:lvl8pPr marL="3451225" indent="-230188" eaLnBrk="0" fontAlgn="base" hangingPunct="0">
              <a:spcBef>
                <a:spcPct val="0"/>
              </a:spcBef>
              <a:spcAft>
                <a:spcPct val="0"/>
              </a:spcAft>
              <a:defRPr>
                <a:solidFill>
                  <a:schemeClr val="tx1"/>
                </a:solidFill>
                <a:latin typeface="Garamond" panose="02020404030301010803" pitchFamily="18" charset="0"/>
              </a:defRPr>
            </a:lvl8pPr>
            <a:lvl9pPr marL="3908425" indent="-230188" eaLnBrk="0" fontAlgn="base" hangingPunct="0">
              <a:spcBef>
                <a:spcPct val="0"/>
              </a:spcBef>
              <a:spcAft>
                <a:spcPct val="0"/>
              </a:spcAft>
              <a:defRPr>
                <a:solidFill>
                  <a:schemeClr val="tx1"/>
                </a:solidFill>
                <a:latin typeface="Garamond" panose="02020404030301010803" pitchFamily="18" charset="0"/>
              </a:defRPr>
            </a:lvl9pPr>
          </a:lstStyle>
          <a:p>
            <a:fld id="{DAE84D80-A634-421F-B2B1-2748AA11D12F}" type="slidenum">
              <a:rPr lang="en-US" altLang="en-US" smtClean="0"/>
              <a:pPr/>
              <a:t>39</a:t>
            </a:fld>
            <a:endParaRPr lang="en-US" altLang="en-US"/>
          </a:p>
        </p:txBody>
      </p:sp>
      <p:sp>
        <p:nvSpPr>
          <p:cNvPr id="54275" name="Rectangle 2"/>
          <p:cNvSpPr>
            <a:spLocks noGrp="1" noRot="1" noChangeAspect="1" noChangeArrowheads="1" noTextEdit="1"/>
          </p:cNvSpPr>
          <p:nvPr>
            <p:ph type="sldImg"/>
          </p:nvPr>
        </p:nvSpPr>
        <p:spPr bwMode="auto">
          <a:xfrm>
            <a:off x="11176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6" name="Rectangle 3"/>
          <p:cNvSpPr>
            <a:spLocks noGrp="1" noChangeArrowheads="1"/>
          </p:cNvSpPr>
          <p:nvPr>
            <p:ph type="body" idx="1"/>
          </p:nvPr>
        </p:nvSpPr>
        <p:spPr bwMode="auto">
          <a:xfrm>
            <a:off x="688975" y="4416425"/>
            <a:ext cx="5505450" cy="41830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1610492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fld id="{34828E46-8C70-44F3-9EDE-AB8B883278F2}" type="slidenum">
              <a:rPr lang="en-US" altLang="en-US">
                <a:latin typeface="Calibri" panose="020F0502020204030204" pitchFamily="34" charset="0"/>
              </a:rPr>
              <a:pPr/>
              <a:t>43</a:t>
            </a:fld>
            <a:endParaRPr lang="en-US" altLang="en-US">
              <a:latin typeface="Calibri" panose="020F0502020204030204" pitchFamily="34" charset="0"/>
            </a:endParaRPr>
          </a:p>
        </p:txBody>
      </p:sp>
      <p:sp>
        <p:nvSpPr>
          <p:cNvPr id="1064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35959691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fld id="{EE2FAA0B-3C5E-437F-B9A4-1EF851F862D2}" type="slidenum">
              <a:rPr lang="en-US" altLang="en-US">
                <a:latin typeface="Calibri" panose="020F0502020204030204" pitchFamily="34" charset="0"/>
              </a:rPr>
              <a:pPr/>
              <a:t>44</a:t>
            </a:fld>
            <a:endParaRPr lang="en-US" altLang="en-US">
              <a:latin typeface="Calibri" panose="020F0502020204030204" pitchFamily="34" charset="0"/>
            </a:endParaRPr>
          </a:p>
        </p:txBody>
      </p:sp>
      <p:sp>
        <p:nvSpPr>
          <p:cNvPr id="1085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23212395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bwMode="auto">
          <a:xfrm>
            <a:off x="3897313" y="8829675"/>
            <a:ext cx="2982912" cy="465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50888" indent="-287338">
              <a:defRPr>
                <a:solidFill>
                  <a:schemeClr val="tx1"/>
                </a:solidFill>
                <a:latin typeface="Garamond" panose="02020404030301010803" pitchFamily="18" charset="0"/>
              </a:defRPr>
            </a:lvl2pPr>
            <a:lvl3pPr marL="1154113" indent="-230188">
              <a:defRPr>
                <a:solidFill>
                  <a:schemeClr val="tx1"/>
                </a:solidFill>
                <a:latin typeface="Garamond" panose="02020404030301010803" pitchFamily="18" charset="0"/>
              </a:defRPr>
            </a:lvl3pPr>
            <a:lvl4pPr marL="1617663" indent="-230188">
              <a:defRPr>
                <a:solidFill>
                  <a:schemeClr val="tx1"/>
                </a:solidFill>
                <a:latin typeface="Garamond" panose="02020404030301010803" pitchFamily="18" charset="0"/>
              </a:defRPr>
            </a:lvl4pPr>
            <a:lvl5pPr marL="2079625" indent="-230188">
              <a:defRPr>
                <a:solidFill>
                  <a:schemeClr val="tx1"/>
                </a:solidFill>
                <a:latin typeface="Garamond" panose="02020404030301010803" pitchFamily="18" charset="0"/>
              </a:defRPr>
            </a:lvl5pPr>
            <a:lvl6pPr marL="2536825" indent="-230188" eaLnBrk="0" fontAlgn="base" hangingPunct="0">
              <a:spcBef>
                <a:spcPct val="0"/>
              </a:spcBef>
              <a:spcAft>
                <a:spcPct val="0"/>
              </a:spcAft>
              <a:defRPr>
                <a:solidFill>
                  <a:schemeClr val="tx1"/>
                </a:solidFill>
                <a:latin typeface="Garamond" panose="02020404030301010803" pitchFamily="18" charset="0"/>
              </a:defRPr>
            </a:lvl6pPr>
            <a:lvl7pPr marL="2994025" indent="-230188" eaLnBrk="0" fontAlgn="base" hangingPunct="0">
              <a:spcBef>
                <a:spcPct val="0"/>
              </a:spcBef>
              <a:spcAft>
                <a:spcPct val="0"/>
              </a:spcAft>
              <a:defRPr>
                <a:solidFill>
                  <a:schemeClr val="tx1"/>
                </a:solidFill>
                <a:latin typeface="Garamond" panose="02020404030301010803" pitchFamily="18" charset="0"/>
              </a:defRPr>
            </a:lvl7pPr>
            <a:lvl8pPr marL="3451225" indent="-230188" eaLnBrk="0" fontAlgn="base" hangingPunct="0">
              <a:spcBef>
                <a:spcPct val="0"/>
              </a:spcBef>
              <a:spcAft>
                <a:spcPct val="0"/>
              </a:spcAft>
              <a:defRPr>
                <a:solidFill>
                  <a:schemeClr val="tx1"/>
                </a:solidFill>
                <a:latin typeface="Garamond" panose="02020404030301010803" pitchFamily="18" charset="0"/>
              </a:defRPr>
            </a:lvl8pPr>
            <a:lvl9pPr marL="3908425" indent="-230188" eaLnBrk="0" fontAlgn="base" hangingPunct="0">
              <a:spcBef>
                <a:spcPct val="0"/>
              </a:spcBef>
              <a:spcAft>
                <a:spcPct val="0"/>
              </a:spcAft>
              <a:defRPr>
                <a:solidFill>
                  <a:schemeClr val="tx1"/>
                </a:solidFill>
                <a:latin typeface="Garamond" panose="02020404030301010803" pitchFamily="18" charset="0"/>
              </a:defRPr>
            </a:lvl9pPr>
          </a:lstStyle>
          <a:p>
            <a:fld id="{299D5EFE-FA01-4E65-B2EF-8B6945CE776C}" type="slidenum">
              <a:rPr lang="en-US" altLang="en-US" smtClean="0"/>
              <a:pPr/>
              <a:t>45</a:t>
            </a:fld>
            <a:endParaRPr lang="en-US" altLang="en-US"/>
          </a:p>
        </p:txBody>
      </p:sp>
      <p:sp>
        <p:nvSpPr>
          <p:cNvPr id="68611" name="Rectangle 2"/>
          <p:cNvSpPr>
            <a:spLocks noGrp="1" noRot="1" noChangeAspect="1" noChangeArrowheads="1" noTextEdit="1"/>
          </p:cNvSpPr>
          <p:nvPr>
            <p:ph type="sldImg"/>
          </p:nvPr>
        </p:nvSpPr>
        <p:spPr bwMode="auto">
          <a:xfrm>
            <a:off x="11176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2" name="Rectangle 3"/>
          <p:cNvSpPr>
            <a:spLocks noGrp="1" noChangeArrowheads="1"/>
          </p:cNvSpPr>
          <p:nvPr>
            <p:ph type="body" idx="1"/>
          </p:nvPr>
        </p:nvSpPr>
        <p:spPr bwMode="auto">
          <a:xfrm>
            <a:off x="688975" y="4416425"/>
            <a:ext cx="5505450" cy="41830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51405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fld id="{F1130897-C9FF-4B63-8D4E-81001005E834}" type="slidenum">
              <a:rPr lang="en-US" altLang="en-US">
                <a:latin typeface="Calibri" panose="020F0502020204030204" pitchFamily="34" charset="0"/>
              </a:rPr>
              <a:pPr/>
              <a:t>49</a:t>
            </a:fld>
            <a:endParaRPr lang="en-US" altLang="en-US">
              <a:latin typeface="Calibri" panose="020F0502020204030204" pitchFamily="34" charset="0"/>
            </a:endParaRPr>
          </a:p>
        </p:txBody>
      </p:sp>
      <p:sp>
        <p:nvSpPr>
          <p:cNvPr id="11469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2285568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C69C1D85-CD4B-4843-A71F-55D50519F0A0}" type="slidenum">
              <a:rPr lang="en-US" smtClean="0">
                <a:solidFill>
                  <a:prstClr val="black"/>
                </a:solidFill>
              </a:rPr>
              <a:pPr/>
              <a:t>58</a:t>
            </a:fld>
            <a:endParaRPr lang="en-US">
              <a:solidFill>
                <a:prstClr val="black"/>
              </a:solidFill>
            </a:endParaRPr>
          </a:p>
        </p:txBody>
      </p:sp>
    </p:spTree>
    <p:extLst>
      <p:ext uri="{BB962C8B-B14F-4D97-AF65-F5344CB8AC3E}">
        <p14:creationId xmlns:p14="http://schemas.microsoft.com/office/powerpoint/2010/main" val="2732803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C69C1D85-CD4B-4843-A71F-55D50519F0A0}" type="slidenum">
              <a:rPr lang="en-US">
                <a:solidFill>
                  <a:prstClr val="black"/>
                </a:solidFill>
              </a:rPr>
              <a:pPr/>
              <a:t>64</a:t>
            </a:fld>
            <a:endParaRPr lang="en-US">
              <a:solidFill>
                <a:prstClr val="black"/>
              </a:solidFill>
            </a:endParaRPr>
          </a:p>
        </p:txBody>
      </p:sp>
    </p:spTree>
    <p:extLst>
      <p:ext uri="{BB962C8B-B14F-4D97-AF65-F5344CB8AC3E}">
        <p14:creationId xmlns:p14="http://schemas.microsoft.com/office/powerpoint/2010/main" val="30042225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7" name="Notes Placeholder 2"/>
          <p:cNvSpPr>
            <a:spLocks noGrp="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134148" name="Footer Placeholder 3"/>
          <p:cNvSpPr>
            <a:spLocks noGrp="1"/>
          </p:cNvSpPr>
          <p:nvPr>
            <p:ph type="ftr" sz="quarter" idx="4"/>
          </p:nvPr>
        </p:nvSpPr>
        <p:spPr bwMode="auto">
          <a:xfrm>
            <a:off x="0"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US"/>
          </a:p>
        </p:txBody>
      </p:sp>
      <p:sp>
        <p:nvSpPr>
          <p:cNvPr id="134149" name="Slide Number Placeholder 4"/>
          <p:cNvSpPr>
            <a:spLocks noGrp="1"/>
          </p:cNvSpPr>
          <p:nvPr>
            <p:ph type="sldNum" sz="quarter" idx="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81F8B2FB-EBCB-4E18-858E-8BC77A679A9E}" type="slidenum">
              <a:rPr lang="en-US" smtClean="0"/>
              <a:pPr/>
              <a:t>71</a:t>
            </a:fld>
            <a:endParaRPr lang="en-US"/>
          </a:p>
        </p:txBody>
      </p:sp>
    </p:spTree>
    <p:extLst>
      <p:ext uri="{BB962C8B-B14F-4D97-AF65-F5344CB8AC3E}">
        <p14:creationId xmlns:p14="http://schemas.microsoft.com/office/powerpoint/2010/main" val="3882112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00100" y="393700"/>
            <a:ext cx="4368183" cy="372603"/>
          </a:xfrm>
        </p:spPr>
        <p:txBody>
          <a:bodyPr/>
          <a:lstStyle>
            <a:lvl1pPr>
              <a:defRPr>
                <a:solidFill>
                  <a:schemeClr val="tx1"/>
                </a:solidFill>
              </a:defRPr>
            </a:lvl1pPr>
          </a:lstStyle>
          <a:p>
            <a:r>
              <a:rPr lang="en-US"/>
              <a:t>Click to edit Master title style</a:t>
            </a:r>
            <a:endParaRPr lang="en-IN"/>
          </a:p>
        </p:txBody>
      </p:sp>
      <p:sp>
        <p:nvSpPr>
          <p:cNvPr id="3" name="Content Placeholder 2"/>
          <p:cNvSpPr>
            <a:spLocks noGrp="1"/>
          </p:cNvSpPr>
          <p:nvPr>
            <p:ph idx="1"/>
          </p:nvPr>
        </p:nvSpPr>
        <p:spPr>
          <a:xfrm>
            <a:off x="685800" y="1143000"/>
            <a:ext cx="7848600" cy="1990288"/>
          </a:xfrm>
        </p:spPr>
        <p:txBody>
          <a:bodyPr/>
          <a:lstStyle>
            <a:lvl2pPr>
              <a:defRPr sz="24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304800"/>
            <a:ext cx="1962150" cy="30480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85800" y="304800"/>
            <a:ext cx="5734050" cy="304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2130427"/>
            <a:ext cx="3308598" cy="292259"/>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1"/>
            <a:ext cx="6400800" cy="259045"/>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IN"/>
          </a:p>
        </p:txBody>
      </p:sp>
    </p:spTree>
    <p:extLst>
      <p:ext uri="{BB962C8B-B14F-4D97-AF65-F5344CB8AC3E}">
        <p14:creationId xmlns:p14="http://schemas.microsoft.com/office/powerpoint/2010/main" val="3728986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00101" y="393702"/>
            <a:ext cx="3308598" cy="292259"/>
          </a:xfrm>
        </p:spPr>
        <p:txBody>
          <a:bodyPr/>
          <a:lstStyle>
            <a:lvl1pPr>
              <a:defRPr>
                <a:solidFill>
                  <a:schemeClr val="tx1"/>
                </a:solidFill>
              </a:defRPr>
            </a:lvl1pPr>
          </a:lstStyle>
          <a:p>
            <a:r>
              <a:rPr lang="en-US"/>
              <a:t>Click to edit Master title style</a:t>
            </a:r>
            <a:endParaRPr lang="en-IN"/>
          </a:p>
        </p:txBody>
      </p:sp>
      <p:sp>
        <p:nvSpPr>
          <p:cNvPr id="3" name="Content Placeholder 2"/>
          <p:cNvSpPr>
            <a:spLocks noGrp="1"/>
          </p:cNvSpPr>
          <p:nvPr>
            <p:ph idx="1"/>
          </p:nvPr>
        </p:nvSpPr>
        <p:spPr>
          <a:xfrm>
            <a:off x="685800" y="1143000"/>
            <a:ext cx="7848600" cy="1505540"/>
          </a:xfrm>
        </p:spPr>
        <p:txBody>
          <a:bodyPr/>
          <a:lstStyle>
            <a:lvl2pPr>
              <a:defRPr sz="1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6176099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187865" cy="452945"/>
          </a:xfrm>
        </p:spPr>
        <p:txBody>
          <a:bodyPr/>
          <a:lstStyle>
            <a:lvl1pPr algn="l">
              <a:defRPr sz="3000" b="1" cap="all"/>
            </a:lvl1pPr>
          </a:lstStyle>
          <a:p>
            <a:r>
              <a:rPr lang="en-US"/>
              <a:t>Click to edit Master title style</a:t>
            </a:r>
            <a:endParaRPr lang="en-IN"/>
          </a:p>
        </p:txBody>
      </p:sp>
      <p:sp>
        <p:nvSpPr>
          <p:cNvPr id="3" name="Text Placeholder 2"/>
          <p:cNvSpPr>
            <a:spLocks noGrp="1"/>
          </p:cNvSpPr>
          <p:nvPr>
            <p:ph type="body" idx="1"/>
          </p:nvPr>
        </p:nvSpPr>
        <p:spPr>
          <a:xfrm>
            <a:off x="722313" y="4182481"/>
            <a:ext cx="7772400" cy="22442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Tree>
    <p:extLst>
      <p:ext uri="{BB962C8B-B14F-4D97-AF65-F5344CB8AC3E}">
        <p14:creationId xmlns:p14="http://schemas.microsoft.com/office/powerpoint/2010/main" val="4466607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00101" y="393701"/>
            <a:ext cx="3308598" cy="292259"/>
          </a:xfrm>
        </p:spPr>
        <p:txBody>
          <a:bodyPr/>
          <a:lstStyle/>
          <a:p>
            <a:r>
              <a:rPr lang="en-US"/>
              <a:t>Click to edit Master title style</a:t>
            </a:r>
            <a:endParaRPr lang="en-IN"/>
          </a:p>
        </p:txBody>
      </p:sp>
      <p:sp>
        <p:nvSpPr>
          <p:cNvPr id="3" name="Content Placeholder 2"/>
          <p:cNvSpPr>
            <a:spLocks noGrp="1"/>
          </p:cNvSpPr>
          <p:nvPr>
            <p:ph sz="half" idx="1"/>
          </p:nvPr>
        </p:nvSpPr>
        <p:spPr>
          <a:xfrm>
            <a:off x="685800" y="1143000"/>
            <a:ext cx="3848100" cy="166943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86300" y="1143000"/>
            <a:ext cx="3848100" cy="166943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6120746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4639"/>
            <a:ext cx="3308598" cy="292259"/>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915830"/>
            <a:ext cx="4040188" cy="25904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6"/>
            <a:ext cx="4040188" cy="1250471"/>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6" y="1915830"/>
            <a:ext cx="4041775" cy="25904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6"/>
            <a:ext cx="4041775" cy="1250471"/>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6262728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00101" y="393701"/>
            <a:ext cx="3308598" cy="292259"/>
          </a:xfrm>
        </p:spPr>
        <p:txBody>
          <a:bodyPr/>
          <a:lstStyle/>
          <a:p>
            <a:r>
              <a:rPr lang="en-US"/>
              <a:t>Click to edit Master title style</a:t>
            </a:r>
            <a:endParaRPr lang="en-IN"/>
          </a:p>
        </p:txBody>
      </p:sp>
    </p:spTree>
    <p:extLst>
      <p:ext uri="{BB962C8B-B14F-4D97-AF65-F5344CB8AC3E}">
        <p14:creationId xmlns:p14="http://schemas.microsoft.com/office/powerpoint/2010/main" val="25664710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55040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82980"/>
            <a:ext cx="2778005" cy="252120"/>
          </a:xfrm>
        </p:spPr>
        <p:txBody>
          <a:bodyPr anchor="b"/>
          <a:lstStyle>
            <a:lvl1pPr algn="l">
              <a:defRPr sz="1500" b="1"/>
            </a:lvl1pPr>
          </a:lstStyle>
          <a:p>
            <a:r>
              <a:rPr lang="en-US"/>
              <a:t>Click to edit Master title style</a:t>
            </a:r>
            <a:endParaRPr lang="en-IN"/>
          </a:p>
        </p:txBody>
      </p:sp>
      <p:sp>
        <p:nvSpPr>
          <p:cNvPr id="3" name="Content Placeholder 2"/>
          <p:cNvSpPr>
            <a:spLocks noGrp="1"/>
          </p:cNvSpPr>
          <p:nvPr>
            <p:ph idx="1"/>
          </p:nvPr>
        </p:nvSpPr>
        <p:spPr>
          <a:xfrm>
            <a:off x="3575050" y="273051"/>
            <a:ext cx="5111750" cy="1632498"/>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1" y="1435102"/>
            <a:ext cx="3008313" cy="17248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16708118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115218"/>
            <a:ext cx="2778005" cy="252120"/>
          </a:xfrm>
        </p:spPr>
        <p:txBody>
          <a:bodyPr anchor="b"/>
          <a:lstStyle>
            <a:lvl1pPr algn="l">
              <a:defRPr sz="15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32829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IN" noProof="0"/>
          </a:p>
        </p:txBody>
      </p:sp>
      <p:sp>
        <p:nvSpPr>
          <p:cNvPr id="4" name="Text Placeholder 3"/>
          <p:cNvSpPr>
            <a:spLocks noGrp="1"/>
          </p:cNvSpPr>
          <p:nvPr>
            <p:ph type="body" sz="half" idx="2"/>
          </p:nvPr>
        </p:nvSpPr>
        <p:spPr>
          <a:xfrm>
            <a:off x="1792288" y="5367339"/>
            <a:ext cx="5486400" cy="17248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13233355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00101" y="393701"/>
            <a:ext cx="3308598" cy="292259"/>
          </a:xfr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6744167" y="1143000"/>
            <a:ext cx="1790234" cy="2692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7978408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65196" y="304801"/>
            <a:ext cx="369204" cy="3231654"/>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629616" y="304800"/>
            <a:ext cx="1790234" cy="304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91770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00100" y="393700"/>
            <a:ext cx="752475" cy="368300"/>
          </a:xfrm>
          <a:prstGeom prst="rect">
            <a:avLst/>
          </a:prstGeom>
          <a:noFill/>
          <a:ln w="12700">
            <a:noFill/>
            <a:miter lim="800000"/>
            <a:headEnd/>
            <a:tailEnd/>
          </a:ln>
        </p:spPr>
        <p:txBody>
          <a:bodyPr vert="horz" wrap="none" lIns="63500" tIns="25400" rIns="63500" bIns="25400" numCol="1" anchor="t" anchorCtr="0" compatLnSpc="1">
            <a:prstTxWarp prst="textNoShape">
              <a:avLst/>
            </a:prstTxWarp>
            <a:spAutoFit/>
          </a:bodyPr>
          <a:lstStyle/>
          <a:p>
            <a:pPr lvl="0"/>
            <a:r>
              <a:rPr lang="en-US"/>
              <a:t>Title</a:t>
            </a:r>
          </a:p>
        </p:txBody>
      </p:sp>
      <p:sp>
        <p:nvSpPr>
          <p:cNvPr id="1027" name="Rectangle 5"/>
          <p:cNvSpPr>
            <a:spLocks noGrp="1" noChangeArrowheads="1"/>
          </p:cNvSpPr>
          <p:nvPr>
            <p:ph type="body" idx="1"/>
          </p:nvPr>
        </p:nvSpPr>
        <p:spPr bwMode="auto">
          <a:xfrm>
            <a:off x="685800" y="1143000"/>
            <a:ext cx="7848600" cy="2692400"/>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a:t>This is our 1st Level Bullet</a:t>
            </a:r>
          </a:p>
          <a:p>
            <a:pPr lvl="1"/>
            <a:r>
              <a:rPr lang="en-US"/>
              <a:t>This is our 2nd level bullet</a:t>
            </a:r>
          </a:p>
          <a:p>
            <a:pPr lvl="2"/>
            <a:r>
              <a:rPr lang="en-US"/>
              <a:t>This is our 3rd level bullet</a:t>
            </a:r>
          </a:p>
          <a:p>
            <a:pPr lvl="0"/>
            <a:r>
              <a:rPr lang="en-US"/>
              <a:t>This is our next 1st Level Bullet</a:t>
            </a:r>
          </a:p>
          <a:p>
            <a:pPr lvl="1"/>
            <a:r>
              <a:rPr lang="en-US"/>
              <a:t>This is our 2nd level bullet</a:t>
            </a:r>
          </a:p>
          <a:p>
            <a:pPr lvl="2"/>
            <a:r>
              <a:rPr lang="en-US"/>
              <a:t>This is our 3rd level bullet</a:t>
            </a:r>
          </a:p>
        </p:txBody>
      </p:sp>
      <p:sp>
        <p:nvSpPr>
          <p:cNvPr id="1030" name="Line 6"/>
          <p:cNvSpPr>
            <a:spLocks noChangeShapeType="1"/>
          </p:cNvSpPr>
          <p:nvPr userDrawn="1"/>
        </p:nvSpPr>
        <p:spPr bwMode="auto">
          <a:xfrm>
            <a:off x="609600" y="990600"/>
            <a:ext cx="8001000" cy="0"/>
          </a:xfrm>
          <a:prstGeom prst="line">
            <a:avLst/>
          </a:prstGeom>
          <a:noFill/>
          <a:ln w="57150" cmpd="thickThin">
            <a:solidFill>
              <a:schemeClr val="tx1"/>
            </a:solidFill>
            <a:round/>
            <a:headEnd/>
            <a:tailEnd/>
          </a:ln>
          <a:effectLst/>
        </p:spPr>
        <p:txBody>
          <a:bodyPr/>
          <a:lstStyle/>
          <a:p>
            <a:pPr>
              <a:defRPr/>
            </a:pPr>
            <a:endParaRPr lang="en-IN"/>
          </a:p>
        </p:txBody>
      </p:sp>
      <p:sp>
        <p:nvSpPr>
          <p:cNvPr id="1031" name="Text Box 7"/>
          <p:cNvSpPr txBox="1">
            <a:spLocks noChangeArrowheads="1"/>
          </p:cNvSpPr>
          <p:nvPr userDrawn="1"/>
        </p:nvSpPr>
        <p:spPr bwMode="auto">
          <a:xfrm>
            <a:off x="6537325" y="6437313"/>
            <a:ext cx="2225675" cy="366712"/>
          </a:xfrm>
          <a:prstGeom prst="rect">
            <a:avLst/>
          </a:prstGeom>
          <a:noFill/>
          <a:ln w="12700">
            <a:noFill/>
            <a:miter lim="800000"/>
            <a:headEnd/>
            <a:tailEnd/>
          </a:ln>
          <a:effectLst/>
        </p:spPr>
        <p:txBody>
          <a:bodyPr>
            <a:spAutoFit/>
          </a:bodyPr>
          <a:lstStyle/>
          <a:p>
            <a:pPr>
              <a:defRPr/>
            </a:pPr>
            <a:endParaRPr lang="en-US"/>
          </a:p>
        </p:txBody>
      </p:sp>
      <p:pic>
        <p:nvPicPr>
          <p:cNvPr id="7"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6096000"/>
            <a:ext cx="9144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charset="0"/>
        </a:defRPr>
      </a:lvl2pPr>
      <a:lvl3pPr algn="l" rtl="0" eaLnBrk="0" fontAlgn="base" hangingPunct="0">
        <a:lnSpc>
          <a:spcPct val="87000"/>
        </a:lnSpc>
        <a:spcBef>
          <a:spcPct val="0"/>
        </a:spcBef>
        <a:spcAft>
          <a:spcPct val="0"/>
        </a:spcAft>
        <a:defRPr sz="2400" b="1">
          <a:solidFill>
            <a:schemeClr val="tx2"/>
          </a:solidFill>
          <a:latin typeface="Arial" charset="0"/>
        </a:defRPr>
      </a:lvl3pPr>
      <a:lvl4pPr algn="l" rtl="0" eaLnBrk="0" fontAlgn="base" hangingPunct="0">
        <a:lnSpc>
          <a:spcPct val="87000"/>
        </a:lnSpc>
        <a:spcBef>
          <a:spcPct val="0"/>
        </a:spcBef>
        <a:spcAft>
          <a:spcPct val="0"/>
        </a:spcAft>
        <a:defRPr sz="2400" b="1">
          <a:solidFill>
            <a:schemeClr val="tx2"/>
          </a:solidFill>
          <a:latin typeface="Arial" charset="0"/>
        </a:defRPr>
      </a:lvl4pPr>
      <a:lvl5pPr algn="l" rtl="0" eaLnBrk="0" fontAlgn="base" hangingPunct="0">
        <a:lnSpc>
          <a:spcPct val="87000"/>
        </a:lnSpc>
        <a:spcBef>
          <a:spcPct val="0"/>
        </a:spcBef>
        <a:spcAft>
          <a:spcPct val="0"/>
        </a:spcAft>
        <a:defRPr sz="2400" b="1">
          <a:solidFill>
            <a:schemeClr val="tx2"/>
          </a:solidFill>
          <a:latin typeface="Arial" charset="0"/>
        </a:defRPr>
      </a:lvl5pPr>
      <a:lvl6pPr marL="457200" algn="l" rtl="0" eaLnBrk="0" fontAlgn="base" hangingPunct="0">
        <a:lnSpc>
          <a:spcPct val="87000"/>
        </a:lnSpc>
        <a:spcBef>
          <a:spcPct val="0"/>
        </a:spcBef>
        <a:spcAft>
          <a:spcPct val="0"/>
        </a:spcAft>
        <a:defRPr sz="2400" b="1">
          <a:solidFill>
            <a:schemeClr val="tx2"/>
          </a:solidFill>
          <a:latin typeface="Arial" charset="0"/>
        </a:defRPr>
      </a:lvl6pPr>
      <a:lvl7pPr marL="914400" algn="l" rtl="0" eaLnBrk="0" fontAlgn="base" hangingPunct="0">
        <a:lnSpc>
          <a:spcPct val="87000"/>
        </a:lnSpc>
        <a:spcBef>
          <a:spcPct val="0"/>
        </a:spcBef>
        <a:spcAft>
          <a:spcPct val="0"/>
        </a:spcAft>
        <a:defRPr sz="2400" b="1">
          <a:solidFill>
            <a:schemeClr val="tx2"/>
          </a:solidFill>
          <a:latin typeface="Arial" charset="0"/>
        </a:defRPr>
      </a:lvl7pPr>
      <a:lvl8pPr marL="1371600" algn="l" rtl="0" eaLnBrk="0" fontAlgn="base" hangingPunct="0">
        <a:lnSpc>
          <a:spcPct val="87000"/>
        </a:lnSpc>
        <a:spcBef>
          <a:spcPct val="0"/>
        </a:spcBef>
        <a:spcAft>
          <a:spcPct val="0"/>
        </a:spcAft>
        <a:defRPr sz="2400" b="1">
          <a:solidFill>
            <a:schemeClr val="tx2"/>
          </a:solidFill>
          <a:latin typeface="Arial" charset="0"/>
        </a:defRPr>
      </a:lvl8pPr>
      <a:lvl9pPr marL="1828800" algn="l" rtl="0" eaLnBrk="0" fontAlgn="base" hangingPunct="0">
        <a:lnSpc>
          <a:spcPct val="87000"/>
        </a:lnSpc>
        <a:spcBef>
          <a:spcPct val="0"/>
        </a:spcBef>
        <a:spcAft>
          <a:spcPct val="0"/>
        </a:spcAft>
        <a:defRPr sz="2400" b="1">
          <a:solidFill>
            <a:schemeClr val="tx2"/>
          </a:solidFill>
          <a:latin typeface="Arial" charset="0"/>
        </a:defRPr>
      </a:lvl9pPr>
    </p:titleStyle>
    <p:bodyStyle>
      <a:lvl1pPr marL="203200" indent="-203200" algn="l" rtl="0" eaLnBrk="0" fontAlgn="base" hangingPunct="0">
        <a:lnSpc>
          <a:spcPct val="75000"/>
        </a:lnSpc>
        <a:spcBef>
          <a:spcPct val="65000"/>
        </a:spcBef>
        <a:spcAft>
          <a:spcPct val="0"/>
        </a:spcAft>
        <a:buSzPct val="100000"/>
        <a:buFont typeface="Arial" charset="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Font typeface="Courier New" pitchFamily="49" charset="0"/>
        <a:buChar char="o"/>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Font typeface="Wingdings" pitchFamily="2" charset="2"/>
        <a:buChar char="Ø"/>
        <a:defRPr sz="2400" b="1">
          <a:solidFill>
            <a:schemeClr val="tx1"/>
          </a:solidFill>
          <a:latin typeface="+mn-lt"/>
        </a:defRPr>
      </a:lvl3pPr>
      <a:lvl4pPr marL="1714500" indent="-342900" algn="l" rtl="0" eaLnBrk="0" fontAlgn="base" hangingPunct="0">
        <a:spcBef>
          <a:spcPct val="20000"/>
        </a:spcBef>
        <a:spcAft>
          <a:spcPct val="0"/>
        </a:spcAft>
        <a:buChar char="–"/>
        <a:defRPr sz="2000">
          <a:solidFill>
            <a:schemeClr val="tx1"/>
          </a:solidFill>
          <a:latin typeface="Times New Roman" charset="0"/>
        </a:defRPr>
      </a:lvl4pPr>
      <a:lvl5pPr marL="2171700" indent="-342900" algn="l" rtl="0" eaLnBrk="0" fontAlgn="base" hangingPunct="0">
        <a:spcBef>
          <a:spcPct val="20000"/>
        </a:spcBef>
        <a:spcAft>
          <a:spcPct val="0"/>
        </a:spcAft>
        <a:buChar char="»"/>
        <a:defRPr sz="2000">
          <a:solidFill>
            <a:schemeClr val="tx1"/>
          </a:solidFill>
          <a:latin typeface="Times New Roman" charset="0"/>
        </a:defRPr>
      </a:lvl5pPr>
      <a:lvl6pPr marL="2628900" indent="-342900" algn="l" rtl="0" fontAlgn="base">
        <a:spcBef>
          <a:spcPct val="20000"/>
        </a:spcBef>
        <a:spcAft>
          <a:spcPct val="0"/>
        </a:spcAft>
        <a:buChar char="»"/>
        <a:defRPr sz="2000">
          <a:solidFill>
            <a:schemeClr val="tx1"/>
          </a:solidFill>
          <a:latin typeface="Times New Roman" charset="0"/>
        </a:defRPr>
      </a:lvl6pPr>
      <a:lvl7pPr marL="3086100" indent="-342900" algn="l" rtl="0" fontAlgn="base">
        <a:spcBef>
          <a:spcPct val="20000"/>
        </a:spcBef>
        <a:spcAft>
          <a:spcPct val="0"/>
        </a:spcAft>
        <a:buChar char="»"/>
        <a:defRPr sz="2000">
          <a:solidFill>
            <a:schemeClr val="tx1"/>
          </a:solidFill>
          <a:latin typeface="Times New Roman" charset="0"/>
        </a:defRPr>
      </a:lvl7pPr>
      <a:lvl8pPr marL="3543300" indent="-342900" algn="l" rtl="0" fontAlgn="base">
        <a:spcBef>
          <a:spcPct val="20000"/>
        </a:spcBef>
        <a:spcAft>
          <a:spcPct val="0"/>
        </a:spcAft>
        <a:buChar char="»"/>
        <a:defRPr sz="2000">
          <a:solidFill>
            <a:schemeClr val="tx1"/>
          </a:solidFill>
          <a:latin typeface="Times New Roman" charset="0"/>
        </a:defRPr>
      </a:lvl8pPr>
      <a:lvl9pPr marL="4000500" indent="-342900" algn="l" rtl="0" fontAlgn="base">
        <a:spcBef>
          <a:spcPct val="20000"/>
        </a:spcBef>
        <a:spcAft>
          <a:spcPct val="0"/>
        </a:spcAft>
        <a:buChar char="»"/>
        <a:defRPr sz="2000">
          <a:solidFill>
            <a:schemeClr val="tx1"/>
          </a:solidFill>
          <a:latin typeface="Times New Roman"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00101" y="393701"/>
            <a:ext cx="602729" cy="292259"/>
          </a:xfrm>
          <a:prstGeom prst="rect">
            <a:avLst/>
          </a:prstGeom>
          <a:noFill/>
          <a:ln w="12700">
            <a:noFill/>
            <a:miter lim="800000"/>
            <a:headEnd/>
            <a:tailEnd/>
          </a:ln>
        </p:spPr>
        <p:txBody>
          <a:bodyPr vert="horz" wrap="none" lIns="63500" tIns="25400" rIns="63500" bIns="25400" numCol="1" anchor="t" anchorCtr="0" compatLnSpc="1">
            <a:prstTxWarp prst="textNoShape">
              <a:avLst/>
            </a:prstTxWarp>
            <a:spAutoFit/>
          </a:bodyPr>
          <a:lstStyle/>
          <a:p>
            <a:pPr lvl="0"/>
            <a:r>
              <a:rPr lang="en-US"/>
              <a:t>Title</a:t>
            </a:r>
          </a:p>
        </p:txBody>
      </p:sp>
      <p:sp>
        <p:nvSpPr>
          <p:cNvPr id="1027" name="Rectangle 5"/>
          <p:cNvSpPr>
            <a:spLocks noGrp="1" noChangeArrowheads="1"/>
          </p:cNvSpPr>
          <p:nvPr>
            <p:ph type="body" idx="1"/>
          </p:nvPr>
        </p:nvSpPr>
        <p:spPr bwMode="auto">
          <a:xfrm>
            <a:off x="685800" y="1143000"/>
            <a:ext cx="7848600" cy="2031838"/>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a:t>This is our 1st Level Bullet</a:t>
            </a:r>
          </a:p>
          <a:p>
            <a:pPr lvl="1"/>
            <a:r>
              <a:rPr lang="en-US"/>
              <a:t>This is our 2nd level bullet</a:t>
            </a:r>
          </a:p>
          <a:p>
            <a:pPr lvl="2"/>
            <a:r>
              <a:rPr lang="en-US"/>
              <a:t>This is our 3rd level bullet</a:t>
            </a:r>
          </a:p>
          <a:p>
            <a:pPr lvl="0"/>
            <a:r>
              <a:rPr lang="en-US"/>
              <a:t>This is our next 1st Level Bullet</a:t>
            </a:r>
          </a:p>
          <a:p>
            <a:pPr lvl="1"/>
            <a:r>
              <a:rPr lang="en-US"/>
              <a:t>This is our 2nd level bullet</a:t>
            </a:r>
          </a:p>
          <a:p>
            <a:pPr lvl="2"/>
            <a:r>
              <a:rPr lang="en-US"/>
              <a:t>This is our 3rd level bullet</a:t>
            </a:r>
          </a:p>
        </p:txBody>
      </p:sp>
      <p:sp>
        <p:nvSpPr>
          <p:cNvPr id="1030" name="Line 6"/>
          <p:cNvSpPr>
            <a:spLocks noChangeShapeType="1"/>
          </p:cNvSpPr>
          <p:nvPr userDrawn="1"/>
        </p:nvSpPr>
        <p:spPr bwMode="auto">
          <a:xfrm>
            <a:off x="609600" y="990600"/>
            <a:ext cx="8001000" cy="0"/>
          </a:xfrm>
          <a:prstGeom prst="line">
            <a:avLst/>
          </a:prstGeom>
          <a:noFill/>
          <a:ln w="57150" cmpd="thickThin">
            <a:solidFill>
              <a:schemeClr val="tx1"/>
            </a:solidFill>
            <a:round/>
            <a:headEnd/>
            <a:tailEnd/>
          </a:ln>
          <a:effectLst/>
        </p:spPr>
        <p:txBody>
          <a:bodyPr/>
          <a:lstStyle/>
          <a:p>
            <a:pPr>
              <a:defRPr/>
            </a:pPr>
            <a:endParaRPr lang="en-IN">
              <a:solidFill>
                <a:srgbClr val="FC0128"/>
              </a:solidFill>
              <a:latin typeface="Arial"/>
            </a:endParaRPr>
          </a:p>
        </p:txBody>
      </p:sp>
      <p:sp>
        <p:nvSpPr>
          <p:cNvPr id="1031" name="Text Box 7"/>
          <p:cNvSpPr txBox="1">
            <a:spLocks noChangeArrowheads="1"/>
          </p:cNvSpPr>
          <p:nvPr userDrawn="1"/>
        </p:nvSpPr>
        <p:spPr bwMode="auto">
          <a:xfrm>
            <a:off x="6537326" y="6437313"/>
            <a:ext cx="2225675" cy="366712"/>
          </a:xfrm>
          <a:prstGeom prst="rect">
            <a:avLst/>
          </a:prstGeom>
          <a:noFill/>
          <a:ln w="12700">
            <a:noFill/>
            <a:miter lim="800000"/>
            <a:headEnd/>
            <a:tailEnd/>
          </a:ln>
          <a:effectLst/>
        </p:spPr>
        <p:txBody>
          <a:bodyPr>
            <a:spAutoFit/>
          </a:bodyPr>
          <a:lstStyle/>
          <a:p>
            <a:pPr>
              <a:defRPr/>
            </a:pPr>
            <a:endParaRPr lang="en-US">
              <a:solidFill>
                <a:srgbClr val="FC0128"/>
              </a:solidFill>
              <a:latin typeface="Arial"/>
            </a:endParaRPr>
          </a:p>
        </p:txBody>
      </p:sp>
      <p:pic>
        <p:nvPicPr>
          <p:cNvPr id="7"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6096000"/>
            <a:ext cx="9144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3944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rtl="0" eaLnBrk="0" fontAlgn="base" hangingPunct="0">
        <a:lnSpc>
          <a:spcPct val="87000"/>
        </a:lnSpc>
        <a:spcBef>
          <a:spcPct val="0"/>
        </a:spcBef>
        <a:spcAft>
          <a:spcPct val="0"/>
        </a:spcAft>
        <a:defRPr sz="1800" b="1">
          <a:solidFill>
            <a:schemeClr val="tx2"/>
          </a:solidFill>
          <a:latin typeface="+mj-lt"/>
          <a:ea typeface="+mj-ea"/>
          <a:cs typeface="+mj-cs"/>
        </a:defRPr>
      </a:lvl1pPr>
      <a:lvl2pPr algn="l" rtl="0" eaLnBrk="0" fontAlgn="base" hangingPunct="0">
        <a:lnSpc>
          <a:spcPct val="87000"/>
        </a:lnSpc>
        <a:spcBef>
          <a:spcPct val="0"/>
        </a:spcBef>
        <a:spcAft>
          <a:spcPct val="0"/>
        </a:spcAft>
        <a:defRPr sz="1800" b="1">
          <a:solidFill>
            <a:schemeClr val="tx2"/>
          </a:solidFill>
          <a:latin typeface="Arial" charset="0"/>
        </a:defRPr>
      </a:lvl2pPr>
      <a:lvl3pPr algn="l" rtl="0" eaLnBrk="0" fontAlgn="base" hangingPunct="0">
        <a:lnSpc>
          <a:spcPct val="87000"/>
        </a:lnSpc>
        <a:spcBef>
          <a:spcPct val="0"/>
        </a:spcBef>
        <a:spcAft>
          <a:spcPct val="0"/>
        </a:spcAft>
        <a:defRPr sz="1800" b="1">
          <a:solidFill>
            <a:schemeClr val="tx2"/>
          </a:solidFill>
          <a:latin typeface="Arial" charset="0"/>
        </a:defRPr>
      </a:lvl3pPr>
      <a:lvl4pPr algn="l" rtl="0" eaLnBrk="0" fontAlgn="base" hangingPunct="0">
        <a:lnSpc>
          <a:spcPct val="87000"/>
        </a:lnSpc>
        <a:spcBef>
          <a:spcPct val="0"/>
        </a:spcBef>
        <a:spcAft>
          <a:spcPct val="0"/>
        </a:spcAft>
        <a:defRPr sz="1800" b="1">
          <a:solidFill>
            <a:schemeClr val="tx2"/>
          </a:solidFill>
          <a:latin typeface="Arial" charset="0"/>
        </a:defRPr>
      </a:lvl4pPr>
      <a:lvl5pPr algn="l" rtl="0" eaLnBrk="0" fontAlgn="base" hangingPunct="0">
        <a:lnSpc>
          <a:spcPct val="87000"/>
        </a:lnSpc>
        <a:spcBef>
          <a:spcPct val="0"/>
        </a:spcBef>
        <a:spcAft>
          <a:spcPct val="0"/>
        </a:spcAft>
        <a:defRPr sz="1800" b="1">
          <a:solidFill>
            <a:schemeClr val="tx2"/>
          </a:solidFill>
          <a:latin typeface="Arial" charset="0"/>
        </a:defRPr>
      </a:lvl5pPr>
      <a:lvl6pPr marL="342900" algn="l" rtl="0" eaLnBrk="0" fontAlgn="base" hangingPunct="0">
        <a:lnSpc>
          <a:spcPct val="87000"/>
        </a:lnSpc>
        <a:spcBef>
          <a:spcPct val="0"/>
        </a:spcBef>
        <a:spcAft>
          <a:spcPct val="0"/>
        </a:spcAft>
        <a:defRPr sz="1800" b="1">
          <a:solidFill>
            <a:schemeClr val="tx2"/>
          </a:solidFill>
          <a:latin typeface="Arial" charset="0"/>
        </a:defRPr>
      </a:lvl6pPr>
      <a:lvl7pPr marL="685800" algn="l" rtl="0" eaLnBrk="0" fontAlgn="base" hangingPunct="0">
        <a:lnSpc>
          <a:spcPct val="87000"/>
        </a:lnSpc>
        <a:spcBef>
          <a:spcPct val="0"/>
        </a:spcBef>
        <a:spcAft>
          <a:spcPct val="0"/>
        </a:spcAft>
        <a:defRPr sz="1800" b="1">
          <a:solidFill>
            <a:schemeClr val="tx2"/>
          </a:solidFill>
          <a:latin typeface="Arial" charset="0"/>
        </a:defRPr>
      </a:lvl7pPr>
      <a:lvl8pPr marL="1028700" algn="l" rtl="0" eaLnBrk="0" fontAlgn="base" hangingPunct="0">
        <a:lnSpc>
          <a:spcPct val="87000"/>
        </a:lnSpc>
        <a:spcBef>
          <a:spcPct val="0"/>
        </a:spcBef>
        <a:spcAft>
          <a:spcPct val="0"/>
        </a:spcAft>
        <a:defRPr sz="1800" b="1">
          <a:solidFill>
            <a:schemeClr val="tx2"/>
          </a:solidFill>
          <a:latin typeface="Arial" charset="0"/>
        </a:defRPr>
      </a:lvl8pPr>
      <a:lvl9pPr marL="1371600" algn="l" rtl="0" eaLnBrk="0" fontAlgn="base" hangingPunct="0">
        <a:lnSpc>
          <a:spcPct val="87000"/>
        </a:lnSpc>
        <a:spcBef>
          <a:spcPct val="0"/>
        </a:spcBef>
        <a:spcAft>
          <a:spcPct val="0"/>
        </a:spcAft>
        <a:defRPr sz="1800" b="1">
          <a:solidFill>
            <a:schemeClr val="tx2"/>
          </a:solidFill>
          <a:latin typeface="Arial" charset="0"/>
        </a:defRPr>
      </a:lvl9pPr>
    </p:titleStyle>
    <p:bodyStyle>
      <a:lvl1pPr marL="152400" indent="-152400" algn="l" rtl="0" eaLnBrk="0" fontAlgn="base" hangingPunct="0">
        <a:lnSpc>
          <a:spcPct val="75000"/>
        </a:lnSpc>
        <a:spcBef>
          <a:spcPct val="65000"/>
        </a:spcBef>
        <a:spcAft>
          <a:spcPct val="0"/>
        </a:spcAft>
        <a:buSzPct val="100000"/>
        <a:buFont typeface="Arial" charset="0"/>
        <a:buChar char="•"/>
        <a:defRPr sz="1800" b="1">
          <a:solidFill>
            <a:schemeClr val="tx1"/>
          </a:solidFill>
          <a:latin typeface="+mn-lt"/>
          <a:ea typeface="+mn-ea"/>
          <a:cs typeface="+mn-cs"/>
        </a:defRPr>
      </a:lvl1pPr>
      <a:lvl2pPr marL="514350" indent="-142875" algn="l" rtl="0" eaLnBrk="0" fontAlgn="base" hangingPunct="0">
        <a:lnSpc>
          <a:spcPct val="85000"/>
        </a:lnSpc>
        <a:spcBef>
          <a:spcPct val="40000"/>
        </a:spcBef>
        <a:spcAft>
          <a:spcPct val="0"/>
        </a:spcAft>
        <a:buSzPct val="100000"/>
        <a:buFont typeface="Courier New" pitchFamily="49" charset="0"/>
        <a:buChar char="o"/>
        <a:defRPr sz="1800" b="1">
          <a:solidFill>
            <a:schemeClr val="tx1"/>
          </a:solidFill>
          <a:latin typeface="+mn-lt"/>
        </a:defRPr>
      </a:lvl2pPr>
      <a:lvl3pPr marL="942975" indent="-257175" algn="l" rtl="0" eaLnBrk="0" fontAlgn="base" hangingPunct="0">
        <a:lnSpc>
          <a:spcPct val="85000"/>
        </a:lnSpc>
        <a:spcBef>
          <a:spcPct val="40000"/>
        </a:spcBef>
        <a:spcAft>
          <a:spcPct val="0"/>
        </a:spcAft>
        <a:buSzPct val="100000"/>
        <a:buFont typeface="Wingdings" pitchFamily="2" charset="2"/>
        <a:buChar char="Ø"/>
        <a:defRPr sz="1800" b="1">
          <a:solidFill>
            <a:schemeClr val="tx1"/>
          </a:solidFill>
          <a:latin typeface="+mn-lt"/>
        </a:defRPr>
      </a:lvl3pPr>
      <a:lvl4pPr marL="1285875" indent="-257175" algn="l" rtl="0" eaLnBrk="0" fontAlgn="base" hangingPunct="0">
        <a:spcBef>
          <a:spcPct val="20000"/>
        </a:spcBef>
        <a:spcAft>
          <a:spcPct val="0"/>
        </a:spcAft>
        <a:buChar char="–"/>
        <a:defRPr sz="1500">
          <a:solidFill>
            <a:schemeClr val="tx1"/>
          </a:solidFill>
          <a:latin typeface="Times New Roman" charset="0"/>
        </a:defRPr>
      </a:lvl4pPr>
      <a:lvl5pPr marL="1628775" indent="-257175" algn="l" rtl="0" eaLnBrk="0" fontAlgn="base" hangingPunct="0">
        <a:spcBef>
          <a:spcPct val="20000"/>
        </a:spcBef>
        <a:spcAft>
          <a:spcPct val="0"/>
        </a:spcAft>
        <a:buChar char="»"/>
        <a:defRPr sz="1500">
          <a:solidFill>
            <a:schemeClr val="tx1"/>
          </a:solidFill>
          <a:latin typeface="Times New Roman" charset="0"/>
        </a:defRPr>
      </a:lvl5pPr>
      <a:lvl6pPr marL="1971675" indent="-257175" algn="l" rtl="0" fontAlgn="base">
        <a:spcBef>
          <a:spcPct val="20000"/>
        </a:spcBef>
        <a:spcAft>
          <a:spcPct val="0"/>
        </a:spcAft>
        <a:buChar char="»"/>
        <a:defRPr sz="1500">
          <a:solidFill>
            <a:schemeClr val="tx1"/>
          </a:solidFill>
          <a:latin typeface="Times New Roman" charset="0"/>
        </a:defRPr>
      </a:lvl6pPr>
      <a:lvl7pPr marL="2314575" indent="-257175" algn="l" rtl="0" fontAlgn="base">
        <a:spcBef>
          <a:spcPct val="20000"/>
        </a:spcBef>
        <a:spcAft>
          <a:spcPct val="0"/>
        </a:spcAft>
        <a:buChar char="»"/>
        <a:defRPr sz="1500">
          <a:solidFill>
            <a:schemeClr val="tx1"/>
          </a:solidFill>
          <a:latin typeface="Times New Roman" charset="0"/>
        </a:defRPr>
      </a:lvl7pPr>
      <a:lvl8pPr marL="2657475" indent="-257175" algn="l" rtl="0" fontAlgn="base">
        <a:spcBef>
          <a:spcPct val="20000"/>
        </a:spcBef>
        <a:spcAft>
          <a:spcPct val="0"/>
        </a:spcAft>
        <a:buChar char="»"/>
        <a:defRPr sz="1500">
          <a:solidFill>
            <a:schemeClr val="tx1"/>
          </a:solidFill>
          <a:latin typeface="Times New Roman" charset="0"/>
        </a:defRPr>
      </a:lvl8pPr>
      <a:lvl9pPr marL="3000375" indent="-257175" algn="l" rtl="0" fontAlgn="base">
        <a:spcBef>
          <a:spcPct val="20000"/>
        </a:spcBef>
        <a:spcAft>
          <a:spcPct val="0"/>
        </a:spcAft>
        <a:buChar char="»"/>
        <a:defRPr sz="1500">
          <a:solidFill>
            <a:schemeClr val="tx1"/>
          </a:solidFill>
          <a:latin typeface="Times New Roman" charset="0"/>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7.w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2"/>
          <p:cNvSpPr>
            <a:spLocks noGrp="1"/>
          </p:cNvSpPr>
          <p:nvPr>
            <p:ph type="ctrTitle"/>
          </p:nvPr>
        </p:nvSpPr>
        <p:spPr>
          <a:xfrm>
            <a:off x="685800" y="1096962"/>
            <a:ext cx="7772400" cy="4541837"/>
          </a:xfrm>
        </p:spPr>
        <p:txBody>
          <a:bodyPr/>
          <a:lstStyle/>
          <a:p>
            <a:pPr eaLnBrk="1" hangingPunct="1"/>
            <a:br>
              <a:rPr lang="en-US" sz="5400">
                <a:latin typeface="Comic Sans MS" panose="030F0702030302020204" pitchFamily="66" charset="0"/>
              </a:rPr>
            </a:br>
            <a:endParaRPr lang="en-US" sz="5400">
              <a:latin typeface="Comic Sans MS" panose="030F0702030302020204" pitchFamily="66" charset="0"/>
            </a:endParaRPr>
          </a:p>
        </p:txBody>
      </p:sp>
      <p:sp>
        <p:nvSpPr>
          <p:cNvPr id="6147" name="Subtitle 1"/>
          <p:cNvSpPr>
            <a:spLocks noGrp="1"/>
          </p:cNvSpPr>
          <p:nvPr>
            <p:ph type="subTitle" idx="1"/>
          </p:nvPr>
        </p:nvSpPr>
        <p:spPr>
          <a:xfrm>
            <a:off x="228600" y="1447800"/>
            <a:ext cx="8610600" cy="3932359"/>
          </a:xfrm>
        </p:spPr>
        <p:txBody>
          <a:bodyPr/>
          <a:lstStyle/>
          <a:p>
            <a:pPr eaLnBrk="1" hangingPunct="1"/>
            <a:endParaRPr lang="en-US" sz="2800">
              <a:solidFill>
                <a:srgbClr val="FF0000"/>
              </a:solidFill>
              <a:latin typeface="Comic Sans MS" panose="030F0702030302020204" pitchFamily="66" charset="0"/>
            </a:endParaRPr>
          </a:p>
          <a:p>
            <a:pPr eaLnBrk="1" hangingPunct="1"/>
            <a:r>
              <a:rPr lang="en-US" sz="3200">
                <a:solidFill>
                  <a:srgbClr val="FF0000"/>
                </a:solidFill>
                <a:latin typeface="Times New Roman" panose="02020603050405020304" pitchFamily="18" charset="0"/>
                <a:cs typeface="Times New Roman" panose="02020603050405020304" pitchFamily="18" charset="0"/>
              </a:rPr>
              <a:t>Computer Organization and Architecture</a:t>
            </a:r>
            <a:br>
              <a:rPr lang="en-US" sz="3200">
                <a:solidFill>
                  <a:srgbClr val="FF0000"/>
                </a:solidFill>
                <a:latin typeface="Times New Roman" panose="02020603050405020304" pitchFamily="18" charset="0"/>
                <a:cs typeface="Times New Roman" panose="02020603050405020304" pitchFamily="18" charset="0"/>
              </a:rPr>
            </a:br>
            <a:endParaRPr lang="en-US" sz="3200">
              <a:solidFill>
                <a:srgbClr val="FF0000"/>
              </a:solidFill>
              <a:latin typeface="Times New Roman" panose="02020603050405020304" pitchFamily="18" charset="0"/>
              <a:cs typeface="Times New Roman" panose="02020603050405020304" pitchFamily="18" charset="0"/>
            </a:endParaRPr>
          </a:p>
          <a:p>
            <a:pPr eaLnBrk="1" hangingPunct="1"/>
            <a:r>
              <a:rPr lang="en-US" sz="3200">
                <a:solidFill>
                  <a:srgbClr val="FF0000"/>
                </a:solidFill>
                <a:latin typeface="Times New Roman"/>
                <a:cs typeface="Times New Roman"/>
              </a:rPr>
              <a:t>CSE 2257    </a:t>
            </a:r>
          </a:p>
          <a:p>
            <a:pPr eaLnBrk="1" hangingPunct="1"/>
            <a:endParaRPr lang="en-US" sz="2800">
              <a:solidFill>
                <a:srgbClr val="FF0000"/>
              </a:solidFill>
              <a:latin typeface="Comic Sans MS" panose="030F0702030302020204" pitchFamily="66" charset="0"/>
            </a:endParaRPr>
          </a:p>
          <a:p>
            <a:pPr eaLnBrk="1" hangingPunct="1"/>
            <a:r>
              <a:rPr lang="en-US" sz="2800">
                <a:solidFill>
                  <a:srgbClr val="FF0000"/>
                </a:solidFill>
                <a:latin typeface="Comic Sans MS" panose="030F0702030302020204" pitchFamily="66" charset="0"/>
              </a:rPr>
              <a:t> </a:t>
            </a:r>
          </a:p>
          <a:p>
            <a:pPr eaLnBrk="1" hangingPunct="1"/>
            <a:r>
              <a:rPr lang="en-US" sz="2800" u="sng">
                <a:latin typeface="Times New Roman" panose="02020603050405020304" pitchFamily="18" charset="0"/>
                <a:cs typeface="Times New Roman" panose="02020603050405020304" pitchFamily="18" charset="0"/>
              </a:rPr>
              <a:t>Module-3</a:t>
            </a:r>
            <a:r>
              <a:rPr lang="en-US" sz="2800">
                <a:latin typeface="Times New Roman" panose="02020603050405020304" pitchFamily="18" charset="0"/>
                <a:cs typeface="Times New Roman" panose="02020603050405020304" pitchFamily="18" charset="0"/>
              </a:rPr>
              <a:t>: </a:t>
            </a:r>
            <a:r>
              <a:rPr lang="en-US" sz="2800" b="0">
                <a:latin typeface="Times New Roman" panose="02020603050405020304" pitchFamily="18" charset="0"/>
                <a:cs typeface="Times New Roman" panose="02020603050405020304" pitchFamily="18" charset="0"/>
              </a:rPr>
              <a:t>Arithmetic Unit</a:t>
            </a:r>
          </a:p>
        </p:txBody>
      </p:sp>
      <p:sp>
        <p:nvSpPr>
          <p:cNvPr id="6148" name="Date Placeholder 3"/>
          <p:cNvSpPr>
            <a:spLocks noGrp="1"/>
          </p:cNvSpPr>
          <p:nvPr>
            <p:ph type="dt" sz="quarter" idx="4294967295"/>
          </p:nvPr>
        </p:nvSpPr>
        <p:spPr bwMode="auto">
          <a:xfrm>
            <a:off x="628650" y="6356350"/>
            <a:ext cx="20574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fontAlgn="base">
              <a:lnSpc>
                <a:spcPct val="100000"/>
              </a:lnSpc>
              <a:spcBef>
                <a:spcPct val="0"/>
              </a:spcBef>
              <a:spcAft>
                <a:spcPct val="0"/>
              </a:spcAft>
              <a:buFontTx/>
              <a:buNone/>
            </a:pPr>
            <a:fld id="{C562573E-AD4A-45E7-BE8B-3417B2F19D5A}" type="datetime2">
              <a:rPr lang="en-US" sz="1200" smtClean="0">
                <a:solidFill>
                  <a:schemeClr val="tx2"/>
                </a:solidFill>
                <a:latin typeface="Garamond" panose="02020404030301010803" pitchFamily="18" charset="0"/>
              </a:rPr>
              <a:t>Thursday, October 30, 2025</a:t>
            </a:fld>
            <a:endParaRPr lang="en-US" sz="1200">
              <a:solidFill>
                <a:schemeClr val="tx2"/>
              </a:solidFill>
              <a:latin typeface="Garamond" panose="02020404030301010803" pitchFamily="18" charset="0"/>
            </a:endParaRPr>
          </a:p>
        </p:txBody>
      </p:sp>
      <p:sp>
        <p:nvSpPr>
          <p:cNvPr id="6149" name="Slide Number Placeholder 4"/>
          <p:cNvSpPr>
            <a:spLocks noGrp="1"/>
          </p:cNvSpPr>
          <p:nvPr>
            <p:ph type="sldNum" sz="quarter" idx="4294967295"/>
          </p:nvPr>
        </p:nvSpPr>
        <p:spPr bwMode="auto">
          <a:xfrm>
            <a:off x="7085013" y="6381750"/>
            <a:ext cx="20574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a:lnSpc>
                <a:spcPct val="100000"/>
              </a:lnSpc>
              <a:spcBef>
                <a:spcPct val="0"/>
              </a:spcBef>
              <a:buFontTx/>
              <a:buNone/>
            </a:pPr>
            <a:fld id="{3FFBFCD9-7663-4034-A21E-E641223CB500}" type="slidenum">
              <a:rPr lang="en-US" sz="1600" smtClean="0">
                <a:solidFill>
                  <a:srgbClr val="FFFFFF"/>
                </a:solidFill>
                <a:latin typeface="Franklin Gothic Book" panose="020B0503020102020204" pitchFamily="34" charset="0"/>
              </a:rPr>
              <a:pPr>
                <a:lnSpc>
                  <a:spcPct val="100000"/>
                </a:lnSpc>
                <a:spcBef>
                  <a:spcPct val="0"/>
                </a:spcBef>
                <a:buFontTx/>
                <a:buNone/>
              </a:pPr>
              <a:t>1</a:t>
            </a:fld>
            <a:endParaRPr lang="en-US" sz="1600">
              <a:solidFill>
                <a:srgbClr val="FFFFFF"/>
              </a:solidFill>
              <a:latin typeface="Franklin Gothic Book" panose="020B0503020102020204" pitchFamily="34" charset="0"/>
            </a:endParaRPr>
          </a:p>
        </p:txBody>
      </p:sp>
      <p:sp>
        <p:nvSpPr>
          <p:cNvPr id="3" name="TextBox 2"/>
          <p:cNvSpPr txBox="1"/>
          <p:nvPr/>
        </p:nvSpPr>
        <p:spPr>
          <a:xfrm>
            <a:off x="628650" y="457200"/>
            <a:ext cx="7905750" cy="692497"/>
          </a:xfrm>
          <a:prstGeom prst="rect">
            <a:avLst/>
          </a:prstGeom>
          <a:noFill/>
        </p:spPr>
        <p:txBody>
          <a:bodyPr wrap="square" rtlCol="0">
            <a:spAutoFit/>
          </a:bodyPr>
          <a:lstStyle/>
          <a:p>
            <a:pPr algn="ctr">
              <a:buFontTx/>
              <a:buNone/>
            </a:pPr>
            <a:r>
              <a:rPr lang="en-US" sz="2000" b="1">
                <a:solidFill>
                  <a:srgbClr val="002060"/>
                </a:solidFill>
                <a:latin typeface="Times New Roman" panose="02020603050405020304" pitchFamily="18" charset="0"/>
                <a:cs typeface="Times New Roman" panose="02020603050405020304" pitchFamily="18" charset="0"/>
              </a:rPr>
              <a:t>PRESIDENCY UNIVERISTY,  BENGALURU, School of Engineering</a:t>
            </a:r>
            <a:endParaRPr lang="en-IN" sz="2000" b="1">
              <a:solidFill>
                <a:srgbClr val="002060"/>
              </a:solidFill>
              <a:latin typeface="Times New Roman" panose="02020603050405020304" pitchFamily="18" charset="0"/>
              <a:cs typeface="Times New Roman" panose="02020603050405020304" pitchFamily="18" charset="0"/>
            </a:endParaRPr>
          </a:p>
          <a:p>
            <a:endParaRPr lang="en-US" sz="1900" b="1"/>
          </a:p>
        </p:txBody>
      </p:sp>
    </p:spTree>
    <p:extLst>
      <p:ext uri="{BB962C8B-B14F-4D97-AF65-F5344CB8AC3E}">
        <p14:creationId xmlns:p14="http://schemas.microsoft.com/office/powerpoint/2010/main" val="591030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6" name="Slide Number Placeholder 2"/>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BB916FE3-5631-4092-9E50-D25DD407D21B}" type="slidenum">
              <a:rPr lang="en-US" altLang="en-US" smtClean="0">
                <a:solidFill>
                  <a:srgbClr val="FFFFFF"/>
                </a:solidFill>
                <a:latin typeface="Franklin Gothic Book" panose="020B0503020102020204" pitchFamily="34" charset="0"/>
              </a:rPr>
              <a:pPr/>
              <a:t>2</a:t>
            </a:fld>
            <a:endParaRPr lang="en-US" altLang="en-US">
              <a:solidFill>
                <a:srgbClr val="FFFFFF"/>
              </a:solidFill>
              <a:latin typeface="Franklin Gothic Book" panose="020B0503020102020204" pitchFamily="34" charset="0"/>
            </a:endParaRPr>
          </a:p>
        </p:txBody>
      </p:sp>
      <p:sp>
        <p:nvSpPr>
          <p:cNvPr id="13317" name="Content Placeholder 4"/>
          <p:cNvSpPr>
            <a:spLocks noGrp="1"/>
          </p:cNvSpPr>
          <p:nvPr>
            <p:ph sz="quarter" idx="1"/>
          </p:nvPr>
        </p:nvSpPr>
        <p:spPr>
          <a:xfrm>
            <a:off x="603250" y="1277679"/>
            <a:ext cx="7931150" cy="5144998"/>
          </a:xfrm>
        </p:spPr>
        <p:txBody>
          <a:bodyPr/>
          <a:lstStyle/>
          <a:p>
            <a:pPr algn="just"/>
            <a:r>
              <a:rPr lang="en-US" altLang="en-US" sz="2000" b="0">
                <a:latin typeface="Comic Sans MS" panose="030F0702030302020204" pitchFamily="66" charset="0"/>
              </a:rPr>
              <a:t>A basic operation in all digital computers is the addition or subtraction of two numbers.</a:t>
            </a:r>
          </a:p>
          <a:p>
            <a:pPr algn="just"/>
            <a:r>
              <a:rPr lang="en-US" altLang="en-US" sz="2000" b="0">
                <a:latin typeface="Comic Sans MS" panose="030F0702030302020204" pitchFamily="66" charset="0"/>
              </a:rPr>
              <a:t>In this chapter we discuss about the logic circuits used to implement arithmetic operations.</a:t>
            </a:r>
          </a:p>
          <a:p>
            <a:pPr algn="just"/>
            <a:r>
              <a:rPr lang="en-US" altLang="en-US" sz="2000" b="0">
                <a:latin typeface="Comic Sans MS" panose="030F0702030302020204" pitchFamily="66" charset="0"/>
              </a:rPr>
              <a:t>The time needed to perform an addition operation affects the processor’s performance.</a:t>
            </a:r>
          </a:p>
          <a:p>
            <a:pPr algn="just"/>
            <a:r>
              <a:rPr lang="en-US" altLang="en-US" sz="2000" b="0">
                <a:latin typeface="Comic Sans MS" panose="030F0702030302020204" pitchFamily="66" charset="0"/>
              </a:rPr>
              <a:t>Multiply and divide operations, which require more </a:t>
            </a:r>
            <a:r>
              <a:rPr lang="en-US" altLang="en-US" sz="2000" b="0">
                <a:solidFill>
                  <a:schemeClr val="accent2">
                    <a:lumMod val="75000"/>
                  </a:schemeClr>
                </a:solidFill>
                <a:latin typeface="Comic Sans MS" panose="030F0702030302020204" pitchFamily="66" charset="0"/>
              </a:rPr>
              <a:t>complex circuitry</a:t>
            </a:r>
            <a:r>
              <a:rPr lang="en-US" altLang="en-US" sz="2000" b="0">
                <a:latin typeface="Comic Sans MS" panose="030F0702030302020204" pitchFamily="66" charset="0"/>
              </a:rPr>
              <a:t> than either addition or subtraction operations, also affect the performance.</a:t>
            </a:r>
          </a:p>
          <a:p>
            <a:pPr algn="just"/>
            <a:r>
              <a:rPr lang="en-US" altLang="en-US" sz="2000" b="0">
                <a:latin typeface="Comic Sans MS" panose="030F0702030302020204" pitchFamily="66" charset="0"/>
              </a:rPr>
              <a:t>In this chapter we discuss about some of the techniques used in modern computers to perform arithmetic operations at high speed.</a:t>
            </a:r>
          </a:p>
          <a:p>
            <a:pPr algn="just"/>
            <a:r>
              <a:rPr lang="en-US" altLang="en-US" sz="2000" b="0">
                <a:latin typeface="Comic Sans MS" panose="030F0702030302020204" pitchFamily="66" charset="0"/>
              </a:rPr>
              <a:t>Compared with arithmetic operations, logic operations are simple to implement using combinational circuits.</a:t>
            </a:r>
          </a:p>
          <a:p>
            <a:pPr algn="just">
              <a:buFont typeface="Wingdings 2" panose="05020102010507070707" pitchFamily="18" charset="2"/>
              <a:buNone/>
            </a:pPr>
            <a:endParaRPr lang="en-US" altLang="en-US" sz="2000" b="0">
              <a:latin typeface="Comic Sans MS" panose="030F0702030302020204" pitchFamily="66" charset="0"/>
            </a:endParaRPr>
          </a:p>
          <a:p>
            <a:pPr algn="just"/>
            <a:endParaRPr lang="en-US" altLang="en-US" sz="2000" b="0">
              <a:latin typeface="Comic Sans MS" panose="030F0702030302020204" pitchFamily="66" charset="0"/>
            </a:endParaRPr>
          </a:p>
        </p:txBody>
      </p:sp>
      <p:sp>
        <p:nvSpPr>
          <p:cNvPr id="13318" name="Title 3"/>
          <p:cNvSpPr>
            <a:spLocks noGrp="1"/>
          </p:cNvSpPr>
          <p:nvPr>
            <p:ph type="title"/>
          </p:nvPr>
        </p:nvSpPr>
        <p:spPr>
          <a:xfrm>
            <a:off x="304800" y="228600"/>
            <a:ext cx="7772400" cy="685800"/>
          </a:xfrm>
        </p:spPr>
        <p:txBody>
          <a:bodyPr/>
          <a:lstStyle/>
          <a:p>
            <a:r>
              <a:rPr lang="en-US" altLang="en-US" sz="3600" i="1">
                <a:solidFill>
                  <a:srgbClr val="FF0000"/>
                </a:solidFill>
                <a:latin typeface="Times New Roman" panose="02020603050405020304" pitchFamily="18" charset="0"/>
                <a:cs typeface="Times New Roman" panose="02020603050405020304" pitchFamily="18" charset="0"/>
              </a:rPr>
              <a:t>                       Introduction </a:t>
            </a:r>
          </a:p>
        </p:txBody>
      </p:sp>
    </p:spTree>
    <p:extLst>
      <p:ext uri="{BB962C8B-B14F-4D97-AF65-F5344CB8AC3E}">
        <p14:creationId xmlns:p14="http://schemas.microsoft.com/office/powerpoint/2010/main" val="3711123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Slide Number Placeholder 2"/>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422DE25C-EFE7-46A9-A0CA-8654DCA2B675}" type="slidenum">
              <a:rPr lang="en-US" altLang="en-US" smtClean="0">
                <a:solidFill>
                  <a:srgbClr val="FFFFFF"/>
                </a:solidFill>
                <a:latin typeface="Franklin Gothic Book" panose="020B0503020102020204" pitchFamily="34" charset="0"/>
              </a:rPr>
              <a:pPr/>
              <a:t>3</a:t>
            </a:fld>
            <a:endParaRPr lang="en-US" altLang="en-US">
              <a:solidFill>
                <a:srgbClr val="FFFFFF"/>
              </a:solidFill>
              <a:latin typeface="Franklin Gothic Book" panose="020B0503020102020204" pitchFamily="34" charset="0"/>
            </a:endParaRPr>
          </a:p>
        </p:txBody>
      </p:sp>
      <p:sp>
        <p:nvSpPr>
          <p:cNvPr id="15365" name="Content Placeholder 2"/>
          <p:cNvSpPr>
            <a:spLocks noGrp="1"/>
          </p:cNvSpPr>
          <p:nvPr>
            <p:ph sz="quarter" idx="1"/>
          </p:nvPr>
        </p:nvSpPr>
        <p:spPr>
          <a:xfrm>
            <a:off x="603250" y="1143001"/>
            <a:ext cx="7931150" cy="2362199"/>
          </a:xfrm>
        </p:spPr>
        <p:txBody>
          <a:bodyPr/>
          <a:lstStyle/>
          <a:p>
            <a:pPr algn="just">
              <a:buFont typeface="Wingdings" panose="05000000000000000000" pitchFamily="2" charset="2"/>
              <a:buChar char="Ø"/>
            </a:pPr>
            <a:r>
              <a:rPr lang="en-US" altLang="en-US" sz="1900" b="0">
                <a:latin typeface="Comic Sans MS" panose="030F0702030302020204" pitchFamily="66" charset="0"/>
              </a:rPr>
              <a:t>Consider the addition of two numbers  X and Y  with  n-bits each.</a:t>
            </a:r>
          </a:p>
          <a:p>
            <a:pPr algn="just">
              <a:buFont typeface="Wingdings" panose="05000000000000000000" pitchFamily="2" charset="2"/>
              <a:buChar char="Ø"/>
            </a:pPr>
            <a:r>
              <a:rPr lang="en-US" altLang="en-US" sz="1900" b="0">
                <a:latin typeface="Comic Sans MS" panose="030F0702030302020204" pitchFamily="66" charset="0"/>
              </a:rPr>
              <a:t>Figure shows the logic truth table for adding equally weighted bits </a:t>
            </a:r>
            <a:r>
              <a:rPr lang="en-US" altLang="en-US" sz="1900" b="0">
                <a:solidFill>
                  <a:srgbClr val="FF0000"/>
                </a:solidFill>
                <a:latin typeface="Comic Sans MS" panose="030F0702030302020204" pitchFamily="66" charset="0"/>
              </a:rPr>
              <a:t>Xi</a:t>
            </a:r>
            <a:r>
              <a:rPr lang="en-US" altLang="en-US" sz="1900" b="0">
                <a:latin typeface="Comic Sans MS" panose="030F0702030302020204" pitchFamily="66" charset="0"/>
              </a:rPr>
              <a:t> and </a:t>
            </a:r>
            <a:r>
              <a:rPr lang="en-US" altLang="en-US" sz="1900" b="0">
                <a:solidFill>
                  <a:srgbClr val="FF0000"/>
                </a:solidFill>
                <a:latin typeface="Comic Sans MS" panose="030F0702030302020204" pitchFamily="66" charset="0"/>
              </a:rPr>
              <a:t>Yi </a:t>
            </a:r>
            <a:r>
              <a:rPr lang="en-US" altLang="en-US" sz="1900" b="0">
                <a:latin typeface="Comic Sans MS" panose="030F0702030302020204" pitchFamily="66" charset="0"/>
              </a:rPr>
              <a:t>in</a:t>
            </a:r>
            <a:r>
              <a:rPr lang="en-US" altLang="en-US" sz="1900" b="0">
                <a:solidFill>
                  <a:srgbClr val="FF0000"/>
                </a:solidFill>
                <a:latin typeface="Comic Sans MS" panose="030F0702030302020204" pitchFamily="66" charset="0"/>
              </a:rPr>
              <a:t> </a:t>
            </a:r>
            <a:r>
              <a:rPr lang="en-US" altLang="en-US" sz="1900" b="0">
                <a:latin typeface="Comic Sans MS" panose="030F0702030302020204" pitchFamily="66" charset="0"/>
              </a:rPr>
              <a:t>two numbers X And Y.</a:t>
            </a:r>
          </a:p>
          <a:p>
            <a:pPr algn="just">
              <a:buFont typeface="Wingdings" panose="05000000000000000000" pitchFamily="2" charset="2"/>
              <a:buChar char="Ø"/>
            </a:pPr>
            <a:r>
              <a:rPr lang="en-US" altLang="en-US" sz="1900" b="0">
                <a:latin typeface="Comic Sans MS" panose="030F0702030302020204" pitchFamily="66" charset="0"/>
              </a:rPr>
              <a:t>The figure also shows the logic expressions for these functions, along with an example of addition of 4-bit unsigned numbers  </a:t>
            </a:r>
            <a:r>
              <a:rPr lang="en-US" altLang="en-US" sz="1900" b="0">
                <a:solidFill>
                  <a:srgbClr val="FF0000"/>
                </a:solidFill>
                <a:latin typeface="Comic Sans MS" panose="030F0702030302020204" pitchFamily="66" charset="0"/>
              </a:rPr>
              <a:t>7 and  6.</a:t>
            </a:r>
          </a:p>
          <a:p>
            <a:pPr algn="just">
              <a:buFont typeface="Wingdings" panose="05000000000000000000" pitchFamily="2" charset="2"/>
              <a:buChar char="Ø"/>
            </a:pPr>
            <a:r>
              <a:rPr lang="en-US" altLang="en-US" sz="1900" b="0">
                <a:latin typeface="Comic Sans MS" panose="030F0702030302020204" pitchFamily="66" charset="0"/>
              </a:rPr>
              <a:t>The logic expression for sum </a:t>
            </a:r>
            <a:r>
              <a:rPr lang="en-US" altLang="en-US" sz="1900" b="0">
                <a:solidFill>
                  <a:srgbClr val="FF0000"/>
                </a:solidFill>
                <a:latin typeface="Comic Sans MS" panose="030F0702030302020204" pitchFamily="66" charset="0"/>
              </a:rPr>
              <a:t>(</a:t>
            </a:r>
            <a:r>
              <a:rPr lang="en-US" altLang="en-US" sz="1900">
                <a:solidFill>
                  <a:srgbClr val="FF0000"/>
                </a:solidFill>
                <a:latin typeface="Comic Sans MS" panose="030F0702030302020204" pitchFamily="66" charset="0"/>
              </a:rPr>
              <a:t>S</a:t>
            </a:r>
            <a:r>
              <a:rPr lang="en-US" altLang="en-US" sz="1900" baseline="-25000">
                <a:solidFill>
                  <a:srgbClr val="FF0000"/>
                </a:solidFill>
                <a:latin typeface="Comic Sans MS" panose="030F0702030302020204" pitchFamily="66" charset="0"/>
              </a:rPr>
              <a:t>i</a:t>
            </a:r>
            <a:r>
              <a:rPr lang="en-US" altLang="en-US" sz="1900" b="0">
                <a:solidFill>
                  <a:srgbClr val="FF0000"/>
                </a:solidFill>
                <a:latin typeface="Comic Sans MS" panose="030F0702030302020204" pitchFamily="66" charset="0"/>
              </a:rPr>
              <a:t>) </a:t>
            </a:r>
            <a:r>
              <a:rPr lang="en-US" altLang="en-US" sz="1900" b="0">
                <a:latin typeface="Comic Sans MS" panose="030F0702030302020204" pitchFamily="66" charset="0"/>
              </a:rPr>
              <a:t>and the carry out function </a:t>
            </a:r>
            <a:r>
              <a:rPr lang="en-US" altLang="en-US" sz="1900" b="0">
                <a:solidFill>
                  <a:srgbClr val="FF0000"/>
                </a:solidFill>
                <a:latin typeface="Comic Sans MS" panose="030F0702030302020204" pitchFamily="66" charset="0"/>
              </a:rPr>
              <a:t>(</a:t>
            </a:r>
            <a:r>
              <a:rPr lang="en-US" altLang="en-US" sz="1900">
                <a:solidFill>
                  <a:srgbClr val="FF0000"/>
                </a:solidFill>
                <a:latin typeface="Comic Sans MS" panose="030F0702030302020204" pitchFamily="66" charset="0"/>
              </a:rPr>
              <a:t>C</a:t>
            </a:r>
            <a:r>
              <a:rPr lang="en-US" altLang="en-US" sz="1900" baseline="-25000">
                <a:solidFill>
                  <a:srgbClr val="FF0000"/>
                </a:solidFill>
                <a:latin typeface="Comic Sans MS" panose="030F0702030302020204" pitchFamily="66" charset="0"/>
              </a:rPr>
              <a:t>i+1</a:t>
            </a:r>
            <a:r>
              <a:rPr lang="en-US" altLang="en-US" sz="1900" b="0">
                <a:solidFill>
                  <a:srgbClr val="FF0000"/>
                </a:solidFill>
                <a:latin typeface="Comic Sans MS" panose="030F0702030302020204" pitchFamily="66" charset="0"/>
              </a:rPr>
              <a:t>) </a:t>
            </a:r>
            <a:r>
              <a:rPr lang="en-US" altLang="en-US" sz="1900" b="0">
                <a:latin typeface="Comic Sans MS" panose="030F0702030302020204" pitchFamily="66" charset="0"/>
              </a:rPr>
              <a:t>are shown in the figure.</a:t>
            </a:r>
          </a:p>
          <a:p>
            <a:pPr algn="just">
              <a:buFont typeface="Wingdings" panose="05000000000000000000" pitchFamily="2" charset="2"/>
              <a:buChar char="Ø"/>
            </a:pPr>
            <a:endParaRPr lang="en-US" altLang="en-US" sz="1900" b="0">
              <a:latin typeface="Comic Sans MS" panose="030F0702030302020204" pitchFamily="66" charset="0"/>
            </a:endParaRPr>
          </a:p>
        </p:txBody>
      </p:sp>
      <p:sp>
        <p:nvSpPr>
          <p:cNvPr id="15366" name="Title 5"/>
          <p:cNvSpPr>
            <a:spLocks noGrp="1"/>
          </p:cNvSpPr>
          <p:nvPr>
            <p:ph type="title"/>
          </p:nvPr>
        </p:nvSpPr>
        <p:spPr>
          <a:xfrm>
            <a:off x="609600" y="411163"/>
            <a:ext cx="8039100" cy="503237"/>
          </a:xfrm>
        </p:spPr>
        <p:txBody>
          <a:bodyPr/>
          <a:lstStyle/>
          <a:p>
            <a:r>
              <a:rPr lang="en-US" altLang="en-US" sz="3200">
                <a:solidFill>
                  <a:srgbClr val="FF0000"/>
                </a:solidFill>
              </a:rPr>
              <a:t>Addition And Subtraction Of Two Numbers</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600450"/>
            <a:ext cx="7772400"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4634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Slide Number Placeholder 2"/>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C52492F9-980A-4910-8A6B-D1BD0827A2CC}" type="slidenum">
              <a:rPr lang="en-US" altLang="en-US" smtClean="0">
                <a:solidFill>
                  <a:srgbClr val="FFFFFF"/>
                </a:solidFill>
                <a:latin typeface="Franklin Gothic Book" panose="020B0503020102020204" pitchFamily="34" charset="0"/>
              </a:rPr>
              <a:pPr/>
              <a:t>4</a:t>
            </a:fld>
            <a:endParaRPr lang="en-US" altLang="en-US">
              <a:solidFill>
                <a:srgbClr val="FFFFFF"/>
              </a:solidFill>
              <a:latin typeface="Franklin Gothic Book" panose="020B0503020102020204" pitchFamily="34" charset="0"/>
            </a:endParaRPr>
          </a:p>
        </p:txBody>
      </p:sp>
      <p:sp>
        <p:nvSpPr>
          <p:cNvPr id="17413" name="Content Placeholder 5"/>
          <p:cNvSpPr>
            <a:spLocks noGrp="1"/>
          </p:cNvSpPr>
          <p:nvPr>
            <p:ph sz="quarter" idx="1"/>
          </p:nvPr>
        </p:nvSpPr>
        <p:spPr/>
        <p:txBody>
          <a:bodyPr/>
          <a:lstStyle/>
          <a:p>
            <a:endParaRPr lang="en-IN" altLang="en-US"/>
          </a:p>
        </p:txBody>
      </p:sp>
      <p:pic>
        <p:nvPicPr>
          <p:cNvPr id="174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57200"/>
            <a:ext cx="82296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3730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Slide Number Placeholder 2"/>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00F91A9E-B2D7-4E7A-9591-1F5940D4F401}" type="slidenum">
              <a:rPr lang="en-US" altLang="en-US" smtClean="0">
                <a:solidFill>
                  <a:srgbClr val="FFFFFF"/>
                </a:solidFill>
                <a:latin typeface="Franklin Gothic Book" panose="020B0503020102020204" pitchFamily="34" charset="0"/>
              </a:rPr>
              <a:pPr/>
              <a:t>5</a:t>
            </a:fld>
            <a:endParaRPr lang="en-US" altLang="en-US">
              <a:solidFill>
                <a:srgbClr val="FFFFFF"/>
              </a:solidFill>
              <a:latin typeface="Franklin Gothic Book" panose="020B0503020102020204" pitchFamily="34" charset="0"/>
            </a:endParaRPr>
          </a:p>
        </p:txBody>
      </p:sp>
      <p:sp>
        <p:nvSpPr>
          <p:cNvPr id="18437" name="Content Placeholder 4"/>
          <p:cNvSpPr>
            <a:spLocks noGrp="1"/>
          </p:cNvSpPr>
          <p:nvPr>
            <p:ph sz="quarter" idx="1"/>
          </p:nvPr>
        </p:nvSpPr>
        <p:spPr>
          <a:xfrm>
            <a:off x="603249" y="1143964"/>
            <a:ext cx="7931151" cy="5028236"/>
          </a:xfrm>
        </p:spPr>
        <p:txBody>
          <a:bodyPr/>
          <a:lstStyle/>
          <a:p>
            <a:pPr algn="just">
              <a:buFont typeface="Wingdings 2" panose="05020102010507070707" pitchFamily="18" charset="2"/>
              <a:buNone/>
            </a:pPr>
            <a:r>
              <a:rPr lang="en-US" altLang="en-US" sz="1900" b="0" u="sng" dirty="0">
                <a:solidFill>
                  <a:srgbClr val="FF0000"/>
                </a:solidFill>
                <a:latin typeface="Comic Sans MS" panose="030F0702030302020204" pitchFamily="66" charset="0"/>
                <a:cs typeface="Times New Roman" panose="02020603050405020304" pitchFamily="18" charset="0"/>
              </a:rPr>
              <a:t>FULL ADDER:</a:t>
            </a:r>
          </a:p>
          <a:p>
            <a:pPr algn="just">
              <a:buFont typeface="Wingdings" panose="05000000000000000000" pitchFamily="2" charset="2"/>
              <a:buChar char="Ø"/>
            </a:pPr>
            <a:r>
              <a:rPr lang="en-US" altLang="en-US" sz="1900" b="0" dirty="0">
                <a:latin typeface="Comic Sans MS" panose="030F0702030302020204" pitchFamily="66" charset="0"/>
                <a:cs typeface="Times New Roman" panose="02020603050405020304" pitchFamily="18" charset="0"/>
              </a:rPr>
              <a:t>The circuit which performs the addition of three bits  is a Full Adder.</a:t>
            </a:r>
          </a:p>
          <a:p>
            <a:pPr algn="just">
              <a:buFont typeface="Wingdings" panose="05000000000000000000" pitchFamily="2" charset="2"/>
              <a:buChar char="Ø"/>
            </a:pPr>
            <a:r>
              <a:rPr lang="en-US" altLang="en-US" sz="1900" b="0" dirty="0">
                <a:latin typeface="Comic Sans MS" panose="030F0702030302020204" pitchFamily="66" charset="0"/>
                <a:cs typeface="Times New Roman" panose="02020603050405020304" pitchFamily="18" charset="0"/>
              </a:rPr>
              <a:t>It consists of three inputs and two outputs.</a:t>
            </a:r>
          </a:p>
          <a:p>
            <a:pPr algn="just">
              <a:buFont typeface="Wingdings 2" panose="05020102010507070707" pitchFamily="18" charset="2"/>
              <a:buNone/>
            </a:pPr>
            <a:r>
              <a:rPr lang="en-US" altLang="en-US" sz="1900" b="0" dirty="0">
                <a:latin typeface="Comic Sans MS" panose="030F0702030302020204" pitchFamily="66" charset="0"/>
                <a:cs typeface="Times New Roman" panose="02020603050405020304" pitchFamily="18" charset="0"/>
              </a:rPr>
              <a:t>      </a:t>
            </a:r>
            <a:r>
              <a:rPr lang="en-US" altLang="en-US" sz="1900" b="0" i="1" u="sng" dirty="0">
                <a:solidFill>
                  <a:srgbClr val="FF0000"/>
                </a:solidFill>
                <a:latin typeface="Comic Sans MS" panose="030F0702030302020204" pitchFamily="66" charset="0"/>
                <a:cs typeface="Times New Roman" panose="02020603050405020304" pitchFamily="18" charset="0"/>
              </a:rPr>
              <a:t>INPUTS:</a:t>
            </a:r>
          </a:p>
          <a:p>
            <a:pPr algn="just">
              <a:buFont typeface="Wingdings 2" panose="05020102010507070707" pitchFamily="18" charset="2"/>
              <a:buNone/>
            </a:pPr>
            <a:r>
              <a:rPr lang="en-US" altLang="en-US" sz="1900" b="0" dirty="0">
                <a:latin typeface="Comic Sans MS" panose="030F0702030302020204" pitchFamily="66" charset="0"/>
                <a:cs typeface="Times New Roman" panose="02020603050405020304" pitchFamily="18" charset="0"/>
              </a:rPr>
              <a:t>         Xi</a:t>
            </a:r>
            <a:r>
              <a:rPr lang="en-US" altLang="en-US" sz="1900" b="0" dirty="0">
                <a:latin typeface="Comic Sans MS" panose="030F0702030302020204" pitchFamily="66" charset="0"/>
                <a:cs typeface="Times New Roman" panose="02020603050405020304" pitchFamily="18" charset="0"/>
                <a:sym typeface="Wingdings" panose="05000000000000000000" pitchFamily="2" charset="2"/>
              </a:rPr>
              <a:t>, </a:t>
            </a:r>
            <a:r>
              <a:rPr lang="en-US" altLang="en-US" sz="1900" b="0" dirty="0" err="1">
                <a:latin typeface="Comic Sans MS" panose="030F0702030302020204" pitchFamily="66" charset="0"/>
                <a:cs typeface="Times New Roman" panose="02020603050405020304" pitchFamily="18" charset="0"/>
                <a:sym typeface="Wingdings" panose="05000000000000000000" pitchFamily="2" charset="2"/>
              </a:rPr>
              <a:t>yi</a:t>
            </a:r>
            <a:r>
              <a:rPr lang="en-US" altLang="en-US" sz="1900" b="0" dirty="0">
                <a:latin typeface="Comic Sans MS" panose="030F0702030302020204" pitchFamily="66" charset="0"/>
                <a:cs typeface="Times New Roman" panose="02020603050405020304" pitchFamily="18" charset="0"/>
                <a:sym typeface="Wingdings" panose="05000000000000000000" pitchFamily="2" charset="2"/>
              </a:rPr>
              <a:t> and ci are the three inputs of  full adder.</a:t>
            </a:r>
          </a:p>
          <a:p>
            <a:pPr algn="just">
              <a:buFont typeface="Wingdings 2" panose="05020102010507070707" pitchFamily="18" charset="2"/>
              <a:buNone/>
            </a:pPr>
            <a:r>
              <a:rPr lang="en-US" altLang="en-US" sz="1900" b="0" dirty="0">
                <a:latin typeface="Comic Sans MS" panose="030F0702030302020204" pitchFamily="66" charset="0"/>
                <a:cs typeface="Times New Roman" panose="02020603050405020304" pitchFamily="18" charset="0"/>
                <a:sym typeface="Wingdings" panose="05000000000000000000" pitchFamily="2" charset="2"/>
              </a:rPr>
              <a:t>       </a:t>
            </a:r>
            <a:r>
              <a:rPr lang="en-US" altLang="en-US" sz="1900" b="0" i="1" u="sng" dirty="0">
                <a:solidFill>
                  <a:srgbClr val="FF0000"/>
                </a:solidFill>
                <a:latin typeface="Comic Sans MS" panose="030F0702030302020204" pitchFamily="66" charset="0"/>
                <a:cs typeface="Times New Roman" panose="02020603050405020304" pitchFamily="18" charset="0"/>
                <a:sym typeface="Wingdings" panose="05000000000000000000" pitchFamily="2" charset="2"/>
              </a:rPr>
              <a:t>OUTPUTS:</a:t>
            </a:r>
          </a:p>
          <a:p>
            <a:pPr algn="just">
              <a:buFont typeface="Wingdings 2" panose="05020102010507070707" pitchFamily="18" charset="2"/>
              <a:buNone/>
            </a:pPr>
            <a:r>
              <a:rPr lang="en-US" altLang="en-US" sz="1900" b="0" dirty="0">
                <a:latin typeface="Comic Sans MS" panose="030F0702030302020204" pitchFamily="66" charset="0"/>
                <a:cs typeface="Times New Roman" panose="02020603050405020304" pitchFamily="18" charset="0"/>
                <a:sym typeface="Wingdings" panose="05000000000000000000" pitchFamily="2" charset="2"/>
              </a:rPr>
              <a:t>          Si and Ci+1 are the two outputs of full adder.</a:t>
            </a:r>
          </a:p>
          <a:p>
            <a:pPr algn="just">
              <a:buFont typeface="Wingdings" panose="05000000000000000000" pitchFamily="2" charset="2"/>
              <a:buChar char="Ø"/>
            </a:pPr>
            <a:r>
              <a:rPr lang="en-US" altLang="en-US" sz="1900" b="0" dirty="0">
                <a:latin typeface="Comic Sans MS" panose="030F0702030302020204" pitchFamily="66" charset="0"/>
                <a:cs typeface="Times New Roman" panose="02020603050405020304" pitchFamily="18" charset="0"/>
                <a:sym typeface="Wingdings" panose="05000000000000000000" pitchFamily="2" charset="2"/>
              </a:rPr>
              <a:t>Block diagram of full adder is shown in the figure.</a:t>
            </a:r>
          </a:p>
          <a:p>
            <a:pPr algn="just">
              <a:buFont typeface="Wingdings" panose="05000000000000000000" pitchFamily="2" charset="2"/>
              <a:buChar char="Ø"/>
            </a:pPr>
            <a:r>
              <a:rPr lang="en-US" altLang="en-US" sz="1900" b="0" dirty="0">
                <a:latin typeface="Comic Sans MS" panose="030F0702030302020204" pitchFamily="66" charset="0"/>
                <a:cs typeface="Times New Roman" panose="02020603050405020304" pitchFamily="18" charset="0"/>
              </a:rPr>
              <a:t>A cascaded connection of </a:t>
            </a:r>
            <a:r>
              <a:rPr lang="en-US" altLang="en-US" sz="1900" b="0" dirty="0">
                <a:solidFill>
                  <a:srgbClr val="FF0000"/>
                </a:solidFill>
                <a:latin typeface="Comic Sans MS" panose="030F0702030302020204" pitchFamily="66" charset="0"/>
                <a:cs typeface="Times New Roman" panose="02020603050405020304" pitchFamily="18" charset="0"/>
              </a:rPr>
              <a:t>n  full adder blocks </a:t>
            </a:r>
            <a:r>
              <a:rPr lang="en-US" altLang="en-US" sz="1900" b="0" dirty="0">
                <a:latin typeface="Comic Sans MS" panose="030F0702030302020204" pitchFamily="66" charset="0"/>
                <a:cs typeface="Times New Roman" panose="02020603050405020304" pitchFamily="18" charset="0"/>
              </a:rPr>
              <a:t>can be used to add </a:t>
            </a:r>
            <a:r>
              <a:rPr lang="en-US" altLang="en-US" sz="1900" b="0" dirty="0">
                <a:solidFill>
                  <a:srgbClr val="FF0000"/>
                </a:solidFill>
                <a:latin typeface="Comic Sans MS" panose="030F0702030302020204" pitchFamily="66" charset="0"/>
                <a:cs typeface="Times New Roman" panose="02020603050405020304" pitchFamily="18" charset="0"/>
              </a:rPr>
              <a:t>two n-bit numbers</a:t>
            </a:r>
            <a:r>
              <a:rPr lang="en-US" altLang="en-US" sz="1900" b="0" dirty="0">
                <a:latin typeface="Comic Sans MS" panose="030F0702030302020204" pitchFamily="66" charset="0"/>
                <a:cs typeface="Times New Roman" panose="02020603050405020304" pitchFamily="18" charset="0"/>
              </a:rPr>
              <a:t>. Since the carries must propagate or ripple through this cascade, the configuration is called an n-bit ripple-carry adder.</a:t>
            </a:r>
          </a:p>
          <a:p>
            <a:pPr algn="just">
              <a:buFont typeface="Wingdings" panose="05000000000000000000" pitchFamily="2" charset="2"/>
              <a:buChar char="Ø"/>
            </a:pPr>
            <a:r>
              <a:rPr lang="en-US" altLang="en-US" sz="1900" b="0" dirty="0">
                <a:latin typeface="Comic Sans MS" panose="030F0702030302020204" pitchFamily="66" charset="0"/>
                <a:cs typeface="Times New Roman" panose="02020603050405020304" pitchFamily="18" charset="0"/>
              </a:rPr>
              <a:t>A cascaded connection of </a:t>
            </a:r>
            <a:r>
              <a:rPr lang="en-US" altLang="en-US" sz="1900" b="0" dirty="0">
                <a:solidFill>
                  <a:srgbClr val="FF0000"/>
                </a:solidFill>
                <a:latin typeface="Comic Sans MS" panose="030F0702030302020204" pitchFamily="66" charset="0"/>
                <a:cs typeface="Times New Roman" panose="02020603050405020304" pitchFamily="18" charset="0"/>
              </a:rPr>
              <a:t>K n-bit adders </a:t>
            </a:r>
            <a:r>
              <a:rPr lang="en-US" altLang="en-US" sz="1900" b="0" dirty="0">
                <a:latin typeface="Comic Sans MS" panose="030F0702030302020204" pitchFamily="66" charset="0"/>
                <a:cs typeface="Times New Roman" panose="02020603050405020304" pitchFamily="18" charset="0"/>
              </a:rPr>
              <a:t>can be used to add </a:t>
            </a:r>
            <a:r>
              <a:rPr lang="en-US" altLang="en-US" sz="1900" b="0" dirty="0">
                <a:solidFill>
                  <a:srgbClr val="FF0000"/>
                </a:solidFill>
                <a:latin typeface="Comic Sans MS" panose="030F0702030302020204" pitchFamily="66" charset="0"/>
                <a:cs typeface="Times New Roman" panose="02020603050405020304" pitchFamily="18" charset="0"/>
              </a:rPr>
              <a:t>k n-bit numbers</a:t>
            </a:r>
            <a:r>
              <a:rPr lang="en-US" altLang="en-US" sz="1900" b="0" dirty="0">
                <a:latin typeface="Comic Sans MS" panose="030F0702030302020204" pitchFamily="66" charset="0"/>
                <a:cs typeface="Times New Roman" panose="02020603050405020304" pitchFamily="18" charset="0"/>
              </a:rPr>
              <a:t>.</a:t>
            </a:r>
          </a:p>
          <a:p>
            <a:pPr algn="just">
              <a:buFont typeface="Wingdings" panose="05000000000000000000" pitchFamily="2" charset="2"/>
              <a:buChar char="Ø"/>
            </a:pPr>
            <a:endParaRPr lang="en-US" altLang="en-US" sz="1900" b="0" dirty="0">
              <a:latin typeface="Comic Sans MS" panose="030F0702030302020204" pitchFamily="66" charset="0"/>
              <a:cs typeface="Times New Roman" panose="02020603050405020304" pitchFamily="18" charset="0"/>
            </a:endParaRPr>
          </a:p>
        </p:txBody>
      </p:sp>
      <p:sp>
        <p:nvSpPr>
          <p:cNvPr id="2" name="TextBox 1"/>
          <p:cNvSpPr txBox="1"/>
          <p:nvPr/>
        </p:nvSpPr>
        <p:spPr>
          <a:xfrm>
            <a:off x="603249" y="502098"/>
            <a:ext cx="2514600" cy="646331"/>
          </a:xfrm>
          <a:prstGeom prst="rect">
            <a:avLst/>
          </a:prstGeom>
          <a:noFill/>
        </p:spPr>
        <p:txBody>
          <a:bodyPr wrap="square" rtlCol="0">
            <a:spAutoFit/>
          </a:bodyPr>
          <a:lstStyle/>
          <a:p>
            <a:r>
              <a:rPr lang="en-US" sz="3600" dirty="0">
                <a:latin typeface="Comic Sans MS" panose="030F0702030302020204" pitchFamily="66" charset="0"/>
              </a:rPr>
              <a:t>Adder</a:t>
            </a:r>
          </a:p>
        </p:txBody>
      </p:sp>
    </p:spTree>
    <p:extLst>
      <p:ext uri="{BB962C8B-B14F-4D97-AF65-F5344CB8AC3E}">
        <p14:creationId xmlns:p14="http://schemas.microsoft.com/office/powerpoint/2010/main" val="1532343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Slide Number Placeholder 2"/>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17498365-0D05-4600-ABA7-D051518052FE}" type="slidenum">
              <a:rPr lang="en-US" altLang="en-US" smtClean="0">
                <a:solidFill>
                  <a:srgbClr val="FFFFFF"/>
                </a:solidFill>
                <a:latin typeface="Franklin Gothic Book" panose="020B0503020102020204" pitchFamily="34" charset="0"/>
              </a:rPr>
              <a:pPr/>
              <a:t>6</a:t>
            </a:fld>
            <a:endParaRPr lang="en-US" altLang="en-US" dirty="0">
              <a:solidFill>
                <a:srgbClr val="FFFFFF"/>
              </a:solidFill>
              <a:latin typeface="Franklin Gothic Book" panose="020B0503020102020204" pitchFamily="34" charset="0"/>
            </a:endParaRPr>
          </a:p>
        </p:txBody>
      </p:sp>
      <p:sp>
        <p:nvSpPr>
          <p:cNvPr id="19461" name="Content Placeholder 5"/>
          <p:cNvSpPr>
            <a:spLocks noGrp="1"/>
          </p:cNvSpPr>
          <p:nvPr>
            <p:ph sz="quarter" idx="1"/>
          </p:nvPr>
        </p:nvSpPr>
        <p:spPr/>
        <p:txBody>
          <a:bodyPr/>
          <a:lstStyle/>
          <a:p>
            <a:endParaRPr lang="en-IN" altLang="en-US" dirty="0"/>
          </a:p>
        </p:txBody>
      </p:sp>
      <p:pic>
        <p:nvPicPr>
          <p:cNvPr id="194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626" y="695632"/>
            <a:ext cx="8406580" cy="552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4079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Slide Number Placeholder 2"/>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840EAFDD-3FD3-456D-A7A5-48874205E0E8}" type="slidenum">
              <a:rPr lang="en-US" altLang="en-US" smtClean="0">
                <a:solidFill>
                  <a:srgbClr val="FFFFFF"/>
                </a:solidFill>
                <a:latin typeface="Franklin Gothic Book" panose="020B0503020102020204" pitchFamily="34" charset="0"/>
              </a:rPr>
              <a:pPr/>
              <a:t>7</a:t>
            </a:fld>
            <a:endParaRPr lang="en-US" altLang="en-US">
              <a:solidFill>
                <a:srgbClr val="FFFFFF"/>
              </a:solidFill>
              <a:latin typeface="Franklin Gothic Book" panose="020B0503020102020204" pitchFamily="34" charset="0"/>
            </a:endParaRPr>
          </a:p>
        </p:txBody>
      </p:sp>
      <p:sp>
        <p:nvSpPr>
          <p:cNvPr id="20485" name="Content Placeholder 5"/>
          <p:cNvSpPr>
            <a:spLocks noGrp="1"/>
          </p:cNvSpPr>
          <p:nvPr>
            <p:ph sz="quarter" idx="1"/>
          </p:nvPr>
        </p:nvSpPr>
        <p:spPr/>
        <p:txBody>
          <a:bodyPr/>
          <a:lstStyle/>
          <a:p>
            <a:endParaRPr lang="en-IN" altLang="en-US"/>
          </a:p>
        </p:txBody>
      </p:sp>
      <p:pic>
        <p:nvPicPr>
          <p:cNvPr id="204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990600"/>
            <a:ext cx="8229600" cy="503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2991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Slide Number Placeholder 2"/>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17ED59EF-7783-4602-8FEB-7A824E0365B6}" type="slidenum">
              <a:rPr lang="en-US" altLang="en-US" smtClean="0">
                <a:solidFill>
                  <a:srgbClr val="FFFFFF"/>
                </a:solidFill>
                <a:latin typeface="Franklin Gothic Book" panose="020B0503020102020204" pitchFamily="34" charset="0"/>
              </a:rPr>
              <a:pPr/>
              <a:t>8</a:t>
            </a:fld>
            <a:endParaRPr lang="en-US" altLang="en-US">
              <a:solidFill>
                <a:srgbClr val="FFFFFF"/>
              </a:solidFill>
              <a:latin typeface="Franklin Gothic Book" panose="020B0503020102020204" pitchFamily="34" charset="0"/>
            </a:endParaRPr>
          </a:p>
        </p:txBody>
      </p:sp>
      <p:grpSp>
        <p:nvGrpSpPr>
          <p:cNvPr id="25606" name="Group 19"/>
          <p:cNvGrpSpPr>
            <a:grpSpLocks/>
          </p:cNvGrpSpPr>
          <p:nvPr/>
        </p:nvGrpSpPr>
        <p:grpSpPr bwMode="auto">
          <a:xfrm>
            <a:off x="1509713" y="1524000"/>
            <a:ext cx="2828925" cy="2328863"/>
            <a:chOff x="521" y="740"/>
            <a:chExt cx="1782" cy="1467"/>
          </a:xfrm>
        </p:grpSpPr>
        <p:grpSp>
          <p:nvGrpSpPr>
            <p:cNvPr id="25684" name="Group 15"/>
            <p:cNvGrpSpPr>
              <a:grpSpLocks/>
            </p:cNvGrpSpPr>
            <p:nvPr/>
          </p:nvGrpSpPr>
          <p:grpSpPr bwMode="auto">
            <a:xfrm>
              <a:off x="521" y="740"/>
              <a:ext cx="1782" cy="1467"/>
              <a:chOff x="661" y="850"/>
              <a:chExt cx="1782" cy="1467"/>
            </a:xfrm>
          </p:grpSpPr>
          <p:sp>
            <p:nvSpPr>
              <p:cNvPr id="25686" name="Rectangle 3"/>
              <p:cNvSpPr>
                <a:spLocks noChangeAspect="1" noChangeArrowheads="1"/>
              </p:cNvSpPr>
              <p:nvPr/>
            </p:nvSpPr>
            <p:spPr bwMode="auto">
              <a:xfrm>
                <a:off x="1092" y="1326"/>
                <a:ext cx="910" cy="545"/>
              </a:xfrm>
              <a:prstGeom prst="rect">
                <a:avLst/>
              </a:prstGeom>
              <a:noFill/>
              <a:ln w="14351">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US" altLang="en-US">
                  <a:latin typeface="Cambria" panose="02040503050406030204" pitchFamily="18" charset="0"/>
                </a:endParaRPr>
              </a:p>
            </p:txBody>
          </p:sp>
          <p:sp>
            <p:nvSpPr>
              <p:cNvPr id="25687" name="Line 5"/>
              <p:cNvSpPr>
                <a:spLocks noChangeShapeType="1"/>
              </p:cNvSpPr>
              <p:nvPr/>
            </p:nvSpPr>
            <p:spPr bwMode="auto">
              <a:xfrm flipV="1">
                <a:off x="1304" y="1077"/>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5688" name="Line 6"/>
              <p:cNvSpPr>
                <a:spLocks noChangeShapeType="1"/>
              </p:cNvSpPr>
              <p:nvPr/>
            </p:nvSpPr>
            <p:spPr bwMode="auto">
              <a:xfrm flipV="1">
                <a:off x="1767" y="1069"/>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5689" name="Line 7"/>
              <p:cNvSpPr>
                <a:spLocks noChangeShapeType="1"/>
              </p:cNvSpPr>
              <p:nvPr/>
            </p:nvSpPr>
            <p:spPr bwMode="auto">
              <a:xfrm flipV="1">
                <a:off x="1538" y="1888"/>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5690" name="Line 8"/>
              <p:cNvSpPr>
                <a:spLocks noChangeShapeType="1"/>
              </p:cNvSpPr>
              <p:nvPr/>
            </p:nvSpPr>
            <p:spPr bwMode="auto">
              <a:xfrm rot="5400000" flipH="1" flipV="1">
                <a:off x="963" y="1491"/>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5691" name="Line 9"/>
              <p:cNvSpPr>
                <a:spLocks noChangeShapeType="1"/>
              </p:cNvSpPr>
              <p:nvPr/>
            </p:nvSpPr>
            <p:spPr bwMode="auto">
              <a:xfrm rot="5400000" flipH="1" flipV="1">
                <a:off x="2138" y="1472"/>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5692" name="Text Box 10"/>
              <p:cNvSpPr txBox="1">
                <a:spLocks noChangeArrowheads="1"/>
              </p:cNvSpPr>
              <p:nvPr/>
            </p:nvSpPr>
            <p:spPr bwMode="auto">
              <a:xfrm>
                <a:off x="1219" y="868"/>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x</a:t>
                </a:r>
                <a:r>
                  <a:rPr lang="en-US" altLang="en-US" i="1" baseline="-25000">
                    <a:latin typeface="Cambria" panose="02040503050406030204" pitchFamily="18" charset="0"/>
                  </a:rPr>
                  <a:t>0</a:t>
                </a:r>
                <a:endParaRPr lang="en-US" altLang="en-US" i="1">
                  <a:latin typeface="Cambria" panose="02040503050406030204" pitchFamily="18" charset="0"/>
                </a:endParaRPr>
              </a:p>
            </p:txBody>
          </p:sp>
          <p:sp>
            <p:nvSpPr>
              <p:cNvPr id="25693" name="Text Box 11"/>
              <p:cNvSpPr txBox="1">
                <a:spLocks noChangeArrowheads="1"/>
              </p:cNvSpPr>
              <p:nvPr/>
            </p:nvSpPr>
            <p:spPr bwMode="auto">
              <a:xfrm>
                <a:off x="1690" y="850"/>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y</a:t>
                </a:r>
                <a:r>
                  <a:rPr lang="en-US" altLang="en-US" i="1" baseline="-25000">
                    <a:latin typeface="Cambria" panose="02040503050406030204" pitchFamily="18" charset="0"/>
                  </a:rPr>
                  <a:t>0</a:t>
                </a:r>
                <a:endParaRPr lang="en-US" altLang="en-US" i="1">
                  <a:latin typeface="Cambria" panose="02040503050406030204" pitchFamily="18" charset="0"/>
                </a:endParaRPr>
              </a:p>
            </p:txBody>
          </p:sp>
          <p:sp>
            <p:nvSpPr>
              <p:cNvPr id="25694" name="Text Box 12"/>
              <p:cNvSpPr txBox="1">
                <a:spLocks noChangeArrowheads="1"/>
              </p:cNvSpPr>
              <p:nvPr/>
            </p:nvSpPr>
            <p:spPr bwMode="auto">
              <a:xfrm>
                <a:off x="2215" y="1487"/>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c</a:t>
                </a:r>
                <a:r>
                  <a:rPr lang="en-US" altLang="en-US" i="1" baseline="-25000">
                    <a:latin typeface="Cambria" panose="02040503050406030204" pitchFamily="18" charset="0"/>
                  </a:rPr>
                  <a:t>0</a:t>
                </a:r>
                <a:endParaRPr lang="en-US" altLang="en-US" i="1">
                  <a:latin typeface="Cambria" panose="02040503050406030204" pitchFamily="18" charset="0"/>
                </a:endParaRPr>
              </a:p>
            </p:txBody>
          </p:sp>
          <p:sp>
            <p:nvSpPr>
              <p:cNvPr id="25695" name="Text Box 13"/>
              <p:cNvSpPr txBox="1">
                <a:spLocks noChangeArrowheads="1"/>
              </p:cNvSpPr>
              <p:nvPr/>
            </p:nvSpPr>
            <p:spPr bwMode="auto">
              <a:xfrm>
                <a:off x="661" y="1468"/>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c</a:t>
                </a:r>
                <a:r>
                  <a:rPr lang="en-US" altLang="en-US" i="1" baseline="-25000">
                    <a:latin typeface="Cambria" panose="02040503050406030204" pitchFamily="18" charset="0"/>
                  </a:rPr>
                  <a:t>1</a:t>
                </a:r>
                <a:endParaRPr lang="en-US" altLang="en-US" i="1">
                  <a:latin typeface="Cambria" panose="02040503050406030204" pitchFamily="18" charset="0"/>
                </a:endParaRPr>
              </a:p>
            </p:txBody>
          </p:sp>
          <p:sp>
            <p:nvSpPr>
              <p:cNvPr id="25696" name="Text Box 14"/>
              <p:cNvSpPr txBox="1">
                <a:spLocks noChangeArrowheads="1"/>
              </p:cNvSpPr>
              <p:nvPr/>
            </p:nvSpPr>
            <p:spPr bwMode="auto">
              <a:xfrm>
                <a:off x="1460" y="2086"/>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s</a:t>
                </a:r>
                <a:r>
                  <a:rPr lang="en-US" altLang="en-US" i="1" baseline="-25000">
                    <a:latin typeface="Cambria" panose="02040503050406030204" pitchFamily="18" charset="0"/>
                  </a:rPr>
                  <a:t>0</a:t>
                </a:r>
                <a:endParaRPr lang="en-US" altLang="en-US" i="1">
                  <a:latin typeface="Cambria" panose="02040503050406030204" pitchFamily="18" charset="0"/>
                </a:endParaRPr>
              </a:p>
            </p:txBody>
          </p:sp>
        </p:grpSp>
        <p:sp>
          <p:nvSpPr>
            <p:cNvPr id="25685" name="Text Box 17"/>
            <p:cNvSpPr txBox="1">
              <a:spLocks noChangeArrowheads="1"/>
            </p:cNvSpPr>
            <p:nvPr/>
          </p:nvSpPr>
          <p:spPr bwMode="auto">
            <a:xfrm>
              <a:off x="1259" y="1366"/>
              <a:ext cx="3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latin typeface="Cambria" panose="02040503050406030204" pitchFamily="18" charset="0"/>
                </a:rPr>
                <a:t>FA</a:t>
              </a:r>
            </a:p>
          </p:txBody>
        </p:sp>
      </p:grpSp>
      <p:grpSp>
        <p:nvGrpSpPr>
          <p:cNvPr id="25607" name="Group 21"/>
          <p:cNvGrpSpPr>
            <a:grpSpLocks/>
          </p:cNvGrpSpPr>
          <p:nvPr/>
        </p:nvGrpSpPr>
        <p:grpSpPr bwMode="auto">
          <a:xfrm>
            <a:off x="3757613" y="4035425"/>
            <a:ext cx="4654550" cy="1982788"/>
            <a:chOff x="3757613" y="4035425"/>
            <a:chExt cx="4654550" cy="1982788"/>
          </a:xfrm>
        </p:grpSpPr>
        <p:sp>
          <p:nvSpPr>
            <p:cNvPr id="25612" name="Rectangle 164"/>
            <p:cNvSpPr>
              <a:spLocks noChangeArrowheads="1"/>
            </p:cNvSpPr>
            <p:nvPr/>
          </p:nvSpPr>
          <p:spPr bwMode="auto">
            <a:xfrm>
              <a:off x="3757613" y="4073525"/>
              <a:ext cx="4654550" cy="1944688"/>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endParaRPr lang="en-US" altLang="en-US">
                <a:latin typeface="Cambria" panose="02040503050406030204" pitchFamily="18" charset="0"/>
              </a:endParaRPr>
            </a:p>
          </p:txBody>
        </p:sp>
        <p:sp>
          <p:nvSpPr>
            <p:cNvPr id="25613" name="Freeform 95"/>
            <p:cNvSpPr>
              <a:spLocks/>
            </p:cNvSpPr>
            <p:nvPr/>
          </p:nvSpPr>
          <p:spPr bwMode="auto">
            <a:xfrm>
              <a:off x="6661150" y="4603750"/>
              <a:ext cx="331788" cy="317500"/>
            </a:xfrm>
            <a:custGeom>
              <a:avLst/>
              <a:gdLst>
                <a:gd name="T0" fmla="*/ 2147483646 w 24"/>
                <a:gd name="T1" fmla="*/ 0 h 24"/>
                <a:gd name="T2" fmla="*/ 2147483646 w 24"/>
                <a:gd name="T3" fmla="*/ 2147483646 h 24"/>
                <a:gd name="T4" fmla="*/ 2147483646 w 24"/>
                <a:gd name="T5" fmla="*/ 2147483646 h 24"/>
                <a:gd name="T6" fmla="*/ 2147483646 w 24"/>
                <a:gd name="T7" fmla="*/ 2147483646 h 24"/>
                <a:gd name="T8" fmla="*/ 0 w 24"/>
                <a:gd name="T9" fmla="*/ 2147483646 h 24"/>
                <a:gd name="T10" fmla="*/ 2147483646 w 24"/>
                <a:gd name="T11" fmla="*/ 2147483646 h 24"/>
                <a:gd name="T12" fmla="*/ 2147483646 w 24"/>
                <a:gd name="T13" fmla="*/ 2147483646 h 24"/>
                <a:gd name="T14" fmla="*/ 2147483646 w 24"/>
                <a:gd name="T15" fmla="*/ 2147483646 h 24"/>
                <a:gd name="T16" fmla="*/ 2147483646 w 24"/>
                <a:gd name="T17" fmla="*/ 2147483646 h 24"/>
                <a:gd name="T18" fmla="*/ 2147483646 w 24"/>
                <a:gd name="T19" fmla="*/ 2147483646 h 24"/>
                <a:gd name="T20" fmla="*/ 2147483646 w 24"/>
                <a:gd name="T21" fmla="*/ 2147483646 h 24"/>
                <a:gd name="T22" fmla="*/ 2147483646 w 24"/>
                <a:gd name="T23" fmla="*/ 2147483646 h 24"/>
                <a:gd name="T24" fmla="*/ 2147483646 w 24"/>
                <a:gd name="T25" fmla="*/ 2147483646 h 24"/>
                <a:gd name="T26" fmla="*/ 2147483646 w 24"/>
                <a:gd name="T27" fmla="*/ 2147483646 h 24"/>
                <a:gd name="T28" fmla="*/ 2147483646 w 24"/>
                <a:gd name="T29" fmla="*/ 2147483646 h 24"/>
                <a:gd name="T30" fmla="*/ 2147483646 w 24"/>
                <a:gd name="T31" fmla="*/ 2147483646 h 24"/>
                <a:gd name="T32" fmla="*/ 2147483646 w 24"/>
                <a:gd name="T33" fmla="*/ 0 h 2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
                <a:gd name="T52" fmla="*/ 0 h 24"/>
                <a:gd name="T53" fmla="*/ 24 w 24"/>
                <a:gd name="T54" fmla="*/ 24 h 2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 h="24">
                  <a:moveTo>
                    <a:pt x="12" y="0"/>
                  </a:moveTo>
                  <a:lnTo>
                    <a:pt x="7" y="1"/>
                  </a:lnTo>
                  <a:lnTo>
                    <a:pt x="4" y="4"/>
                  </a:lnTo>
                  <a:lnTo>
                    <a:pt x="1" y="7"/>
                  </a:lnTo>
                  <a:lnTo>
                    <a:pt x="0" y="12"/>
                  </a:lnTo>
                  <a:lnTo>
                    <a:pt x="1" y="16"/>
                  </a:lnTo>
                  <a:lnTo>
                    <a:pt x="4" y="20"/>
                  </a:lnTo>
                  <a:lnTo>
                    <a:pt x="7" y="23"/>
                  </a:lnTo>
                  <a:lnTo>
                    <a:pt x="12" y="24"/>
                  </a:lnTo>
                  <a:lnTo>
                    <a:pt x="16" y="23"/>
                  </a:lnTo>
                  <a:lnTo>
                    <a:pt x="20" y="20"/>
                  </a:lnTo>
                  <a:lnTo>
                    <a:pt x="23" y="16"/>
                  </a:lnTo>
                  <a:lnTo>
                    <a:pt x="24" y="12"/>
                  </a:lnTo>
                  <a:lnTo>
                    <a:pt x="23" y="7"/>
                  </a:lnTo>
                  <a:lnTo>
                    <a:pt x="20" y="4"/>
                  </a:lnTo>
                  <a:lnTo>
                    <a:pt x="16" y="1"/>
                  </a:lnTo>
                  <a:lnTo>
                    <a:pt x="12"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14" name="Line 96"/>
            <p:cNvSpPr>
              <a:spLocks noChangeShapeType="1"/>
            </p:cNvSpPr>
            <p:nvPr/>
          </p:nvSpPr>
          <p:spPr bwMode="auto">
            <a:xfrm flipH="1">
              <a:off x="6424613" y="4852988"/>
              <a:ext cx="193675" cy="1587"/>
            </a:xfrm>
            <a:prstGeom prst="line">
              <a:avLst/>
            </a:prstGeom>
            <a:noFill/>
            <a:ln w="14288">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5" name="Line 97"/>
            <p:cNvSpPr>
              <a:spLocks noChangeShapeType="1"/>
            </p:cNvSpPr>
            <p:nvPr/>
          </p:nvSpPr>
          <p:spPr bwMode="auto">
            <a:xfrm flipH="1">
              <a:off x="6424613" y="4852988"/>
              <a:ext cx="193675" cy="15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6" name="Line 98"/>
            <p:cNvSpPr>
              <a:spLocks noChangeShapeType="1"/>
            </p:cNvSpPr>
            <p:nvPr/>
          </p:nvSpPr>
          <p:spPr bwMode="auto">
            <a:xfrm flipH="1">
              <a:off x="6424613" y="4672013"/>
              <a:ext cx="193675" cy="1587"/>
            </a:xfrm>
            <a:prstGeom prst="line">
              <a:avLst/>
            </a:prstGeom>
            <a:noFill/>
            <a:ln w="14288">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7" name="Line 99"/>
            <p:cNvSpPr>
              <a:spLocks noChangeShapeType="1"/>
            </p:cNvSpPr>
            <p:nvPr/>
          </p:nvSpPr>
          <p:spPr bwMode="auto">
            <a:xfrm flipH="1">
              <a:off x="6424613" y="4672013"/>
              <a:ext cx="193675" cy="15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8" name="Freeform 100"/>
            <p:cNvSpPr>
              <a:spLocks/>
            </p:cNvSpPr>
            <p:nvPr/>
          </p:nvSpPr>
          <p:spPr bwMode="auto">
            <a:xfrm>
              <a:off x="6673850" y="5110163"/>
              <a:ext cx="331788" cy="311150"/>
            </a:xfrm>
            <a:custGeom>
              <a:avLst/>
              <a:gdLst>
                <a:gd name="T0" fmla="*/ 2147483646 w 24"/>
                <a:gd name="T1" fmla="*/ 0 h 24"/>
                <a:gd name="T2" fmla="*/ 2147483646 w 24"/>
                <a:gd name="T3" fmla="*/ 2147483646 h 24"/>
                <a:gd name="T4" fmla="*/ 2147483646 w 24"/>
                <a:gd name="T5" fmla="*/ 2147483646 h 24"/>
                <a:gd name="T6" fmla="*/ 2147483646 w 24"/>
                <a:gd name="T7" fmla="*/ 2147483646 h 24"/>
                <a:gd name="T8" fmla="*/ 0 w 24"/>
                <a:gd name="T9" fmla="*/ 2147483646 h 24"/>
                <a:gd name="T10" fmla="*/ 2147483646 w 24"/>
                <a:gd name="T11" fmla="*/ 2147483646 h 24"/>
                <a:gd name="T12" fmla="*/ 2147483646 w 24"/>
                <a:gd name="T13" fmla="*/ 2147483646 h 24"/>
                <a:gd name="T14" fmla="*/ 2147483646 w 24"/>
                <a:gd name="T15" fmla="*/ 2147483646 h 24"/>
                <a:gd name="T16" fmla="*/ 2147483646 w 24"/>
                <a:gd name="T17" fmla="*/ 2147483646 h 24"/>
                <a:gd name="T18" fmla="*/ 2147483646 w 24"/>
                <a:gd name="T19" fmla="*/ 2147483646 h 24"/>
                <a:gd name="T20" fmla="*/ 2147483646 w 24"/>
                <a:gd name="T21" fmla="*/ 2147483646 h 24"/>
                <a:gd name="T22" fmla="*/ 2147483646 w 24"/>
                <a:gd name="T23" fmla="*/ 2147483646 h 24"/>
                <a:gd name="T24" fmla="*/ 2147483646 w 24"/>
                <a:gd name="T25" fmla="*/ 2147483646 h 24"/>
                <a:gd name="T26" fmla="*/ 2147483646 w 24"/>
                <a:gd name="T27" fmla="*/ 2147483646 h 24"/>
                <a:gd name="T28" fmla="*/ 2147483646 w 24"/>
                <a:gd name="T29" fmla="*/ 2147483646 h 24"/>
                <a:gd name="T30" fmla="*/ 2147483646 w 24"/>
                <a:gd name="T31" fmla="*/ 2147483646 h 24"/>
                <a:gd name="T32" fmla="*/ 2147483646 w 24"/>
                <a:gd name="T33" fmla="*/ 0 h 2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
                <a:gd name="T52" fmla="*/ 0 h 24"/>
                <a:gd name="T53" fmla="*/ 24 w 24"/>
                <a:gd name="T54" fmla="*/ 24 h 2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 h="24">
                  <a:moveTo>
                    <a:pt x="12" y="0"/>
                  </a:moveTo>
                  <a:lnTo>
                    <a:pt x="7" y="1"/>
                  </a:lnTo>
                  <a:lnTo>
                    <a:pt x="4" y="4"/>
                  </a:lnTo>
                  <a:lnTo>
                    <a:pt x="1" y="7"/>
                  </a:lnTo>
                  <a:lnTo>
                    <a:pt x="0" y="12"/>
                  </a:lnTo>
                  <a:lnTo>
                    <a:pt x="1" y="16"/>
                  </a:lnTo>
                  <a:lnTo>
                    <a:pt x="4" y="20"/>
                  </a:lnTo>
                  <a:lnTo>
                    <a:pt x="7" y="23"/>
                  </a:lnTo>
                  <a:lnTo>
                    <a:pt x="12" y="24"/>
                  </a:lnTo>
                  <a:lnTo>
                    <a:pt x="16" y="23"/>
                  </a:lnTo>
                  <a:lnTo>
                    <a:pt x="20" y="20"/>
                  </a:lnTo>
                  <a:lnTo>
                    <a:pt x="23" y="16"/>
                  </a:lnTo>
                  <a:lnTo>
                    <a:pt x="24" y="12"/>
                  </a:lnTo>
                  <a:lnTo>
                    <a:pt x="23" y="7"/>
                  </a:lnTo>
                  <a:lnTo>
                    <a:pt x="20" y="4"/>
                  </a:lnTo>
                  <a:lnTo>
                    <a:pt x="16" y="1"/>
                  </a:lnTo>
                  <a:lnTo>
                    <a:pt x="12"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19" name="Line 101"/>
            <p:cNvSpPr>
              <a:spLocks noChangeShapeType="1"/>
            </p:cNvSpPr>
            <p:nvPr/>
          </p:nvSpPr>
          <p:spPr bwMode="auto">
            <a:xfrm flipH="1">
              <a:off x="6424613" y="5351463"/>
              <a:ext cx="193675" cy="1587"/>
            </a:xfrm>
            <a:prstGeom prst="line">
              <a:avLst/>
            </a:prstGeom>
            <a:noFill/>
            <a:ln w="14288">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0" name="Line 102"/>
            <p:cNvSpPr>
              <a:spLocks noChangeShapeType="1"/>
            </p:cNvSpPr>
            <p:nvPr/>
          </p:nvSpPr>
          <p:spPr bwMode="auto">
            <a:xfrm flipH="1">
              <a:off x="6424613" y="5351463"/>
              <a:ext cx="193675" cy="15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1" name="Line 103"/>
            <p:cNvSpPr>
              <a:spLocks noChangeShapeType="1"/>
            </p:cNvSpPr>
            <p:nvPr/>
          </p:nvSpPr>
          <p:spPr bwMode="auto">
            <a:xfrm flipH="1">
              <a:off x="6424613" y="5170488"/>
              <a:ext cx="193675" cy="1587"/>
            </a:xfrm>
            <a:prstGeom prst="line">
              <a:avLst/>
            </a:prstGeom>
            <a:noFill/>
            <a:ln w="14288">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2" name="Line 104"/>
            <p:cNvSpPr>
              <a:spLocks noChangeShapeType="1"/>
            </p:cNvSpPr>
            <p:nvPr/>
          </p:nvSpPr>
          <p:spPr bwMode="auto">
            <a:xfrm flipH="1">
              <a:off x="6424613" y="5170488"/>
              <a:ext cx="193675" cy="15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3" name="Freeform 105"/>
            <p:cNvSpPr>
              <a:spLocks/>
            </p:cNvSpPr>
            <p:nvPr/>
          </p:nvSpPr>
          <p:spPr bwMode="auto">
            <a:xfrm>
              <a:off x="6665913" y="5599113"/>
              <a:ext cx="331787" cy="319087"/>
            </a:xfrm>
            <a:custGeom>
              <a:avLst/>
              <a:gdLst>
                <a:gd name="T0" fmla="*/ 2147483646 w 24"/>
                <a:gd name="T1" fmla="*/ 0 h 24"/>
                <a:gd name="T2" fmla="*/ 2147483646 w 24"/>
                <a:gd name="T3" fmla="*/ 2147483646 h 24"/>
                <a:gd name="T4" fmla="*/ 2147483646 w 24"/>
                <a:gd name="T5" fmla="*/ 2147483646 h 24"/>
                <a:gd name="T6" fmla="*/ 2147483646 w 24"/>
                <a:gd name="T7" fmla="*/ 2147483646 h 24"/>
                <a:gd name="T8" fmla="*/ 0 w 24"/>
                <a:gd name="T9" fmla="*/ 2147483646 h 24"/>
                <a:gd name="T10" fmla="*/ 2147483646 w 24"/>
                <a:gd name="T11" fmla="*/ 2147483646 h 24"/>
                <a:gd name="T12" fmla="*/ 2147483646 w 24"/>
                <a:gd name="T13" fmla="*/ 2147483646 h 24"/>
                <a:gd name="T14" fmla="*/ 2147483646 w 24"/>
                <a:gd name="T15" fmla="*/ 2147483646 h 24"/>
                <a:gd name="T16" fmla="*/ 2147483646 w 24"/>
                <a:gd name="T17" fmla="*/ 2147483646 h 24"/>
                <a:gd name="T18" fmla="*/ 2147483646 w 24"/>
                <a:gd name="T19" fmla="*/ 2147483646 h 24"/>
                <a:gd name="T20" fmla="*/ 2147483646 w 24"/>
                <a:gd name="T21" fmla="*/ 2147483646 h 24"/>
                <a:gd name="T22" fmla="*/ 2147483646 w 24"/>
                <a:gd name="T23" fmla="*/ 2147483646 h 24"/>
                <a:gd name="T24" fmla="*/ 2147483646 w 24"/>
                <a:gd name="T25" fmla="*/ 2147483646 h 24"/>
                <a:gd name="T26" fmla="*/ 2147483646 w 24"/>
                <a:gd name="T27" fmla="*/ 2147483646 h 24"/>
                <a:gd name="T28" fmla="*/ 2147483646 w 24"/>
                <a:gd name="T29" fmla="*/ 2147483646 h 24"/>
                <a:gd name="T30" fmla="*/ 2147483646 w 24"/>
                <a:gd name="T31" fmla="*/ 2147483646 h 24"/>
                <a:gd name="T32" fmla="*/ 2147483646 w 24"/>
                <a:gd name="T33" fmla="*/ 0 h 2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
                <a:gd name="T52" fmla="*/ 0 h 24"/>
                <a:gd name="T53" fmla="*/ 24 w 24"/>
                <a:gd name="T54" fmla="*/ 24 h 2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 h="24">
                  <a:moveTo>
                    <a:pt x="12" y="0"/>
                  </a:moveTo>
                  <a:lnTo>
                    <a:pt x="7" y="1"/>
                  </a:lnTo>
                  <a:lnTo>
                    <a:pt x="4" y="4"/>
                  </a:lnTo>
                  <a:lnTo>
                    <a:pt x="1" y="7"/>
                  </a:lnTo>
                  <a:lnTo>
                    <a:pt x="0" y="12"/>
                  </a:lnTo>
                  <a:lnTo>
                    <a:pt x="1" y="16"/>
                  </a:lnTo>
                  <a:lnTo>
                    <a:pt x="4" y="20"/>
                  </a:lnTo>
                  <a:lnTo>
                    <a:pt x="7" y="23"/>
                  </a:lnTo>
                  <a:lnTo>
                    <a:pt x="12" y="24"/>
                  </a:lnTo>
                  <a:lnTo>
                    <a:pt x="16" y="23"/>
                  </a:lnTo>
                  <a:lnTo>
                    <a:pt x="20" y="20"/>
                  </a:lnTo>
                  <a:lnTo>
                    <a:pt x="23" y="16"/>
                  </a:lnTo>
                  <a:lnTo>
                    <a:pt x="24" y="12"/>
                  </a:lnTo>
                  <a:lnTo>
                    <a:pt x="23" y="7"/>
                  </a:lnTo>
                  <a:lnTo>
                    <a:pt x="20" y="4"/>
                  </a:lnTo>
                  <a:lnTo>
                    <a:pt x="16" y="1"/>
                  </a:lnTo>
                  <a:lnTo>
                    <a:pt x="12"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24" name="Line 106"/>
            <p:cNvSpPr>
              <a:spLocks noChangeShapeType="1"/>
            </p:cNvSpPr>
            <p:nvPr/>
          </p:nvSpPr>
          <p:spPr bwMode="auto">
            <a:xfrm flipH="1">
              <a:off x="6424613" y="5848350"/>
              <a:ext cx="193675" cy="1588"/>
            </a:xfrm>
            <a:prstGeom prst="line">
              <a:avLst/>
            </a:prstGeom>
            <a:noFill/>
            <a:ln w="14288">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5" name="Line 107"/>
            <p:cNvSpPr>
              <a:spLocks noChangeShapeType="1"/>
            </p:cNvSpPr>
            <p:nvPr/>
          </p:nvSpPr>
          <p:spPr bwMode="auto">
            <a:xfrm flipH="1">
              <a:off x="6424613" y="5848350"/>
              <a:ext cx="193675" cy="15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6" name="Line 108"/>
            <p:cNvSpPr>
              <a:spLocks noChangeShapeType="1"/>
            </p:cNvSpPr>
            <p:nvPr/>
          </p:nvSpPr>
          <p:spPr bwMode="auto">
            <a:xfrm flipH="1">
              <a:off x="6424613" y="5668963"/>
              <a:ext cx="193675" cy="1587"/>
            </a:xfrm>
            <a:prstGeom prst="line">
              <a:avLst/>
            </a:prstGeom>
            <a:noFill/>
            <a:ln w="14288">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7" name="Line 109"/>
            <p:cNvSpPr>
              <a:spLocks noChangeShapeType="1"/>
            </p:cNvSpPr>
            <p:nvPr/>
          </p:nvSpPr>
          <p:spPr bwMode="auto">
            <a:xfrm flipH="1">
              <a:off x="6424613" y="5668963"/>
              <a:ext cx="193675" cy="15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8" name="Line 110"/>
            <p:cNvSpPr>
              <a:spLocks noChangeShapeType="1"/>
            </p:cNvSpPr>
            <p:nvPr/>
          </p:nvSpPr>
          <p:spPr bwMode="auto">
            <a:xfrm>
              <a:off x="7213600" y="5170488"/>
              <a:ext cx="179388" cy="15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9" name="Line 111"/>
            <p:cNvSpPr>
              <a:spLocks noChangeShapeType="1"/>
            </p:cNvSpPr>
            <p:nvPr/>
          </p:nvSpPr>
          <p:spPr bwMode="auto">
            <a:xfrm>
              <a:off x="7213600" y="5351463"/>
              <a:ext cx="179388" cy="15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0" name="Line 112"/>
            <p:cNvSpPr>
              <a:spLocks noChangeShapeType="1"/>
            </p:cNvSpPr>
            <p:nvPr/>
          </p:nvSpPr>
          <p:spPr bwMode="auto">
            <a:xfrm flipH="1">
              <a:off x="7780338" y="5267325"/>
              <a:ext cx="96837" cy="15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1" name="Freeform 113"/>
            <p:cNvSpPr>
              <a:spLocks/>
            </p:cNvSpPr>
            <p:nvPr/>
          </p:nvSpPr>
          <p:spPr bwMode="auto">
            <a:xfrm>
              <a:off x="7366000" y="5102225"/>
              <a:ext cx="414338" cy="165100"/>
            </a:xfrm>
            <a:custGeom>
              <a:avLst/>
              <a:gdLst>
                <a:gd name="T0" fmla="*/ 0 w 30"/>
                <a:gd name="T1" fmla="*/ 0 h 12"/>
                <a:gd name="T2" fmla="*/ 2147483646 w 30"/>
                <a:gd name="T3" fmla="*/ 0 h 12"/>
                <a:gd name="T4" fmla="*/ 2147483646 w 30"/>
                <a:gd name="T5" fmla="*/ 0 h 12"/>
                <a:gd name="T6" fmla="*/ 2147483646 w 30"/>
                <a:gd name="T7" fmla="*/ 0 h 12"/>
                <a:gd name="T8" fmla="*/ 2147483646 w 30"/>
                <a:gd name="T9" fmla="*/ 0 h 12"/>
                <a:gd name="T10" fmla="*/ 2147483646 w 30"/>
                <a:gd name="T11" fmla="*/ 0 h 12"/>
                <a:gd name="T12" fmla="*/ 2147483646 w 30"/>
                <a:gd name="T13" fmla="*/ 0 h 12"/>
                <a:gd name="T14" fmla="*/ 2147483646 w 30"/>
                <a:gd name="T15" fmla="*/ 0 h 12"/>
                <a:gd name="T16" fmla="*/ 2147483646 w 30"/>
                <a:gd name="T17" fmla="*/ 2147483646 h 12"/>
                <a:gd name="T18" fmla="*/ 2147483646 w 30"/>
                <a:gd name="T19" fmla="*/ 2147483646 h 12"/>
                <a:gd name="T20" fmla="*/ 2147483646 w 30"/>
                <a:gd name="T21" fmla="*/ 2147483646 h 12"/>
                <a:gd name="T22" fmla="*/ 2147483646 w 30"/>
                <a:gd name="T23" fmla="*/ 2147483646 h 12"/>
                <a:gd name="T24" fmla="*/ 2147483646 w 30"/>
                <a:gd name="T25" fmla="*/ 2147483646 h 12"/>
                <a:gd name="T26" fmla="*/ 2147483646 w 30"/>
                <a:gd name="T27" fmla="*/ 2147483646 h 12"/>
                <a:gd name="T28" fmla="*/ 2147483646 w 30"/>
                <a:gd name="T29" fmla="*/ 2147483646 h 12"/>
                <a:gd name="T30" fmla="*/ 2147483646 w 30"/>
                <a:gd name="T31" fmla="*/ 2147483646 h 12"/>
                <a:gd name="T32" fmla="*/ 2147483646 w 30"/>
                <a:gd name="T33" fmla="*/ 2147483646 h 12"/>
                <a:gd name="T34" fmla="*/ 2147483646 w 30"/>
                <a:gd name="T35" fmla="*/ 2147483646 h 12"/>
                <a:gd name="T36" fmla="*/ 2147483646 w 30"/>
                <a:gd name="T37" fmla="*/ 2147483646 h 12"/>
                <a:gd name="T38" fmla="*/ 2147483646 w 30"/>
                <a:gd name="T39" fmla="*/ 2147483646 h 12"/>
                <a:gd name="T40" fmla="*/ 2147483646 w 30"/>
                <a:gd name="T41" fmla="*/ 2147483646 h 12"/>
                <a:gd name="T42" fmla="*/ 2147483646 w 30"/>
                <a:gd name="T43" fmla="*/ 2147483646 h 12"/>
                <a:gd name="T44" fmla="*/ 2147483646 w 30"/>
                <a:gd name="T45" fmla="*/ 2147483646 h 12"/>
                <a:gd name="T46" fmla="*/ 2147483646 w 30"/>
                <a:gd name="T47" fmla="*/ 2147483646 h 12"/>
                <a:gd name="T48" fmla="*/ 2147483646 w 30"/>
                <a:gd name="T49" fmla="*/ 2147483646 h 12"/>
                <a:gd name="T50" fmla="*/ 2147483646 w 30"/>
                <a:gd name="T51" fmla="*/ 2147483646 h 12"/>
                <a:gd name="T52" fmla="*/ 2147483646 w 30"/>
                <a:gd name="T53" fmla="*/ 2147483646 h 12"/>
                <a:gd name="T54" fmla="*/ 2147483646 w 30"/>
                <a:gd name="T55" fmla="*/ 2147483646 h 1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0"/>
                <a:gd name="T85" fmla="*/ 0 h 12"/>
                <a:gd name="T86" fmla="*/ 30 w 30"/>
                <a:gd name="T87" fmla="*/ 12 h 1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0" h="12">
                  <a:moveTo>
                    <a:pt x="0" y="0"/>
                  </a:moveTo>
                  <a:lnTo>
                    <a:pt x="4" y="0"/>
                  </a:lnTo>
                  <a:lnTo>
                    <a:pt x="13" y="0"/>
                  </a:lnTo>
                  <a:lnTo>
                    <a:pt x="14" y="0"/>
                  </a:lnTo>
                  <a:lnTo>
                    <a:pt x="15" y="0"/>
                  </a:lnTo>
                  <a:lnTo>
                    <a:pt x="16" y="0"/>
                  </a:lnTo>
                  <a:lnTo>
                    <a:pt x="17" y="0"/>
                  </a:lnTo>
                  <a:lnTo>
                    <a:pt x="18" y="1"/>
                  </a:lnTo>
                  <a:lnTo>
                    <a:pt x="19" y="1"/>
                  </a:lnTo>
                  <a:lnTo>
                    <a:pt x="20" y="2"/>
                  </a:lnTo>
                  <a:lnTo>
                    <a:pt x="21" y="2"/>
                  </a:lnTo>
                  <a:lnTo>
                    <a:pt x="22" y="2"/>
                  </a:lnTo>
                  <a:lnTo>
                    <a:pt x="22" y="3"/>
                  </a:lnTo>
                  <a:lnTo>
                    <a:pt x="23" y="3"/>
                  </a:lnTo>
                  <a:lnTo>
                    <a:pt x="23" y="4"/>
                  </a:lnTo>
                  <a:lnTo>
                    <a:pt x="24" y="4"/>
                  </a:lnTo>
                  <a:lnTo>
                    <a:pt x="25" y="5"/>
                  </a:lnTo>
                  <a:lnTo>
                    <a:pt x="26" y="6"/>
                  </a:lnTo>
                  <a:lnTo>
                    <a:pt x="27" y="6"/>
                  </a:lnTo>
                  <a:lnTo>
                    <a:pt x="27" y="7"/>
                  </a:lnTo>
                  <a:lnTo>
                    <a:pt x="28" y="8"/>
                  </a:lnTo>
                  <a:lnTo>
                    <a:pt x="28" y="9"/>
                  </a:lnTo>
                  <a:lnTo>
                    <a:pt x="29" y="10"/>
                  </a:lnTo>
                  <a:lnTo>
                    <a:pt x="30" y="11"/>
                  </a:lnTo>
                  <a:lnTo>
                    <a:pt x="30" y="12"/>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32" name="Freeform 114"/>
            <p:cNvSpPr>
              <a:spLocks/>
            </p:cNvSpPr>
            <p:nvPr/>
          </p:nvSpPr>
          <p:spPr bwMode="auto">
            <a:xfrm>
              <a:off x="7366000" y="5267325"/>
              <a:ext cx="414338" cy="152400"/>
            </a:xfrm>
            <a:custGeom>
              <a:avLst/>
              <a:gdLst>
                <a:gd name="T0" fmla="*/ 0 w 30"/>
                <a:gd name="T1" fmla="*/ 2147483646 h 11"/>
                <a:gd name="T2" fmla="*/ 2147483646 w 30"/>
                <a:gd name="T3" fmla="*/ 2147483646 h 11"/>
                <a:gd name="T4" fmla="*/ 2147483646 w 30"/>
                <a:gd name="T5" fmla="*/ 2147483646 h 11"/>
                <a:gd name="T6" fmla="*/ 2147483646 w 30"/>
                <a:gd name="T7" fmla="*/ 2147483646 h 11"/>
                <a:gd name="T8" fmla="*/ 2147483646 w 30"/>
                <a:gd name="T9" fmla="*/ 2147483646 h 11"/>
                <a:gd name="T10" fmla="*/ 2147483646 w 30"/>
                <a:gd name="T11" fmla="*/ 2147483646 h 11"/>
                <a:gd name="T12" fmla="*/ 2147483646 w 30"/>
                <a:gd name="T13" fmla="*/ 2147483646 h 11"/>
                <a:gd name="T14" fmla="*/ 2147483646 w 30"/>
                <a:gd name="T15" fmla="*/ 2147483646 h 11"/>
                <a:gd name="T16" fmla="*/ 2147483646 w 30"/>
                <a:gd name="T17" fmla="*/ 2147483646 h 11"/>
                <a:gd name="T18" fmla="*/ 2147483646 w 30"/>
                <a:gd name="T19" fmla="*/ 2147483646 h 11"/>
                <a:gd name="T20" fmla="*/ 2147483646 w 30"/>
                <a:gd name="T21" fmla="*/ 2147483646 h 11"/>
                <a:gd name="T22" fmla="*/ 2147483646 w 30"/>
                <a:gd name="T23" fmla="*/ 2147483646 h 11"/>
                <a:gd name="T24" fmla="*/ 2147483646 w 30"/>
                <a:gd name="T25" fmla="*/ 2147483646 h 11"/>
                <a:gd name="T26" fmla="*/ 2147483646 w 30"/>
                <a:gd name="T27" fmla="*/ 2147483646 h 11"/>
                <a:gd name="T28" fmla="*/ 2147483646 w 30"/>
                <a:gd name="T29" fmla="*/ 2147483646 h 11"/>
                <a:gd name="T30" fmla="*/ 2147483646 w 30"/>
                <a:gd name="T31" fmla="*/ 2147483646 h 11"/>
                <a:gd name="T32" fmla="*/ 2147483646 w 30"/>
                <a:gd name="T33" fmla="*/ 2147483646 h 11"/>
                <a:gd name="T34" fmla="*/ 2147483646 w 30"/>
                <a:gd name="T35" fmla="*/ 2147483646 h 11"/>
                <a:gd name="T36" fmla="*/ 2147483646 w 30"/>
                <a:gd name="T37" fmla="*/ 2147483646 h 11"/>
                <a:gd name="T38" fmla="*/ 2147483646 w 30"/>
                <a:gd name="T39" fmla="*/ 2147483646 h 11"/>
                <a:gd name="T40" fmla="*/ 2147483646 w 30"/>
                <a:gd name="T41" fmla="*/ 2147483646 h 11"/>
                <a:gd name="T42" fmla="*/ 2147483646 w 30"/>
                <a:gd name="T43" fmla="*/ 2147483646 h 11"/>
                <a:gd name="T44" fmla="*/ 2147483646 w 30"/>
                <a:gd name="T45" fmla="*/ 2147483646 h 11"/>
                <a:gd name="T46" fmla="*/ 2147483646 w 30"/>
                <a:gd name="T47" fmla="*/ 2147483646 h 11"/>
                <a:gd name="T48" fmla="*/ 2147483646 w 30"/>
                <a:gd name="T49" fmla="*/ 2147483646 h 11"/>
                <a:gd name="T50" fmla="*/ 2147483646 w 30"/>
                <a:gd name="T51" fmla="*/ 2147483646 h 11"/>
                <a:gd name="T52" fmla="*/ 2147483646 w 30"/>
                <a:gd name="T53" fmla="*/ 0 h 11"/>
                <a:gd name="T54" fmla="*/ 2147483646 w 30"/>
                <a:gd name="T55" fmla="*/ 0 h 1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0"/>
                <a:gd name="T85" fmla="*/ 0 h 11"/>
                <a:gd name="T86" fmla="*/ 30 w 30"/>
                <a:gd name="T87" fmla="*/ 11 h 1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0" h="11">
                  <a:moveTo>
                    <a:pt x="0" y="11"/>
                  </a:moveTo>
                  <a:lnTo>
                    <a:pt x="4" y="11"/>
                  </a:lnTo>
                  <a:lnTo>
                    <a:pt x="13" y="11"/>
                  </a:lnTo>
                  <a:lnTo>
                    <a:pt x="14" y="11"/>
                  </a:lnTo>
                  <a:lnTo>
                    <a:pt x="15" y="11"/>
                  </a:lnTo>
                  <a:lnTo>
                    <a:pt x="16" y="11"/>
                  </a:lnTo>
                  <a:lnTo>
                    <a:pt x="17" y="11"/>
                  </a:lnTo>
                  <a:lnTo>
                    <a:pt x="18" y="10"/>
                  </a:lnTo>
                  <a:lnTo>
                    <a:pt x="19" y="10"/>
                  </a:lnTo>
                  <a:lnTo>
                    <a:pt x="20" y="10"/>
                  </a:lnTo>
                  <a:lnTo>
                    <a:pt x="21" y="9"/>
                  </a:lnTo>
                  <a:lnTo>
                    <a:pt x="22" y="9"/>
                  </a:lnTo>
                  <a:lnTo>
                    <a:pt x="22" y="8"/>
                  </a:lnTo>
                  <a:lnTo>
                    <a:pt x="23" y="8"/>
                  </a:lnTo>
                  <a:lnTo>
                    <a:pt x="24" y="7"/>
                  </a:lnTo>
                  <a:lnTo>
                    <a:pt x="25" y="7"/>
                  </a:lnTo>
                  <a:lnTo>
                    <a:pt x="25" y="6"/>
                  </a:lnTo>
                  <a:lnTo>
                    <a:pt x="26" y="5"/>
                  </a:lnTo>
                  <a:lnTo>
                    <a:pt x="27" y="5"/>
                  </a:lnTo>
                  <a:lnTo>
                    <a:pt x="27" y="4"/>
                  </a:lnTo>
                  <a:lnTo>
                    <a:pt x="28" y="3"/>
                  </a:lnTo>
                  <a:lnTo>
                    <a:pt x="28" y="2"/>
                  </a:lnTo>
                  <a:lnTo>
                    <a:pt x="29" y="1"/>
                  </a:lnTo>
                  <a:lnTo>
                    <a:pt x="3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33" name="Freeform 115"/>
            <p:cNvSpPr>
              <a:spLocks/>
            </p:cNvSpPr>
            <p:nvPr/>
          </p:nvSpPr>
          <p:spPr bwMode="auto">
            <a:xfrm>
              <a:off x="7366000" y="5102225"/>
              <a:ext cx="41275" cy="165100"/>
            </a:xfrm>
            <a:custGeom>
              <a:avLst/>
              <a:gdLst>
                <a:gd name="T0" fmla="*/ 0 w 3"/>
                <a:gd name="T1" fmla="*/ 0 h 12"/>
                <a:gd name="T2" fmla="*/ 2147483646 w 3"/>
                <a:gd name="T3" fmla="*/ 2147483646 h 12"/>
                <a:gd name="T4" fmla="*/ 2147483646 w 3"/>
                <a:gd name="T5" fmla="*/ 2147483646 h 12"/>
                <a:gd name="T6" fmla="*/ 2147483646 w 3"/>
                <a:gd name="T7" fmla="*/ 2147483646 h 12"/>
                <a:gd name="T8" fmla="*/ 2147483646 w 3"/>
                <a:gd name="T9" fmla="*/ 2147483646 h 12"/>
                <a:gd name="T10" fmla="*/ 2147483646 w 3"/>
                <a:gd name="T11" fmla="*/ 2147483646 h 12"/>
                <a:gd name="T12" fmla="*/ 2147483646 w 3"/>
                <a:gd name="T13" fmla="*/ 2147483646 h 12"/>
                <a:gd name="T14" fmla="*/ 2147483646 w 3"/>
                <a:gd name="T15" fmla="*/ 2147483646 h 12"/>
                <a:gd name="T16" fmla="*/ 2147483646 w 3"/>
                <a:gd name="T17" fmla="*/ 2147483646 h 12"/>
                <a:gd name="T18" fmla="*/ 2147483646 w 3"/>
                <a:gd name="T19" fmla="*/ 2147483646 h 12"/>
                <a:gd name="T20" fmla="*/ 2147483646 w 3"/>
                <a:gd name="T21" fmla="*/ 2147483646 h 12"/>
                <a:gd name="T22" fmla="*/ 2147483646 w 3"/>
                <a:gd name="T23" fmla="*/ 2147483646 h 12"/>
                <a:gd name="T24" fmla="*/ 2147483646 w 3"/>
                <a:gd name="T25" fmla="*/ 2147483646 h 12"/>
                <a:gd name="T26" fmla="*/ 2147483646 w 3"/>
                <a:gd name="T27" fmla="*/ 2147483646 h 12"/>
                <a:gd name="T28" fmla="*/ 2147483646 w 3"/>
                <a:gd name="T29" fmla="*/ 2147483646 h 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
                <a:gd name="T46" fmla="*/ 0 h 12"/>
                <a:gd name="T47" fmla="*/ 3 w 3"/>
                <a:gd name="T48" fmla="*/ 12 h 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 h="12">
                  <a:moveTo>
                    <a:pt x="0" y="0"/>
                  </a:moveTo>
                  <a:lnTo>
                    <a:pt x="1" y="1"/>
                  </a:lnTo>
                  <a:lnTo>
                    <a:pt x="1" y="2"/>
                  </a:lnTo>
                  <a:lnTo>
                    <a:pt x="1" y="3"/>
                  </a:lnTo>
                  <a:lnTo>
                    <a:pt x="2" y="4"/>
                  </a:lnTo>
                  <a:lnTo>
                    <a:pt x="2" y="5"/>
                  </a:lnTo>
                  <a:lnTo>
                    <a:pt x="3" y="6"/>
                  </a:lnTo>
                  <a:lnTo>
                    <a:pt x="3" y="7"/>
                  </a:lnTo>
                  <a:lnTo>
                    <a:pt x="3" y="8"/>
                  </a:lnTo>
                  <a:lnTo>
                    <a:pt x="3" y="9"/>
                  </a:lnTo>
                  <a:lnTo>
                    <a:pt x="3" y="10"/>
                  </a:lnTo>
                  <a:lnTo>
                    <a:pt x="3" y="11"/>
                  </a:lnTo>
                  <a:lnTo>
                    <a:pt x="3" y="12"/>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34" name="Freeform 116"/>
            <p:cNvSpPr>
              <a:spLocks/>
            </p:cNvSpPr>
            <p:nvPr/>
          </p:nvSpPr>
          <p:spPr bwMode="auto">
            <a:xfrm>
              <a:off x="7366000" y="5267325"/>
              <a:ext cx="41275" cy="152400"/>
            </a:xfrm>
            <a:custGeom>
              <a:avLst/>
              <a:gdLst>
                <a:gd name="T0" fmla="*/ 0 w 3"/>
                <a:gd name="T1" fmla="*/ 2147483646 h 11"/>
                <a:gd name="T2" fmla="*/ 2147483646 w 3"/>
                <a:gd name="T3" fmla="*/ 2147483646 h 11"/>
                <a:gd name="T4" fmla="*/ 2147483646 w 3"/>
                <a:gd name="T5" fmla="*/ 2147483646 h 11"/>
                <a:gd name="T6" fmla="*/ 2147483646 w 3"/>
                <a:gd name="T7" fmla="*/ 2147483646 h 11"/>
                <a:gd name="T8" fmla="*/ 2147483646 w 3"/>
                <a:gd name="T9" fmla="*/ 2147483646 h 11"/>
                <a:gd name="T10" fmla="*/ 2147483646 w 3"/>
                <a:gd name="T11" fmla="*/ 2147483646 h 11"/>
                <a:gd name="T12" fmla="*/ 2147483646 w 3"/>
                <a:gd name="T13" fmla="*/ 2147483646 h 11"/>
                <a:gd name="T14" fmla="*/ 2147483646 w 3"/>
                <a:gd name="T15" fmla="*/ 2147483646 h 11"/>
                <a:gd name="T16" fmla="*/ 2147483646 w 3"/>
                <a:gd name="T17" fmla="*/ 2147483646 h 11"/>
                <a:gd name="T18" fmla="*/ 2147483646 w 3"/>
                <a:gd name="T19" fmla="*/ 2147483646 h 11"/>
                <a:gd name="T20" fmla="*/ 2147483646 w 3"/>
                <a:gd name="T21" fmla="*/ 2147483646 h 11"/>
                <a:gd name="T22" fmla="*/ 2147483646 w 3"/>
                <a:gd name="T23" fmla="*/ 2147483646 h 11"/>
                <a:gd name="T24" fmla="*/ 2147483646 w 3"/>
                <a:gd name="T25" fmla="*/ 2147483646 h 11"/>
                <a:gd name="T26" fmla="*/ 2147483646 w 3"/>
                <a:gd name="T27" fmla="*/ 2147483646 h 11"/>
                <a:gd name="T28" fmla="*/ 2147483646 w 3"/>
                <a:gd name="T29" fmla="*/ 0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
                <a:gd name="T46" fmla="*/ 0 h 11"/>
                <a:gd name="T47" fmla="*/ 3 w 3"/>
                <a:gd name="T48" fmla="*/ 11 h 1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 h="11">
                  <a:moveTo>
                    <a:pt x="0" y="11"/>
                  </a:moveTo>
                  <a:lnTo>
                    <a:pt x="1" y="10"/>
                  </a:lnTo>
                  <a:lnTo>
                    <a:pt x="1" y="9"/>
                  </a:lnTo>
                  <a:lnTo>
                    <a:pt x="2" y="8"/>
                  </a:lnTo>
                  <a:lnTo>
                    <a:pt x="2" y="7"/>
                  </a:lnTo>
                  <a:lnTo>
                    <a:pt x="2" y="6"/>
                  </a:lnTo>
                  <a:lnTo>
                    <a:pt x="3" y="5"/>
                  </a:lnTo>
                  <a:lnTo>
                    <a:pt x="3" y="4"/>
                  </a:lnTo>
                  <a:lnTo>
                    <a:pt x="3" y="3"/>
                  </a:lnTo>
                  <a:lnTo>
                    <a:pt x="3" y="2"/>
                  </a:lnTo>
                  <a:lnTo>
                    <a:pt x="3" y="1"/>
                  </a:lnTo>
                  <a:lnTo>
                    <a:pt x="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35" name="Line 117"/>
            <p:cNvSpPr>
              <a:spLocks noChangeShapeType="1"/>
            </p:cNvSpPr>
            <p:nvPr/>
          </p:nvSpPr>
          <p:spPr bwMode="auto">
            <a:xfrm>
              <a:off x="7005638" y="5281613"/>
              <a:ext cx="401637" cy="15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6" name="Freeform 118"/>
            <p:cNvSpPr>
              <a:spLocks/>
            </p:cNvSpPr>
            <p:nvPr/>
          </p:nvSpPr>
          <p:spPr bwMode="auto">
            <a:xfrm>
              <a:off x="7005638" y="4756150"/>
              <a:ext cx="207962" cy="414338"/>
            </a:xfrm>
            <a:custGeom>
              <a:avLst/>
              <a:gdLst>
                <a:gd name="T0" fmla="*/ 2147483646 w 15"/>
                <a:gd name="T1" fmla="*/ 2147483646 h 30"/>
                <a:gd name="T2" fmla="*/ 2147483646 w 15"/>
                <a:gd name="T3" fmla="*/ 0 h 30"/>
                <a:gd name="T4" fmla="*/ 0 w 15"/>
                <a:gd name="T5" fmla="*/ 0 h 30"/>
                <a:gd name="T6" fmla="*/ 0 60000 65536"/>
                <a:gd name="T7" fmla="*/ 0 60000 65536"/>
                <a:gd name="T8" fmla="*/ 0 60000 65536"/>
                <a:gd name="T9" fmla="*/ 0 w 15"/>
                <a:gd name="T10" fmla="*/ 0 h 30"/>
                <a:gd name="T11" fmla="*/ 15 w 15"/>
                <a:gd name="T12" fmla="*/ 30 h 30"/>
              </a:gdLst>
              <a:ahLst/>
              <a:cxnLst>
                <a:cxn ang="T6">
                  <a:pos x="T0" y="T1"/>
                </a:cxn>
                <a:cxn ang="T7">
                  <a:pos x="T2" y="T3"/>
                </a:cxn>
                <a:cxn ang="T8">
                  <a:pos x="T4" y="T5"/>
                </a:cxn>
              </a:cxnLst>
              <a:rect l="T9" t="T10" r="T11" b="T12"/>
              <a:pathLst>
                <a:path w="15" h="30">
                  <a:moveTo>
                    <a:pt x="15" y="30"/>
                  </a:moveTo>
                  <a:lnTo>
                    <a:pt x="15" y="0"/>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37" name="Freeform 119"/>
            <p:cNvSpPr>
              <a:spLocks/>
            </p:cNvSpPr>
            <p:nvPr/>
          </p:nvSpPr>
          <p:spPr bwMode="auto">
            <a:xfrm>
              <a:off x="7005638" y="5351463"/>
              <a:ext cx="207962" cy="414337"/>
            </a:xfrm>
            <a:custGeom>
              <a:avLst/>
              <a:gdLst>
                <a:gd name="T0" fmla="*/ 2147483646 w 15"/>
                <a:gd name="T1" fmla="*/ 0 h 30"/>
                <a:gd name="T2" fmla="*/ 2147483646 w 15"/>
                <a:gd name="T3" fmla="*/ 2147483646 h 30"/>
                <a:gd name="T4" fmla="*/ 0 w 15"/>
                <a:gd name="T5" fmla="*/ 2147483646 h 30"/>
                <a:gd name="T6" fmla="*/ 0 60000 65536"/>
                <a:gd name="T7" fmla="*/ 0 60000 65536"/>
                <a:gd name="T8" fmla="*/ 0 60000 65536"/>
                <a:gd name="T9" fmla="*/ 0 w 15"/>
                <a:gd name="T10" fmla="*/ 0 h 30"/>
                <a:gd name="T11" fmla="*/ 15 w 15"/>
                <a:gd name="T12" fmla="*/ 30 h 30"/>
              </a:gdLst>
              <a:ahLst/>
              <a:cxnLst>
                <a:cxn ang="T6">
                  <a:pos x="T0" y="T1"/>
                </a:cxn>
                <a:cxn ang="T7">
                  <a:pos x="T2" y="T3"/>
                </a:cxn>
                <a:cxn ang="T8">
                  <a:pos x="T4" y="T5"/>
                </a:cxn>
              </a:cxnLst>
              <a:rect l="T9" t="T10" r="T11" b="T12"/>
              <a:pathLst>
                <a:path w="15" h="30">
                  <a:moveTo>
                    <a:pt x="15" y="0"/>
                  </a:moveTo>
                  <a:lnTo>
                    <a:pt x="15" y="30"/>
                  </a:lnTo>
                  <a:lnTo>
                    <a:pt x="0" y="3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38" name="Rectangle 120"/>
            <p:cNvSpPr>
              <a:spLocks noChangeArrowheads="1"/>
            </p:cNvSpPr>
            <p:nvPr/>
          </p:nvSpPr>
          <p:spPr bwMode="auto">
            <a:xfrm>
              <a:off x="6272213" y="4729163"/>
              <a:ext cx="57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1000" i="1">
                  <a:solidFill>
                    <a:srgbClr val="000000"/>
                  </a:solidFill>
                  <a:latin typeface="Nimbus Roman No9 L"/>
                </a:rPr>
                <a:t>c</a:t>
              </a:r>
              <a:endParaRPr lang="en-US" altLang="en-US" sz="2400">
                <a:latin typeface="Cambria" panose="02040503050406030204" pitchFamily="18" charset="0"/>
              </a:endParaRPr>
            </a:p>
          </p:txBody>
        </p:sp>
        <p:sp>
          <p:nvSpPr>
            <p:cNvPr id="25639" name="Rectangle 121"/>
            <p:cNvSpPr>
              <a:spLocks noChangeArrowheads="1"/>
            </p:cNvSpPr>
            <p:nvPr/>
          </p:nvSpPr>
          <p:spPr bwMode="auto">
            <a:xfrm>
              <a:off x="6327775" y="4826000"/>
              <a:ext cx="28575"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800" i="1">
                  <a:solidFill>
                    <a:srgbClr val="000000"/>
                  </a:solidFill>
                  <a:latin typeface="Nimbus Roman No9 L"/>
                </a:rPr>
                <a:t>i</a:t>
              </a:r>
              <a:endParaRPr lang="en-US" altLang="en-US" sz="2400">
                <a:latin typeface="Cambria" panose="02040503050406030204" pitchFamily="18" charset="0"/>
              </a:endParaRPr>
            </a:p>
          </p:txBody>
        </p:sp>
        <p:sp>
          <p:nvSpPr>
            <p:cNvPr id="25640" name="Rectangle 122"/>
            <p:cNvSpPr>
              <a:spLocks noChangeArrowheads="1"/>
            </p:cNvSpPr>
            <p:nvPr/>
          </p:nvSpPr>
          <p:spPr bwMode="auto">
            <a:xfrm>
              <a:off x="6272213" y="4548188"/>
              <a:ext cx="57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1000" i="1">
                  <a:solidFill>
                    <a:srgbClr val="000000"/>
                  </a:solidFill>
                  <a:latin typeface="Nimbus Roman No9 L"/>
                </a:rPr>
                <a:t>y</a:t>
              </a:r>
              <a:endParaRPr lang="en-US" altLang="en-US" sz="2400">
                <a:latin typeface="Cambria" panose="02040503050406030204" pitchFamily="18" charset="0"/>
              </a:endParaRPr>
            </a:p>
          </p:txBody>
        </p:sp>
        <p:sp>
          <p:nvSpPr>
            <p:cNvPr id="25641" name="Rectangle 123"/>
            <p:cNvSpPr>
              <a:spLocks noChangeArrowheads="1"/>
            </p:cNvSpPr>
            <p:nvPr/>
          </p:nvSpPr>
          <p:spPr bwMode="auto">
            <a:xfrm>
              <a:off x="6327775" y="4632325"/>
              <a:ext cx="28575"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800" i="1">
                  <a:solidFill>
                    <a:srgbClr val="000000"/>
                  </a:solidFill>
                  <a:latin typeface="Nimbus Roman No9 L"/>
                </a:rPr>
                <a:t>i</a:t>
              </a:r>
              <a:endParaRPr lang="en-US" altLang="en-US" sz="2400">
                <a:latin typeface="Cambria" panose="02040503050406030204" pitchFamily="18" charset="0"/>
              </a:endParaRPr>
            </a:p>
          </p:txBody>
        </p:sp>
        <p:sp>
          <p:nvSpPr>
            <p:cNvPr id="25642" name="Rectangle 124"/>
            <p:cNvSpPr>
              <a:spLocks noChangeArrowheads="1"/>
            </p:cNvSpPr>
            <p:nvPr/>
          </p:nvSpPr>
          <p:spPr bwMode="auto">
            <a:xfrm>
              <a:off x="6286500" y="5046663"/>
              <a:ext cx="57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1000" i="1">
                  <a:solidFill>
                    <a:srgbClr val="000000"/>
                  </a:solidFill>
                  <a:latin typeface="Nimbus Roman No9 L"/>
                </a:rPr>
                <a:t>x</a:t>
              </a:r>
              <a:endParaRPr lang="en-US" altLang="en-US" sz="2400">
                <a:latin typeface="Cambria" panose="02040503050406030204" pitchFamily="18" charset="0"/>
              </a:endParaRPr>
            </a:p>
          </p:txBody>
        </p:sp>
        <p:sp>
          <p:nvSpPr>
            <p:cNvPr id="25643" name="Rectangle 125"/>
            <p:cNvSpPr>
              <a:spLocks noChangeArrowheads="1"/>
            </p:cNvSpPr>
            <p:nvPr/>
          </p:nvSpPr>
          <p:spPr bwMode="auto">
            <a:xfrm>
              <a:off x="6342063" y="5129213"/>
              <a:ext cx="28575"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800" i="1">
                  <a:solidFill>
                    <a:srgbClr val="000000"/>
                  </a:solidFill>
                  <a:latin typeface="Nimbus Roman No9 L"/>
                </a:rPr>
                <a:t>i</a:t>
              </a:r>
              <a:endParaRPr lang="en-US" altLang="en-US" sz="2400">
                <a:latin typeface="Cambria" panose="02040503050406030204" pitchFamily="18" charset="0"/>
              </a:endParaRPr>
            </a:p>
          </p:txBody>
        </p:sp>
        <p:sp>
          <p:nvSpPr>
            <p:cNvPr id="25644" name="Rectangle 126"/>
            <p:cNvSpPr>
              <a:spLocks noChangeArrowheads="1"/>
            </p:cNvSpPr>
            <p:nvPr/>
          </p:nvSpPr>
          <p:spPr bwMode="auto">
            <a:xfrm>
              <a:off x="6272213" y="5227638"/>
              <a:ext cx="57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1000" i="1">
                  <a:solidFill>
                    <a:srgbClr val="000000"/>
                  </a:solidFill>
                  <a:latin typeface="Nimbus Roman No9 L"/>
                </a:rPr>
                <a:t>c</a:t>
              </a:r>
              <a:endParaRPr lang="en-US" altLang="en-US" sz="2400">
                <a:latin typeface="Cambria" panose="02040503050406030204" pitchFamily="18" charset="0"/>
              </a:endParaRPr>
            </a:p>
          </p:txBody>
        </p:sp>
        <p:sp>
          <p:nvSpPr>
            <p:cNvPr id="25645" name="Rectangle 127"/>
            <p:cNvSpPr>
              <a:spLocks noChangeArrowheads="1"/>
            </p:cNvSpPr>
            <p:nvPr/>
          </p:nvSpPr>
          <p:spPr bwMode="auto">
            <a:xfrm>
              <a:off x="6342063" y="5322888"/>
              <a:ext cx="28575"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800" i="1">
                  <a:solidFill>
                    <a:srgbClr val="000000"/>
                  </a:solidFill>
                  <a:latin typeface="Nimbus Roman No9 L"/>
                </a:rPr>
                <a:t>i</a:t>
              </a:r>
              <a:endParaRPr lang="en-US" altLang="en-US" sz="2400">
                <a:latin typeface="Cambria" panose="02040503050406030204" pitchFamily="18" charset="0"/>
              </a:endParaRPr>
            </a:p>
          </p:txBody>
        </p:sp>
        <p:sp>
          <p:nvSpPr>
            <p:cNvPr id="25646" name="Rectangle 128"/>
            <p:cNvSpPr>
              <a:spLocks noChangeArrowheads="1"/>
            </p:cNvSpPr>
            <p:nvPr/>
          </p:nvSpPr>
          <p:spPr bwMode="auto">
            <a:xfrm>
              <a:off x="6272213" y="5738813"/>
              <a:ext cx="57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1000" i="1">
                  <a:solidFill>
                    <a:srgbClr val="000000"/>
                  </a:solidFill>
                  <a:latin typeface="Nimbus Roman No9 L"/>
                </a:rPr>
                <a:t>y</a:t>
              </a:r>
              <a:endParaRPr lang="en-US" altLang="en-US" sz="2400">
                <a:latin typeface="Cambria" panose="02040503050406030204" pitchFamily="18" charset="0"/>
              </a:endParaRPr>
            </a:p>
          </p:txBody>
        </p:sp>
        <p:sp>
          <p:nvSpPr>
            <p:cNvPr id="25647" name="Rectangle 129"/>
            <p:cNvSpPr>
              <a:spLocks noChangeArrowheads="1"/>
            </p:cNvSpPr>
            <p:nvPr/>
          </p:nvSpPr>
          <p:spPr bwMode="auto">
            <a:xfrm>
              <a:off x="6327775" y="5821363"/>
              <a:ext cx="28575"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800" i="1">
                  <a:solidFill>
                    <a:srgbClr val="000000"/>
                  </a:solidFill>
                  <a:latin typeface="Nimbus Roman No9 L"/>
                </a:rPr>
                <a:t>i</a:t>
              </a:r>
              <a:endParaRPr lang="en-US" altLang="en-US" sz="2400">
                <a:latin typeface="Cambria" panose="02040503050406030204" pitchFamily="18" charset="0"/>
              </a:endParaRPr>
            </a:p>
          </p:txBody>
        </p:sp>
        <p:sp>
          <p:nvSpPr>
            <p:cNvPr id="25648" name="Rectangle 130"/>
            <p:cNvSpPr>
              <a:spLocks noChangeArrowheads="1"/>
            </p:cNvSpPr>
            <p:nvPr/>
          </p:nvSpPr>
          <p:spPr bwMode="auto">
            <a:xfrm>
              <a:off x="6272213" y="5545138"/>
              <a:ext cx="57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1000" i="1">
                  <a:solidFill>
                    <a:srgbClr val="000000"/>
                  </a:solidFill>
                  <a:latin typeface="Nimbus Roman No9 L"/>
                </a:rPr>
                <a:t>x</a:t>
              </a:r>
              <a:endParaRPr lang="en-US" altLang="en-US" sz="2400">
                <a:latin typeface="Cambria" panose="02040503050406030204" pitchFamily="18" charset="0"/>
              </a:endParaRPr>
            </a:p>
          </p:txBody>
        </p:sp>
        <p:sp>
          <p:nvSpPr>
            <p:cNvPr id="25649" name="Rectangle 131"/>
            <p:cNvSpPr>
              <a:spLocks noChangeArrowheads="1"/>
            </p:cNvSpPr>
            <p:nvPr/>
          </p:nvSpPr>
          <p:spPr bwMode="auto">
            <a:xfrm>
              <a:off x="6327775" y="5641975"/>
              <a:ext cx="28575"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800" i="1">
                  <a:solidFill>
                    <a:srgbClr val="000000"/>
                  </a:solidFill>
                  <a:latin typeface="Nimbus Roman No9 L"/>
                </a:rPr>
                <a:t>i</a:t>
              </a:r>
              <a:endParaRPr lang="en-US" altLang="en-US" sz="2400">
                <a:latin typeface="Cambria" panose="02040503050406030204" pitchFamily="18" charset="0"/>
              </a:endParaRPr>
            </a:p>
          </p:txBody>
        </p:sp>
        <p:sp>
          <p:nvSpPr>
            <p:cNvPr id="25650" name="Rectangle 132"/>
            <p:cNvSpPr>
              <a:spLocks noChangeArrowheads="1"/>
            </p:cNvSpPr>
            <p:nvPr/>
          </p:nvSpPr>
          <p:spPr bwMode="auto">
            <a:xfrm>
              <a:off x="4098925" y="4867275"/>
              <a:ext cx="57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1000" i="1">
                  <a:solidFill>
                    <a:srgbClr val="000000"/>
                  </a:solidFill>
                  <a:latin typeface="Nimbus Roman No9 L"/>
                </a:rPr>
                <a:t>x</a:t>
              </a:r>
              <a:endParaRPr lang="en-US" altLang="en-US" sz="2400">
                <a:latin typeface="Cambria" panose="02040503050406030204" pitchFamily="18" charset="0"/>
              </a:endParaRPr>
            </a:p>
          </p:txBody>
        </p:sp>
        <p:sp>
          <p:nvSpPr>
            <p:cNvPr id="25651" name="Rectangle 133"/>
            <p:cNvSpPr>
              <a:spLocks noChangeArrowheads="1"/>
            </p:cNvSpPr>
            <p:nvPr/>
          </p:nvSpPr>
          <p:spPr bwMode="auto">
            <a:xfrm>
              <a:off x="4154488" y="4949825"/>
              <a:ext cx="28575"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800" i="1">
                  <a:solidFill>
                    <a:srgbClr val="000000"/>
                  </a:solidFill>
                  <a:latin typeface="Nimbus Roman No9 L"/>
                </a:rPr>
                <a:t>i</a:t>
              </a:r>
              <a:endParaRPr lang="en-US" altLang="en-US" sz="2400">
                <a:latin typeface="Cambria" panose="02040503050406030204" pitchFamily="18" charset="0"/>
              </a:endParaRPr>
            </a:p>
          </p:txBody>
        </p:sp>
        <p:sp>
          <p:nvSpPr>
            <p:cNvPr id="25652" name="Rectangle 134"/>
            <p:cNvSpPr>
              <a:spLocks noChangeArrowheads="1"/>
            </p:cNvSpPr>
            <p:nvPr/>
          </p:nvSpPr>
          <p:spPr bwMode="auto">
            <a:xfrm>
              <a:off x="4098925" y="5448300"/>
              <a:ext cx="57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1000" i="1">
                  <a:solidFill>
                    <a:srgbClr val="000000"/>
                  </a:solidFill>
                  <a:latin typeface="Nimbus Roman No9 L"/>
                </a:rPr>
                <a:t>c</a:t>
              </a:r>
              <a:endParaRPr lang="en-US" altLang="en-US" sz="2400">
                <a:latin typeface="Cambria" panose="02040503050406030204" pitchFamily="18" charset="0"/>
              </a:endParaRPr>
            </a:p>
          </p:txBody>
        </p:sp>
        <p:sp>
          <p:nvSpPr>
            <p:cNvPr id="25653" name="Rectangle 135"/>
            <p:cNvSpPr>
              <a:spLocks noChangeArrowheads="1"/>
            </p:cNvSpPr>
            <p:nvPr/>
          </p:nvSpPr>
          <p:spPr bwMode="auto">
            <a:xfrm>
              <a:off x="4154488" y="5530850"/>
              <a:ext cx="28575"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800" i="1">
                  <a:solidFill>
                    <a:srgbClr val="000000"/>
                  </a:solidFill>
                  <a:latin typeface="Nimbus Roman No9 L"/>
                </a:rPr>
                <a:t>i</a:t>
              </a:r>
              <a:endParaRPr lang="en-US" altLang="en-US" sz="2400">
                <a:latin typeface="Cambria" panose="02040503050406030204" pitchFamily="18" charset="0"/>
              </a:endParaRPr>
            </a:p>
          </p:txBody>
        </p:sp>
        <p:sp>
          <p:nvSpPr>
            <p:cNvPr id="25654" name="Rectangle 136"/>
            <p:cNvSpPr>
              <a:spLocks noChangeArrowheads="1"/>
            </p:cNvSpPr>
            <p:nvPr/>
          </p:nvSpPr>
          <p:spPr bwMode="auto">
            <a:xfrm>
              <a:off x="4098925" y="5157788"/>
              <a:ext cx="57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1000" i="1">
                  <a:solidFill>
                    <a:srgbClr val="000000"/>
                  </a:solidFill>
                  <a:latin typeface="Nimbus Roman No9 L"/>
                </a:rPr>
                <a:t>y</a:t>
              </a:r>
              <a:endParaRPr lang="en-US" altLang="en-US" sz="2400">
                <a:latin typeface="Cambria" panose="02040503050406030204" pitchFamily="18" charset="0"/>
              </a:endParaRPr>
            </a:p>
          </p:txBody>
        </p:sp>
        <p:sp>
          <p:nvSpPr>
            <p:cNvPr id="25655" name="Rectangle 137"/>
            <p:cNvSpPr>
              <a:spLocks noChangeArrowheads="1"/>
            </p:cNvSpPr>
            <p:nvPr/>
          </p:nvSpPr>
          <p:spPr bwMode="auto">
            <a:xfrm>
              <a:off x="4154488" y="5240338"/>
              <a:ext cx="28575"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800" i="1">
                  <a:solidFill>
                    <a:srgbClr val="000000"/>
                  </a:solidFill>
                  <a:latin typeface="Nimbus Roman No9 L"/>
                </a:rPr>
                <a:t>i</a:t>
              </a:r>
              <a:endParaRPr lang="en-US" altLang="en-US" sz="2400">
                <a:latin typeface="Cambria" panose="02040503050406030204" pitchFamily="18" charset="0"/>
              </a:endParaRPr>
            </a:p>
          </p:txBody>
        </p:sp>
        <p:sp>
          <p:nvSpPr>
            <p:cNvPr id="25656" name="Rectangle 138"/>
            <p:cNvSpPr>
              <a:spLocks noChangeArrowheads="1"/>
            </p:cNvSpPr>
            <p:nvPr/>
          </p:nvSpPr>
          <p:spPr bwMode="auto">
            <a:xfrm>
              <a:off x="5276850" y="5157788"/>
              <a:ext cx="4921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1000" i="1">
                  <a:solidFill>
                    <a:srgbClr val="000000"/>
                  </a:solidFill>
                  <a:latin typeface="Nimbus Roman No9 L"/>
                </a:rPr>
                <a:t>s</a:t>
              </a:r>
              <a:endParaRPr lang="en-US" altLang="en-US" sz="2400">
                <a:latin typeface="Cambria" panose="02040503050406030204" pitchFamily="18" charset="0"/>
              </a:endParaRPr>
            </a:p>
          </p:txBody>
        </p:sp>
        <p:sp>
          <p:nvSpPr>
            <p:cNvPr id="25657" name="Rectangle 139"/>
            <p:cNvSpPr>
              <a:spLocks noChangeArrowheads="1"/>
            </p:cNvSpPr>
            <p:nvPr/>
          </p:nvSpPr>
          <p:spPr bwMode="auto">
            <a:xfrm>
              <a:off x="5330825" y="5240338"/>
              <a:ext cx="28575"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800" i="1">
                  <a:solidFill>
                    <a:srgbClr val="000000"/>
                  </a:solidFill>
                  <a:latin typeface="Nimbus Roman No9 L"/>
                </a:rPr>
                <a:t>i</a:t>
              </a:r>
              <a:endParaRPr lang="en-US" altLang="en-US" sz="2400">
                <a:latin typeface="Cambria" panose="02040503050406030204" pitchFamily="18" charset="0"/>
              </a:endParaRPr>
            </a:p>
          </p:txBody>
        </p:sp>
        <p:sp>
          <p:nvSpPr>
            <p:cNvPr id="25658" name="Rectangle 140"/>
            <p:cNvSpPr>
              <a:spLocks noChangeArrowheads="1"/>
            </p:cNvSpPr>
            <p:nvPr/>
          </p:nvSpPr>
          <p:spPr bwMode="auto">
            <a:xfrm>
              <a:off x="7932738" y="5143500"/>
              <a:ext cx="57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1000" i="1">
                  <a:solidFill>
                    <a:srgbClr val="000000"/>
                  </a:solidFill>
                  <a:latin typeface="Nimbus Roman No9 L"/>
                </a:rPr>
                <a:t>c</a:t>
              </a:r>
              <a:endParaRPr lang="en-US" altLang="en-US" sz="2400">
                <a:latin typeface="Cambria" panose="02040503050406030204" pitchFamily="18" charset="0"/>
              </a:endParaRPr>
            </a:p>
          </p:txBody>
        </p:sp>
        <p:sp>
          <p:nvSpPr>
            <p:cNvPr id="25659" name="Rectangle 141"/>
            <p:cNvSpPr>
              <a:spLocks noChangeArrowheads="1"/>
            </p:cNvSpPr>
            <p:nvPr/>
          </p:nvSpPr>
          <p:spPr bwMode="auto">
            <a:xfrm>
              <a:off x="8002588" y="5240338"/>
              <a:ext cx="28575"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800" i="1">
                  <a:solidFill>
                    <a:srgbClr val="000000"/>
                  </a:solidFill>
                  <a:latin typeface="Nimbus Roman No9 L"/>
                </a:rPr>
                <a:t>i</a:t>
              </a:r>
              <a:endParaRPr lang="en-US" altLang="en-US" sz="2400">
                <a:latin typeface="Cambria" panose="02040503050406030204" pitchFamily="18" charset="0"/>
              </a:endParaRPr>
            </a:p>
          </p:txBody>
        </p:sp>
        <p:sp>
          <p:nvSpPr>
            <p:cNvPr id="25660" name="Rectangle 142"/>
            <p:cNvSpPr>
              <a:spLocks noChangeArrowheads="1"/>
            </p:cNvSpPr>
            <p:nvPr/>
          </p:nvSpPr>
          <p:spPr bwMode="auto">
            <a:xfrm>
              <a:off x="8126413" y="5240338"/>
              <a:ext cx="50800"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800">
                  <a:solidFill>
                    <a:srgbClr val="000000"/>
                  </a:solidFill>
                  <a:latin typeface="Nimbus Roman No9 L"/>
                </a:rPr>
                <a:t>1</a:t>
              </a:r>
              <a:endParaRPr lang="en-US" altLang="en-US" sz="2400">
                <a:latin typeface="Cambria" panose="02040503050406030204" pitchFamily="18" charset="0"/>
              </a:endParaRPr>
            </a:p>
          </p:txBody>
        </p:sp>
        <p:sp>
          <p:nvSpPr>
            <p:cNvPr id="25661" name="Rectangle 143"/>
            <p:cNvSpPr>
              <a:spLocks noChangeArrowheads="1"/>
            </p:cNvSpPr>
            <p:nvPr/>
          </p:nvSpPr>
          <p:spPr bwMode="auto">
            <a:xfrm>
              <a:off x="8058150" y="5240338"/>
              <a:ext cx="57150"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800">
                  <a:solidFill>
                    <a:srgbClr val="000000"/>
                  </a:solidFill>
                  <a:latin typeface="Nimbus Roman No9 L"/>
                </a:rPr>
                <a:t>+</a:t>
              </a:r>
              <a:endParaRPr lang="en-US" altLang="en-US" sz="2400">
                <a:latin typeface="Cambria" panose="02040503050406030204" pitchFamily="18" charset="0"/>
              </a:endParaRPr>
            </a:p>
          </p:txBody>
        </p:sp>
        <p:sp>
          <p:nvSpPr>
            <p:cNvPr id="25662" name="Rectangle 144"/>
            <p:cNvSpPr>
              <a:spLocks noChangeArrowheads="1"/>
            </p:cNvSpPr>
            <p:nvPr/>
          </p:nvSpPr>
          <p:spPr bwMode="auto">
            <a:xfrm>
              <a:off x="6618288" y="4603750"/>
              <a:ext cx="222250" cy="317500"/>
            </a:xfrm>
            <a:prstGeom prst="rect">
              <a:avLst/>
            </a:prstGeom>
            <a:solidFill>
              <a:srgbClr val="FFFFFF"/>
            </a:solidFill>
            <a:ln w="0">
              <a:solidFill>
                <a:srgbClr val="FFFFFF"/>
              </a:solidFill>
              <a:miter lim="800000"/>
              <a:headEnd/>
              <a:tailEnd/>
            </a:ln>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US" altLang="en-US">
                <a:latin typeface="Cambria" panose="02040503050406030204" pitchFamily="18" charset="0"/>
              </a:endParaRPr>
            </a:p>
          </p:txBody>
        </p:sp>
        <p:sp>
          <p:nvSpPr>
            <p:cNvPr id="25663" name="Freeform 145"/>
            <p:cNvSpPr>
              <a:spLocks/>
            </p:cNvSpPr>
            <p:nvPr/>
          </p:nvSpPr>
          <p:spPr bwMode="auto">
            <a:xfrm>
              <a:off x="6618288" y="4603750"/>
              <a:ext cx="233362" cy="317500"/>
            </a:xfrm>
            <a:custGeom>
              <a:avLst/>
              <a:gdLst>
                <a:gd name="T0" fmla="*/ 2147483646 w 16"/>
                <a:gd name="T1" fmla="*/ 2147483646 h 23"/>
                <a:gd name="T2" fmla="*/ 0 w 16"/>
                <a:gd name="T3" fmla="*/ 2147483646 h 23"/>
                <a:gd name="T4" fmla="*/ 0 w 16"/>
                <a:gd name="T5" fmla="*/ 0 h 23"/>
                <a:gd name="T6" fmla="*/ 2147483646 w 16"/>
                <a:gd name="T7" fmla="*/ 0 h 23"/>
                <a:gd name="T8" fmla="*/ 0 60000 65536"/>
                <a:gd name="T9" fmla="*/ 0 60000 65536"/>
                <a:gd name="T10" fmla="*/ 0 60000 65536"/>
                <a:gd name="T11" fmla="*/ 0 60000 65536"/>
                <a:gd name="T12" fmla="*/ 0 w 16"/>
                <a:gd name="T13" fmla="*/ 0 h 23"/>
                <a:gd name="T14" fmla="*/ 16 w 16"/>
                <a:gd name="T15" fmla="*/ 23 h 23"/>
              </a:gdLst>
              <a:ahLst/>
              <a:cxnLst>
                <a:cxn ang="T8">
                  <a:pos x="T0" y="T1"/>
                </a:cxn>
                <a:cxn ang="T9">
                  <a:pos x="T2" y="T3"/>
                </a:cxn>
                <a:cxn ang="T10">
                  <a:pos x="T4" y="T5"/>
                </a:cxn>
                <a:cxn ang="T11">
                  <a:pos x="T6" y="T7"/>
                </a:cxn>
              </a:cxnLst>
              <a:rect l="T12" t="T13" r="T14" b="T15"/>
              <a:pathLst>
                <a:path w="16" h="23">
                  <a:moveTo>
                    <a:pt x="16" y="23"/>
                  </a:moveTo>
                  <a:lnTo>
                    <a:pt x="0" y="23"/>
                  </a:lnTo>
                  <a:lnTo>
                    <a:pt x="0" y="0"/>
                  </a:lnTo>
                  <a:lnTo>
                    <a:pt x="16"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64" name="Rectangle 146"/>
            <p:cNvSpPr>
              <a:spLocks noChangeArrowheads="1"/>
            </p:cNvSpPr>
            <p:nvPr/>
          </p:nvSpPr>
          <p:spPr bwMode="auto">
            <a:xfrm>
              <a:off x="6618288" y="5102225"/>
              <a:ext cx="222250" cy="317500"/>
            </a:xfrm>
            <a:prstGeom prst="rect">
              <a:avLst/>
            </a:prstGeom>
            <a:solidFill>
              <a:srgbClr val="FFFFFF"/>
            </a:solidFill>
            <a:ln w="0">
              <a:solidFill>
                <a:srgbClr val="FFFFFF"/>
              </a:solidFill>
              <a:miter lim="800000"/>
              <a:headEnd/>
              <a:tailEnd/>
            </a:ln>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US" altLang="en-US">
                <a:latin typeface="Cambria" panose="02040503050406030204" pitchFamily="18" charset="0"/>
              </a:endParaRPr>
            </a:p>
          </p:txBody>
        </p:sp>
        <p:sp>
          <p:nvSpPr>
            <p:cNvPr id="25665" name="Freeform 147"/>
            <p:cNvSpPr>
              <a:spLocks/>
            </p:cNvSpPr>
            <p:nvPr/>
          </p:nvSpPr>
          <p:spPr bwMode="auto">
            <a:xfrm>
              <a:off x="6618288" y="5102225"/>
              <a:ext cx="222250" cy="317500"/>
            </a:xfrm>
            <a:custGeom>
              <a:avLst/>
              <a:gdLst>
                <a:gd name="T0" fmla="*/ 2147483646 w 16"/>
                <a:gd name="T1" fmla="*/ 2147483646 h 23"/>
                <a:gd name="T2" fmla="*/ 0 w 16"/>
                <a:gd name="T3" fmla="*/ 2147483646 h 23"/>
                <a:gd name="T4" fmla="*/ 0 w 16"/>
                <a:gd name="T5" fmla="*/ 0 h 23"/>
                <a:gd name="T6" fmla="*/ 2147483646 w 16"/>
                <a:gd name="T7" fmla="*/ 0 h 23"/>
                <a:gd name="T8" fmla="*/ 0 60000 65536"/>
                <a:gd name="T9" fmla="*/ 0 60000 65536"/>
                <a:gd name="T10" fmla="*/ 0 60000 65536"/>
                <a:gd name="T11" fmla="*/ 0 60000 65536"/>
                <a:gd name="T12" fmla="*/ 0 w 16"/>
                <a:gd name="T13" fmla="*/ 0 h 23"/>
                <a:gd name="T14" fmla="*/ 16 w 16"/>
                <a:gd name="T15" fmla="*/ 23 h 23"/>
              </a:gdLst>
              <a:ahLst/>
              <a:cxnLst>
                <a:cxn ang="T8">
                  <a:pos x="T0" y="T1"/>
                </a:cxn>
                <a:cxn ang="T9">
                  <a:pos x="T2" y="T3"/>
                </a:cxn>
                <a:cxn ang="T10">
                  <a:pos x="T4" y="T5"/>
                </a:cxn>
                <a:cxn ang="T11">
                  <a:pos x="T6" y="T7"/>
                </a:cxn>
              </a:cxnLst>
              <a:rect l="T12" t="T13" r="T14" b="T15"/>
              <a:pathLst>
                <a:path w="16" h="23">
                  <a:moveTo>
                    <a:pt x="16" y="23"/>
                  </a:moveTo>
                  <a:lnTo>
                    <a:pt x="0" y="23"/>
                  </a:lnTo>
                  <a:lnTo>
                    <a:pt x="0" y="0"/>
                  </a:lnTo>
                  <a:lnTo>
                    <a:pt x="16"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66" name="Rectangle 148"/>
            <p:cNvSpPr>
              <a:spLocks noChangeArrowheads="1"/>
            </p:cNvSpPr>
            <p:nvPr/>
          </p:nvSpPr>
          <p:spPr bwMode="auto">
            <a:xfrm>
              <a:off x="6618288" y="5600700"/>
              <a:ext cx="222250" cy="317500"/>
            </a:xfrm>
            <a:prstGeom prst="rect">
              <a:avLst/>
            </a:prstGeom>
            <a:solidFill>
              <a:srgbClr val="FFFFFF"/>
            </a:solidFill>
            <a:ln w="0">
              <a:solidFill>
                <a:srgbClr val="FFFFFF"/>
              </a:solidFill>
              <a:miter lim="800000"/>
              <a:headEnd/>
              <a:tailEnd/>
            </a:ln>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US" altLang="en-US">
                <a:latin typeface="Cambria" panose="02040503050406030204" pitchFamily="18" charset="0"/>
              </a:endParaRPr>
            </a:p>
          </p:txBody>
        </p:sp>
        <p:sp>
          <p:nvSpPr>
            <p:cNvPr id="25667" name="Freeform 149"/>
            <p:cNvSpPr>
              <a:spLocks/>
            </p:cNvSpPr>
            <p:nvPr/>
          </p:nvSpPr>
          <p:spPr bwMode="auto">
            <a:xfrm>
              <a:off x="6618288" y="5600700"/>
              <a:ext cx="222250" cy="317500"/>
            </a:xfrm>
            <a:custGeom>
              <a:avLst/>
              <a:gdLst>
                <a:gd name="T0" fmla="*/ 2147483646 w 16"/>
                <a:gd name="T1" fmla="*/ 2147483646 h 23"/>
                <a:gd name="T2" fmla="*/ 0 w 16"/>
                <a:gd name="T3" fmla="*/ 2147483646 h 23"/>
                <a:gd name="T4" fmla="*/ 0 w 16"/>
                <a:gd name="T5" fmla="*/ 0 h 23"/>
                <a:gd name="T6" fmla="*/ 2147483646 w 16"/>
                <a:gd name="T7" fmla="*/ 0 h 23"/>
                <a:gd name="T8" fmla="*/ 0 60000 65536"/>
                <a:gd name="T9" fmla="*/ 0 60000 65536"/>
                <a:gd name="T10" fmla="*/ 0 60000 65536"/>
                <a:gd name="T11" fmla="*/ 0 60000 65536"/>
                <a:gd name="T12" fmla="*/ 0 w 16"/>
                <a:gd name="T13" fmla="*/ 0 h 23"/>
                <a:gd name="T14" fmla="*/ 16 w 16"/>
                <a:gd name="T15" fmla="*/ 23 h 23"/>
              </a:gdLst>
              <a:ahLst/>
              <a:cxnLst>
                <a:cxn ang="T8">
                  <a:pos x="T0" y="T1"/>
                </a:cxn>
                <a:cxn ang="T9">
                  <a:pos x="T2" y="T3"/>
                </a:cxn>
                <a:cxn ang="T10">
                  <a:pos x="T4" y="T5"/>
                </a:cxn>
                <a:cxn ang="T11">
                  <a:pos x="T6" y="T7"/>
                </a:cxn>
              </a:cxnLst>
              <a:rect l="T12" t="T13" r="T14" b="T15"/>
              <a:pathLst>
                <a:path w="16" h="23">
                  <a:moveTo>
                    <a:pt x="16" y="23"/>
                  </a:moveTo>
                  <a:lnTo>
                    <a:pt x="0" y="23"/>
                  </a:lnTo>
                  <a:lnTo>
                    <a:pt x="0" y="0"/>
                  </a:lnTo>
                  <a:lnTo>
                    <a:pt x="16"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68" name="Line 150"/>
            <p:cNvSpPr>
              <a:spLocks noChangeShapeType="1"/>
            </p:cNvSpPr>
            <p:nvPr/>
          </p:nvSpPr>
          <p:spPr bwMode="auto">
            <a:xfrm flipH="1">
              <a:off x="4984750" y="5267325"/>
              <a:ext cx="222250" cy="15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9" name="Freeform 151"/>
            <p:cNvSpPr>
              <a:spLocks/>
            </p:cNvSpPr>
            <p:nvPr/>
          </p:nvSpPr>
          <p:spPr bwMode="auto">
            <a:xfrm>
              <a:off x="4584700" y="5102225"/>
              <a:ext cx="414338" cy="165100"/>
            </a:xfrm>
            <a:custGeom>
              <a:avLst/>
              <a:gdLst>
                <a:gd name="T0" fmla="*/ 0 w 30"/>
                <a:gd name="T1" fmla="*/ 0 h 12"/>
                <a:gd name="T2" fmla="*/ 2147483646 w 30"/>
                <a:gd name="T3" fmla="*/ 0 h 12"/>
                <a:gd name="T4" fmla="*/ 2147483646 w 30"/>
                <a:gd name="T5" fmla="*/ 0 h 12"/>
                <a:gd name="T6" fmla="*/ 2147483646 w 30"/>
                <a:gd name="T7" fmla="*/ 0 h 12"/>
                <a:gd name="T8" fmla="*/ 2147483646 w 30"/>
                <a:gd name="T9" fmla="*/ 0 h 12"/>
                <a:gd name="T10" fmla="*/ 2147483646 w 30"/>
                <a:gd name="T11" fmla="*/ 2147483646 h 12"/>
                <a:gd name="T12" fmla="*/ 2147483646 w 30"/>
                <a:gd name="T13" fmla="*/ 2147483646 h 12"/>
                <a:gd name="T14" fmla="*/ 2147483646 w 30"/>
                <a:gd name="T15" fmla="*/ 2147483646 h 12"/>
                <a:gd name="T16" fmla="*/ 2147483646 w 30"/>
                <a:gd name="T17" fmla="*/ 2147483646 h 12"/>
                <a:gd name="T18" fmla="*/ 2147483646 w 30"/>
                <a:gd name="T19" fmla="*/ 2147483646 h 12"/>
                <a:gd name="T20" fmla="*/ 2147483646 w 30"/>
                <a:gd name="T21" fmla="*/ 2147483646 h 12"/>
                <a:gd name="T22" fmla="*/ 2147483646 w 30"/>
                <a:gd name="T23" fmla="*/ 2147483646 h 12"/>
                <a:gd name="T24" fmla="*/ 2147483646 w 30"/>
                <a:gd name="T25" fmla="*/ 2147483646 h 12"/>
                <a:gd name="T26" fmla="*/ 2147483646 w 30"/>
                <a:gd name="T27" fmla="*/ 2147483646 h 12"/>
                <a:gd name="T28" fmla="*/ 2147483646 w 30"/>
                <a:gd name="T29" fmla="*/ 2147483646 h 12"/>
                <a:gd name="T30" fmla="*/ 2147483646 w 30"/>
                <a:gd name="T31" fmla="*/ 2147483646 h 12"/>
                <a:gd name="T32" fmla="*/ 2147483646 w 30"/>
                <a:gd name="T33" fmla="*/ 2147483646 h 12"/>
                <a:gd name="T34" fmla="*/ 2147483646 w 30"/>
                <a:gd name="T35" fmla="*/ 2147483646 h 12"/>
                <a:gd name="T36" fmla="*/ 2147483646 w 30"/>
                <a:gd name="T37" fmla="*/ 2147483646 h 12"/>
                <a:gd name="T38" fmla="*/ 2147483646 w 30"/>
                <a:gd name="T39" fmla="*/ 2147483646 h 12"/>
                <a:gd name="T40" fmla="*/ 2147483646 w 30"/>
                <a:gd name="T41" fmla="*/ 2147483646 h 12"/>
                <a:gd name="T42" fmla="*/ 2147483646 w 30"/>
                <a:gd name="T43" fmla="*/ 2147483646 h 12"/>
                <a:gd name="T44" fmla="*/ 2147483646 w 30"/>
                <a:gd name="T45" fmla="*/ 2147483646 h 12"/>
                <a:gd name="T46" fmla="*/ 2147483646 w 30"/>
                <a:gd name="T47" fmla="*/ 2147483646 h 12"/>
                <a:gd name="T48" fmla="*/ 2147483646 w 30"/>
                <a:gd name="T49" fmla="*/ 2147483646 h 12"/>
                <a:gd name="T50" fmla="*/ 2147483646 w 30"/>
                <a:gd name="T51" fmla="*/ 2147483646 h 12"/>
                <a:gd name="T52" fmla="*/ 2147483646 w 30"/>
                <a:gd name="T53" fmla="*/ 2147483646 h 12"/>
                <a:gd name="T54" fmla="*/ 2147483646 w 30"/>
                <a:gd name="T55" fmla="*/ 2147483646 h 1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0"/>
                <a:gd name="T85" fmla="*/ 0 h 12"/>
                <a:gd name="T86" fmla="*/ 30 w 30"/>
                <a:gd name="T87" fmla="*/ 12 h 1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0" h="12">
                  <a:moveTo>
                    <a:pt x="0" y="0"/>
                  </a:moveTo>
                  <a:lnTo>
                    <a:pt x="4" y="0"/>
                  </a:lnTo>
                  <a:lnTo>
                    <a:pt x="13" y="0"/>
                  </a:lnTo>
                  <a:lnTo>
                    <a:pt x="14" y="0"/>
                  </a:lnTo>
                  <a:lnTo>
                    <a:pt x="15" y="1"/>
                  </a:lnTo>
                  <a:lnTo>
                    <a:pt x="16" y="1"/>
                  </a:lnTo>
                  <a:lnTo>
                    <a:pt x="17" y="1"/>
                  </a:lnTo>
                  <a:lnTo>
                    <a:pt x="18" y="1"/>
                  </a:lnTo>
                  <a:lnTo>
                    <a:pt x="19" y="2"/>
                  </a:lnTo>
                  <a:lnTo>
                    <a:pt x="20" y="3"/>
                  </a:lnTo>
                  <a:lnTo>
                    <a:pt x="21" y="3"/>
                  </a:lnTo>
                  <a:lnTo>
                    <a:pt x="22" y="4"/>
                  </a:lnTo>
                  <a:lnTo>
                    <a:pt x="23" y="4"/>
                  </a:lnTo>
                  <a:lnTo>
                    <a:pt x="23" y="5"/>
                  </a:lnTo>
                  <a:lnTo>
                    <a:pt x="24" y="5"/>
                  </a:lnTo>
                  <a:lnTo>
                    <a:pt x="25" y="6"/>
                  </a:lnTo>
                  <a:lnTo>
                    <a:pt x="26" y="7"/>
                  </a:lnTo>
                  <a:lnTo>
                    <a:pt x="26" y="8"/>
                  </a:lnTo>
                  <a:lnTo>
                    <a:pt x="27" y="9"/>
                  </a:lnTo>
                  <a:lnTo>
                    <a:pt x="28" y="10"/>
                  </a:lnTo>
                  <a:lnTo>
                    <a:pt x="28" y="11"/>
                  </a:lnTo>
                  <a:lnTo>
                    <a:pt x="29" y="11"/>
                  </a:lnTo>
                  <a:lnTo>
                    <a:pt x="30" y="12"/>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70" name="Freeform 152"/>
            <p:cNvSpPr>
              <a:spLocks/>
            </p:cNvSpPr>
            <p:nvPr/>
          </p:nvSpPr>
          <p:spPr bwMode="auto">
            <a:xfrm>
              <a:off x="4584700" y="5267325"/>
              <a:ext cx="414338" cy="166688"/>
            </a:xfrm>
            <a:custGeom>
              <a:avLst/>
              <a:gdLst>
                <a:gd name="T0" fmla="*/ 0 w 30"/>
                <a:gd name="T1" fmla="*/ 2147483646 h 12"/>
                <a:gd name="T2" fmla="*/ 2147483646 w 30"/>
                <a:gd name="T3" fmla="*/ 2147483646 h 12"/>
                <a:gd name="T4" fmla="*/ 2147483646 w 30"/>
                <a:gd name="T5" fmla="*/ 2147483646 h 12"/>
                <a:gd name="T6" fmla="*/ 2147483646 w 30"/>
                <a:gd name="T7" fmla="*/ 2147483646 h 12"/>
                <a:gd name="T8" fmla="*/ 2147483646 w 30"/>
                <a:gd name="T9" fmla="*/ 2147483646 h 12"/>
                <a:gd name="T10" fmla="*/ 2147483646 w 30"/>
                <a:gd name="T11" fmla="*/ 2147483646 h 12"/>
                <a:gd name="T12" fmla="*/ 2147483646 w 30"/>
                <a:gd name="T13" fmla="*/ 2147483646 h 12"/>
                <a:gd name="T14" fmla="*/ 2147483646 w 30"/>
                <a:gd name="T15" fmla="*/ 2147483646 h 12"/>
                <a:gd name="T16" fmla="*/ 2147483646 w 30"/>
                <a:gd name="T17" fmla="*/ 2147483646 h 12"/>
                <a:gd name="T18" fmla="*/ 2147483646 w 30"/>
                <a:gd name="T19" fmla="*/ 2147483646 h 12"/>
                <a:gd name="T20" fmla="*/ 2147483646 w 30"/>
                <a:gd name="T21" fmla="*/ 2147483646 h 12"/>
                <a:gd name="T22" fmla="*/ 2147483646 w 30"/>
                <a:gd name="T23" fmla="*/ 2147483646 h 12"/>
                <a:gd name="T24" fmla="*/ 2147483646 w 30"/>
                <a:gd name="T25" fmla="*/ 2147483646 h 12"/>
                <a:gd name="T26" fmla="*/ 2147483646 w 30"/>
                <a:gd name="T27" fmla="*/ 2147483646 h 12"/>
                <a:gd name="T28" fmla="*/ 2147483646 w 30"/>
                <a:gd name="T29" fmla="*/ 2147483646 h 12"/>
                <a:gd name="T30" fmla="*/ 2147483646 w 30"/>
                <a:gd name="T31" fmla="*/ 2147483646 h 12"/>
                <a:gd name="T32" fmla="*/ 2147483646 w 30"/>
                <a:gd name="T33" fmla="*/ 2147483646 h 12"/>
                <a:gd name="T34" fmla="*/ 2147483646 w 30"/>
                <a:gd name="T35" fmla="*/ 2147483646 h 12"/>
                <a:gd name="T36" fmla="*/ 2147483646 w 30"/>
                <a:gd name="T37" fmla="*/ 2147483646 h 12"/>
                <a:gd name="T38" fmla="*/ 2147483646 w 30"/>
                <a:gd name="T39" fmla="*/ 2147483646 h 12"/>
                <a:gd name="T40" fmla="*/ 2147483646 w 30"/>
                <a:gd name="T41" fmla="*/ 2147483646 h 12"/>
                <a:gd name="T42" fmla="*/ 2147483646 w 30"/>
                <a:gd name="T43" fmla="*/ 2147483646 h 12"/>
                <a:gd name="T44" fmla="*/ 2147483646 w 30"/>
                <a:gd name="T45" fmla="*/ 2147483646 h 12"/>
                <a:gd name="T46" fmla="*/ 2147483646 w 30"/>
                <a:gd name="T47" fmla="*/ 2147483646 h 12"/>
                <a:gd name="T48" fmla="*/ 2147483646 w 30"/>
                <a:gd name="T49" fmla="*/ 2147483646 h 12"/>
                <a:gd name="T50" fmla="*/ 2147483646 w 30"/>
                <a:gd name="T51" fmla="*/ 2147483646 h 12"/>
                <a:gd name="T52" fmla="*/ 2147483646 w 30"/>
                <a:gd name="T53" fmla="*/ 2147483646 h 12"/>
                <a:gd name="T54" fmla="*/ 2147483646 w 30"/>
                <a:gd name="T55" fmla="*/ 0 h 1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0"/>
                <a:gd name="T85" fmla="*/ 0 h 12"/>
                <a:gd name="T86" fmla="*/ 30 w 30"/>
                <a:gd name="T87" fmla="*/ 12 h 1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0" h="12">
                  <a:moveTo>
                    <a:pt x="0" y="12"/>
                  </a:moveTo>
                  <a:lnTo>
                    <a:pt x="4" y="12"/>
                  </a:lnTo>
                  <a:lnTo>
                    <a:pt x="13" y="12"/>
                  </a:lnTo>
                  <a:lnTo>
                    <a:pt x="14" y="12"/>
                  </a:lnTo>
                  <a:lnTo>
                    <a:pt x="15" y="12"/>
                  </a:lnTo>
                  <a:lnTo>
                    <a:pt x="16" y="12"/>
                  </a:lnTo>
                  <a:lnTo>
                    <a:pt x="17" y="11"/>
                  </a:lnTo>
                  <a:lnTo>
                    <a:pt x="18" y="11"/>
                  </a:lnTo>
                  <a:lnTo>
                    <a:pt x="19" y="11"/>
                  </a:lnTo>
                  <a:lnTo>
                    <a:pt x="19" y="10"/>
                  </a:lnTo>
                  <a:lnTo>
                    <a:pt x="20" y="10"/>
                  </a:lnTo>
                  <a:lnTo>
                    <a:pt x="21" y="9"/>
                  </a:lnTo>
                  <a:lnTo>
                    <a:pt x="22" y="9"/>
                  </a:lnTo>
                  <a:lnTo>
                    <a:pt x="23" y="8"/>
                  </a:lnTo>
                  <a:lnTo>
                    <a:pt x="24" y="8"/>
                  </a:lnTo>
                  <a:lnTo>
                    <a:pt x="24" y="7"/>
                  </a:lnTo>
                  <a:lnTo>
                    <a:pt x="25" y="7"/>
                  </a:lnTo>
                  <a:lnTo>
                    <a:pt x="25" y="6"/>
                  </a:lnTo>
                  <a:lnTo>
                    <a:pt x="26" y="5"/>
                  </a:lnTo>
                  <a:lnTo>
                    <a:pt x="27" y="4"/>
                  </a:lnTo>
                  <a:lnTo>
                    <a:pt x="28" y="3"/>
                  </a:lnTo>
                  <a:lnTo>
                    <a:pt x="28" y="2"/>
                  </a:lnTo>
                  <a:lnTo>
                    <a:pt x="29" y="1"/>
                  </a:lnTo>
                  <a:lnTo>
                    <a:pt x="3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71" name="Freeform 153"/>
            <p:cNvSpPr>
              <a:spLocks/>
            </p:cNvSpPr>
            <p:nvPr/>
          </p:nvSpPr>
          <p:spPr bwMode="auto">
            <a:xfrm>
              <a:off x="4570413" y="5102225"/>
              <a:ext cx="55562" cy="165100"/>
            </a:xfrm>
            <a:custGeom>
              <a:avLst/>
              <a:gdLst>
                <a:gd name="T0" fmla="*/ 0 w 4"/>
                <a:gd name="T1" fmla="*/ 0 h 12"/>
                <a:gd name="T2" fmla="*/ 2147483646 w 4"/>
                <a:gd name="T3" fmla="*/ 2147483646 h 12"/>
                <a:gd name="T4" fmla="*/ 2147483646 w 4"/>
                <a:gd name="T5" fmla="*/ 2147483646 h 12"/>
                <a:gd name="T6" fmla="*/ 2147483646 w 4"/>
                <a:gd name="T7" fmla="*/ 2147483646 h 12"/>
                <a:gd name="T8" fmla="*/ 2147483646 w 4"/>
                <a:gd name="T9" fmla="*/ 2147483646 h 12"/>
                <a:gd name="T10" fmla="*/ 2147483646 w 4"/>
                <a:gd name="T11" fmla="*/ 2147483646 h 12"/>
                <a:gd name="T12" fmla="*/ 2147483646 w 4"/>
                <a:gd name="T13" fmla="*/ 2147483646 h 12"/>
                <a:gd name="T14" fmla="*/ 2147483646 w 4"/>
                <a:gd name="T15" fmla="*/ 2147483646 h 12"/>
                <a:gd name="T16" fmla="*/ 2147483646 w 4"/>
                <a:gd name="T17" fmla="*/ 2147483646 h 12"/>
                <a:gd name="T18" fmla="*/ 2147483646 w 4"/>
                <a:gd name="T19" fmla="*/ 2147483646 h 12"/>
                <a:gd name="T20" fmla="*/ 2147483646 w 4"/>
                <a:gd name="T21" fmla="*/ 2147483646 h 12"/>
                <a:gd name="T22" fmla="*/ 2147483646 w 4"/>
                <a:gd name="T23" fmla="*/ 2147483646 h 12"/>
                <a:gd name="T24" fmla="*/ 2147483646 w 4"/>
                <a:gd name="T25" fmla="*/ 2147483646 h 12"/>
                <a:gd name="T26" fmla="*/ 2147483646 w 4"/>
                <a:gd name="T27" fmla="*/ 2147483646 h 12"/>
                <a:gd name="T28" fmla="*/ 2147483646 w 4"/>
                <a:gd name="T29" fmla="*/ 2147483646 h 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
                <a:gd name="T46" fmla="*/ 0 h 12"/>
                <a:gd name="T47" fmla="*/ 4 w 4"/>
                <a:gd name="T48" fmla="*/ 12 h 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 h="12">
                  <a:moveTo>
                    <a:pt x="0" y="0"/>
                  </a:moveTo>
                  <a:lnTo>
                    <a:pt x="1" y="2"/>
                  </a:lnTo>
                  <a:lnTo>
                    <a:pt x="1" y="3"/>
                  </a:lnTo>
                  <a:lnTo>
                    <a:pt x="2" y="3"/>
                  </a:lnTo>
                  <a:lnTo>
                    <a:pt x="2" y="4"/>
                  </a:lnTo>
                  <a:lnTo>
                    <a:pt x="2" y="5"/>
                  </a:lnTo>
                  <a:lnTo>
                    <a:pt x="3" y="6"/>
                  </a:lnTo>
                  <a:lnTo>
                    <a:pt x="3" y="7"/>
                  </a:lnTo>
                  <a:lnTo>
                    <a:pt x="3" y="8"/>
                  </a:lnTo>
                  <a:lnTo>
                    <a:pt x="4" y="9"/>
                  </a:lnTo>
                  <a:lnTo>
                    <a:pt x="4" y="10"/>
                  </a:lnTo>
                  <a:lnTo>
                    <a:pt x="4" y="11"/>
                  </a:lnTo>
                  <a:lnTo>
                    <a:pt x="4" y="12"/>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72" name="Freeform 154"/>
            <p:cNvSpPr>
              <a:spLocks/>
            </p:cNvSpPr>
            <p:nvPr/>
          </p:nvSpPr>
          <p:spPr bwMode="auto">
            <a:xfrm>
              <a:off x="4570413" y="5267325"/>
              <a:ext cx="55562" cy="166688"/>
            </a:xfrm>
            <a:custGeom>
              <a:avLst/>
              <a:gdLst>
                <a:gd name="T0" fmla="*/ 0 w 4"/>
                <a:gd name="T1" fmla="*/ 2147483646 h 12"/>
                <a:gd name="T2" fmla="*/ 2147483646 w 4"/>
                <a:gd name="T3" fmla="*/ 2147483646 h 12"/>
                <a:gd name="T4" fmla="*/ 2147483646 w 4"/>
                <a:gd name="T5" fmla="*/ 2147483646 h 12"/>
                <a:gd name="T6" fmla="*/ 2147483646 w 4"/>
                <a:gd name="T7" fmla="*/ 2147483646 h 12"/>
                <a:gd name="T8" fmla="*/ 2147483646 w 4"/>
                <a:gd name="T9" fmla="*/ 2147483646 h 12"/>
                <a:gd name="T10" fmla="*/ 2147483646 w 4"/>
                <a:gd name="T11" fmla="*/ 2147483646 h 12"/>
                <a:gd name="T12" fmla="*/ 2147483646 w 4"/>
                <a:gd name="T13" fmla="*/ 2147483646 h 12"/>
                <a:gd name="T14" fmla="*/ 2147483646 w 4"/>
                <a:gd name="T15" fmla="*/ 2147483646 h 12"/>
                <a:gd name="T16" fmla="*/ 2147483646 w 4"/>
                <a:gd name="T17" fmla="*/ 2147483646 h 12"/>
                <a:gd name="T18" fmla="*/ 2147483646 w 4"/>
                <a:gd name="T19" fmla="*/ 2147483646 h 12"/>
                <a:gd name="T20" fmla="*/ 2147483646 w 4"/>
                <a:gd name="T21" fmla="*/ 2147483646 h 12"/>
                <a:gd name="T22" fmla="*/ 2147483646 w 4"/>
                <a:gd name="T23" fmla="*/ 2147483646 h 12"/>
                <a:gd name="T24" fmla="*/ 2147483646 w 4"/>
                <a:gd name="T25" fmla="*/ 2147483646 h 12"/>
                <a:gd name="T26" fmla="*/ 2147483646 w 4"/>
                <a:gd name="T27" fmla="*/ 2147483646 h 12"/>
                <a:gd name="T28" fmla="*/ 2147483646 w 4"/>
                <a:gd name="T29" fmla="*/ 0 h 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
                <a:gd name="T46" fmla="*/ 0 h 12"/>
                <a:gd name="T47" fmla="*/ 4 w 4"/>
                <a:gd name="T48" fmla="*/ 12 h 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 h="12">
                  <a:moveTo>
                    <a:pt x="0" y="12"/>
                  </a:moveTo>
                  <a:lnTo>
                    <a:pt x="1" y="11"/>
                  </a:lnTo>
                  <a:lnTo>
                    <a:pt x="1" y="10"/>
                  </a:lnTo>
                  <a:lnTo>
                    <a:pt x="2" y="9"/>
                  </a:lnTo>
                  <a:lnTo>
                    <a:pt x="2" y="8"/>
                  </a:lnTo>
                  <a:lnTo>
                    <a:pt x="2" y="7"/>
                  </a:lnTo>
                  <a:lnTo>
                    <a:pt x="3" y="7"/>
                  </a:lnTo>
                  <a:lnTo>
                    <a:pt x="3" y="6"/>
                  </a:lnTo>
                  <a:lnTo>
                    <a:pt x="3" y="5"/>
                  </a:lnTo>
                  <a:lnTo>
                    <a:pt x="4" y="4"/>
                  </a:lnTo>
                  <a:lnTo>
                    <a:pt x="4" y="3"/>
                  </a:lnTo>
                  <a:lnTo>
                    <a:pt x="4" y="2"/>
                  </a:lnTo>
                  <a:lnTo>
                    <a:pt x="4" y="1"/>
                  </a:lnTo>
                  <a:lnTo>
                    <a:pt x="4"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73" name="Freeform 155"/>
            <p:cNvSpPr>
              <a:spLocks/>
            </p:cNvSpPr>
            <p:nvPr/>
          </p:nvSpPr>
          <p:spPr bwMode="auto">
            <a:xfrm>
              <a:off x="4514850" y="5102225"/>
              <a:ext cx="55563" cy="165100"/>
            </a:xfrm>
            <a:custGeom>
              <a:avLst/>
              <a:gdLst>
                <a:gd name="T0" fmla="*/ 0 w 4"/>
                <a:gd name="T1" fmla="*/ 0 h 12"/>
                <a:gd name="T2" fmla="*/ 2147483646 w 4"/>
                <a:gd name="T3" fmla="*/ 2147483646 h 12"/>
                <a:gd name="T4" fmla="*/ 2147483646 w 4"/>
                <a:gd name="T5" fmla="*/ 2147483646 h 12"/>
                <a:gd name="T6" fmla="*/ 2147483646 w 4"/>
                <a:gd name="T7" fmla="*/ 2147483646 h 12"/>
                <a:gd name="T8" fmla="*/ 2147483646 w 4"/>
                <a:gd name="T9" fmla="*/ 2147483646 h 12"/>
                <a:gd name="T10" fmla="*/ 2147483646 w 4"/>
                <a:gd name="T11" fmla="*/ 2147483646 h 12"/>
                <a:gd name="T12" fmla="*/ 2147483646 w 4"/>
                <a:gd name="T13" fmla="*/ 2147483646 h 12"/>
                <a:gd name="T14" fmla="*/ 2147483646 w 4"/>
                <a:gd name="T15" fmla="*/ 2147483646 h 12"/>
                <a:gd name="T16" fmla="*/ 2147483646 w 4"/>
                <a:gd name="T17" fmla="*/ 2147483646 h 12"/>
                <a:gd name="T18" fmla="*/ 2147483646 w 4"/>
                <a:gd name="T19" fmla="*/ 2147483646 h 12"/>
                <a:gd name="T20" fmla="*/ 2147483646 w 4"/>
                <a:gd name="T21" fmla="*/ 2147483646 h 12"/>
                <a:gd name="T22" fmla="*/ 2147483646 w 4"/>
                <a:gd name="T23" fmla="*/ 2147483646 h 12"/>
                <a:gd name="T24" fmla="*/ 2147483646 w 4"/>
                <a:gd name="T25" fmla="*/ 2147483646 h 12"/>
                <a:gd name="T26" fmla="*/ 2147483646 w 4"/>
                <a:gd name="T27" fmla="*/ 2147483646 h 12"/>
                <a:gd name="T28" fmla="*/ 2147483646 w 4"/>
                <a:gd name="T29" fmla="*/ 2147483646 h 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
                <a:gd name="T46" fmla="*/ 0 h 12"/>
                <a:gd name="T47" fmla="*/ 4 w 4"/>
                <a:gd name="T48" fmla="*/ 12 h 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 h="12">
                  <a:moveTo>
                    <a:pt x="0" y="0"/>
                  </a:moveTo>
                  <a:lnTo>
                    <a:pt x="1" y="2"/>
                  </a:lnTo>
                  <a:lnTo>
                    <a:pt x="2" y="3"/>
                  </a:lnTo>
                  <a:lnTo>
                    <a:pt x="2" y="4"/>
                  </a:lnTo>
                  <a:lnTo>
                    <a:pt x="3" y="5"/>
                  </a:lnTo>
                  <a:lnTo>
                    <a:pt x="3" y="6"/>
                  </a:lnTo>
                  <a:lnTo>
                    <a:pt x="3" y="7"/>
                  </a:lnTo>
                  <a:lnTo>
                    <a:pt x="3" y="8"/>
                  </a:lnTo>
                  <a:lnTo>
                    <a:pt x="4" y="9"/>
                  </a:lnTo>
                  <a:lnTo>
                    <a:pt x="4" y="10"/>
                  </a:lnTo>
                  <a:lnTo>
                    <a:pt x="4" y="11"/>
                  </a:lnTo>
                  <a:lnTo>
                    <a:pt x="4" y="12"/>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74" name="Freeform 156"/>
            <p:cNvSpPr>
              <a:spLocks/>
            </p:cNvSpPr>
            <p:nvPr/>
          </p:nvSpPr>
          <p:spPr bwMode="auto">
            <a:xfrm>
              <a:off x="4514850" y="5267325"/>
              <a:ext cx="55563" cy="166688"/>
            </a:xfrm>
            <a:custGeom>
              <a:avLst/>
              <a:gdLst>
                <a:gd name="T0" fmla="*/ 0 w 4"/>
                <a:gd name="T1" fmla="*/ 2147483646 h 12"/>
                <a:gd name="T2" fmla="*/ 2147483646 w 4"/>
                <a:gd name="T3" fmla="*/ 2147483646 h 12"/>
                <a:gd name="T4" fmla="*/ 2147483646 w 4"/>
                <a:gd name="T5" fmla="*/ 2147483646 h 12"/>
                <a:gd name="T6" fmla="*/ 2147483646 w 4"/>
                <a:gd name="T7" fmla="*/ 2147483646 h 12"/>
                <a:gd name="T8" fmla="*/ 2147483646 w 4"/>
                <a:gd name="T9" fmla="*/ 2147483646 h 12"/>
                <a:gd name="T10" fmla="*/ 2147483646 w 4"/>
                <a:gd name="T11" fmla="*/ 2147483646 h 12"/>
                <a:gd name="T12" fmla="*/ 2147483646 w 4"/>
                <a:gd name="T13" fmla="*/ 2147483646 h 12"/>
                <a:gd name="T14" fmla="*/ 2147483646 w 4"/>
                <a:gd name="T15" fmla="*/ 2147483646 h 12"/>
                <a:gd name="T16" fmla="*/ 2147483646 w 4"/>
                <a:gd name="T17" fmla="*/ 2147483646 h 12"/>
                <a:gd name="T18" fmla="*/ 2147483646 w 4"/>
                <a:gd name="T19" fmla="*/ 2147483646 h 12"/>
                <a:gd name="T20" fmla="*/ 2147483646 w 4"/>
                <a:gd name="T21" fmla="*/ 2147483646 h 12"/>
                <a:gd name="T22" fmla="*/ 2147483646 w 4"/>
                <a:gd name="T23" fmla="*/ 2147483646 h 12"/>
                <a:gd name="T24" fmla="*/ 2147483646 w 4"/>
                <a:gd name="T25" fmla="*/ 2147483646 h 12"/>
                <a:gd name="T26" fmla="*/ 2147483646 w 4"/>
                <a:gd name="T27" fmla="*/ 2147483646 h 12"/>
                <a:gd name="T28" fmla="*/ 2147483646 w 4"/>
                <a:gd name="T29" fmla="*/ 0 h 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
                <a:gd name="T46" fmla="*/ 0 h 12"/>
                <a:gd name="T47" fmla="*/ 4 w 4"/>
                <a:gd name="T48" fmla="*/ 12 h 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 h="12">
                  <a:moveTo>
                    <a:pt x="0" y="12"/>
                  </a:moveTo>
                  <a:lnTo>
                    <a:pt x="1" y="11"/>
                  </a:lnTo>
                  <a:lnTo>
                    <a:pt x="2" y="10"/>
                  </a:lnTo>
                  <a:lnTo>
                    <a:pt x="2" y="9"/>
                  </a:lnTo>
                  <a:lnTo>
                    <a:pt x="2" y="8"/>
                  </a:lnTo>
                  <a:lnTo>
                    <a:pt x="3" y="7"/>
                  </a:lnTo>
                  <a:lnTo>
                    <a:pt x="3" y="6"/>
                  </a:lnTo>
                  <a:lnTo>
                    <a:pt x="3" y="5"/>
                  </a:lnTo>
                  <a:lnTo>
                    <a:pt x="4" y="4"/>
                  </a:lnTo>
                  <a:lnTo>
                    <a:pt x="4" y="3"/>
                  </a:lnTo>
                  <a:lnTo>
                    <a:pt x="4" y="2"/>
                  </a:lnTo>
                  <a:lnTo>
                    <a:pt x="4" y="1"/>
                  </a:lnTo>
                  <a:lnTo>
                    <a:pt x="4"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75" name="Line 157"/>
            <p:cNvSpPr>
              <a:spLocks noChangeShapeType="1"/>
            </p:cNvSpPr>
            <p:nvPr/>
          </p:nvSpPr>
          <p:spPr bwMode="auto">
            <a:xfrm>
              <a:off x="4224338" y="5267325"/>
              <a:ext cx="401637" cy="15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6" name="Freeform 158"/>
            <p:cNvSpPr>
              <a:spLocks/>
            </p:cNvSpPr>
            <p:nvPr/>
          </p:nvSpPr>
          <p:spPr bwMode="auto">
            <a:xfrm>
              <a:off x="4224338" y="4976813"/>
              <a:ext cx="207962" cy="193675"/>
            </a:xfrm>
            <a:custGeom>
              <a:avLst/>
              <a:gdLst>
                <a:gd name="T0" fmla="*/ 0 w 15"/>
                <a:gd name="T1" fmla="*/ 0 h 14"/>
                <a:gd name="T2" fmla="*/ 2147483646 w 15"/>
                <a:gd name="T3" fmla="*/ 0 h 14"/>
                <a:gd name="T4" fmla="*/ 2147483646 w 15"/>
                <a:gd name="T5" fmla="*/ 2147483646 h 14"/>
                <a:gd name="T6" fmla="*/ 0 60000 65536"/>
                <a:gd name="T7" fmla="*/ 0 60000 65536"/>
                <a:gd name="T8" fmla="*/ 0 60000 65536"/>
                <a:gd name="T9" fmla="*/ 0 w 15"/>
                <a:gd name="T10" fmla="*/ 0 h 14"/>
                <a:gd name="T11" fmla="*/ 15 w 15"/>
                <a:gd name="T12" fmla="*/ 14 h 14"/>
              </a:gdLst>
              <a:ahLst/>
              <a:cxnLst>
                <a:cxn ang="T6">
                  <a:pos x="T0" y="T1"/>
                </a:cxn>
                <a:cxn ang="T7">
                  <a:pos x="T2" y="T3"/>
                </a:cxn>
                <a:cxn ang="T8">
                  <a:pos x="T4" y="T5"/>
                </a:cxn>
              </a:cxnLst>
              <a:rect l="T9" t="T10" r="T11" b="T12"/>
              <a:pathLst>
                <a:path w="15" h="14">
                  <a:moveTo>
                    <a:pt x="0" y="0"/>
                  </a:moveTo>
                  <a:lnTo>
                    <a:pt x="15" y="0"/>
                  </a:lnTo>
                  <a:lnTo>
                    <a:pt x="15" y="14"/>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77" name="Freeform 159"/>
            <p:cNvSpPr>
              <a:spLocks/>
            </p:cNvSpPr>
            <p:nvPr/>
          </p:nvSpPr>
          <p:spPr bwMode="auto">
            <a:xfrm>
              <a:off x="4224338" y="5364163"/>
              <a:ext cx="207962" cy="193675"/>
            </a:xfrm>
            <a:custGeom>
              <a:avLst/>
              <a:gdLst>
                <a:gd name="T0" fmla="*/ 0 w 15"/>
                <a:gd name="T1" fmla="*/ 2147483646 h 14"/>
                <a:gd name="T2" fmla="*/ 2147483646 w 15"/>
                <a:gd name="T3" fmla="*/ 2147483646 h 14"/>
                <a:gd name="T4" fmla="*/ 2147483646 w 15"/>
                <a:gd name="T5" fmla="*/ 0 h 14"/>
                <a:gd name="T6" fmla="*/ 0 60000 65536"/>
                <a:gd name="T7" fmla="*/ 0 60000 65536"/>
                <a:gd name="T8" fmla="*/ 0 60000 65536"/>
                <a:gd name="T9" fmla="*/ 0 w 15"/>
                <a:gd name="T10" fmla="*/ 0 h 14"/>
                <a:gd name="T11" fmla="*/ 15 w 15"/>
                <a:gd name="T12" fmla="*/ 14 h 14"/>
              </a:gdLst>
              <a:ahLst/>
              <a:cxnLst>
                <a:cxn ang="T6">
                  <a:pos x="T0" y="T1"/>
                </a:cxn>
                <a:cxn ang="T7">
                  <a:pos x="T2" y="T3"/>
                </a:cxn>
                <a:cxn ang="T8">
                  <a:pos x="T4" y="T5"/>
                </a:cxn>
              </a:cxnLst>
              <a:rect l="T9" t="T10" r="T11" b="T12"/>
              <a:pathLst>
                <a:path w="15" h="14">
                  <a:moveTo>
                    <a:pt x="0" y="14"/>
                  </a:moveTo>
                  <a:lnTo>
                    <a:pt x="15" y="14"/>
                  </a:lnTo>
                  <a:lnTo>
                    <a:pt x="15"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78" name="Line 160"/>
            <p:cNvSpPr>
              <a:spLocks noChangeShapeType="1"/>
            </p:cNvSpPr>
            <p:nvPr/>
          </p:nvSpPr>
          <p:spPr bwMode="auto">
            <a:xfrm flipH="1">
              <a:off x="4432300" y="5170488"/>
              <a:ext cx="165100" cy="15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9" name="Line 161"/>
            <p:cNvSpPr>
              <a:spLocks noChangeShapeType="1"/>
            </p:cNvSpPr>
            <p:nvPr/>
          </p:nvSpPr>
          <p:spPr bwMode="auto">
            <a:xfrm flipH="1">
              <a:off x="4432300" y="5364163"/>
              <a:ext cx="179388" cy="15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80" name="Freeform 162"/>
            <p:cNvSpPr>
              <a:spLocks/>
            </p:cNvSpPr>
            <p:nvPr/>
          </p:nvSpPr>
          <p:spPr bwMode="auto">
            <a:xfrm>
              <a:off x="4572000" y="4289425"/>
              <a:ext cx="622300" cy="963613"/>
            </a:xfrm>
            <a:custGeom>
              <a:avLst/>
              <a:gdLst>
                <a:gd name="T0" fmla="*/ 0 w 392"/>
                <a:gd name="T1" fmla="*/ 0 h 607"/>
                <a:gd name="T2" fmla="*/ 2147483646 w 392"/>
                <a:gd name="T3" fmla="*/ 2147483646 h 607"/>
                <a:gd name="T4" fmla="*/ 2147483646 w 392"/>
                <a:gd name="T5" fmla="*/ 2147483646 h 607"/>
                <a:gd name="T6" fmla="*/ 0 60000 65536"/>
                <a:gd name="T7" fmla="*/ 0 60000 65536"/>
                <a:gd name="T8" fmla="*/ 0 60000 65536"/>
                <a:gd name="T9" fmla="*/ 0 w 392"/>
                <a:gd name="T10" fmla="*/ 0 h 607"/>
                <a:gd name="T11" fmla="*/ 392 w 392"/>
                <a:gd name="T12" fmla="*/ 607 h 607"/>
              </a:gdLst>
              <a:ahLst/>
              <a:cxnLst>
                <a:cxn ang="T6">
                  <a:pos x="T0" y="T1"/>
                </a:cxn>
                <a:cxn ang="T7">
                  <a:pos x="T2" y="T3"/>
                </a:cxn>
                <a:cxn ang="T8">
                  <a:pos x="T4" y="T5"/>
                </a:cxn>
              </a:cxnLst>
              <a:rect l="T9" t="T10" r="T11" b="T12"/>
              <a:pathLst>
                <a:path w="392" h="607">
                  <a:moveTo>
                    <a:pt x="0" y="0"/>
                  </a:moveTo>
                  <a:cubicBezTo>
                    <a:pt x="139" y="179"/>
                    <a:pt x="278" y="359"/>
                    <a:pt x="335" y="460"/>
                  </a:cubicBezTo>
                  <a:cubicBezTo>
                    <a:pt x="392" y="561"/>
                    <a:pt x="343" y="583"/>
                    <a:pt x="345" y="607"/>
                  </a:cubicBezTo>
                </a:path>
              </a:pathLst>
            </a:custGeom>
            <a:noFill/>
            <a:ln w="127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25681" name="Freeform 163"/>
            <p:cNvSpPr>
              <a:spLocks/>
            </p:cNvSpPr>
            <p:nvPr/>
          </p:nvSpPr>
          <p:spPr bwMode="auto">
            <a:xfrm>
              <a:off x="7613650" y="4322763"/>
              <a:ext cx="257175" cy="930275"/>
            </a:xfrm>
            <a:custGeom>
              <a:avLst/>
              <a:gdLst>
                <a:gd name="T0" fmla="*/ 0 w 162"/>
                <a:gd name="T1" fmla="*/ 0 h 586"/>
                <a:gd name="T2" fmla="*/ 2147483646 w 162"/>
                <a:gd name="T3" fmla="*/ 2147483646 h 586"/>
                <a:gd name="T4" fmla="*/ 2147483646 w 162"/>
                <a:gd name="T5" fmla="*/ 2147483646 h 586"/>
                <a:gd name="T6" fmla="*/ 0 60000 65536"/>
                <a:gd name="T7" fmla="*/ 0 60000 65536"/>
                <a:gd name="T8" fmla="*/ 0 60000 65536"/>
                <a:gd name="T9" fmla="*/ 0 w 162"/>
                <a:gd name="T10" fmla="*/ 0 h 586"/>
                <a:gd name="T11" fmla="*/ 162 w 162"/>
                <a:gd name="T12" fmla="*/ 586 h 586"/>
              </a:gdLst>
              <a:ahLst/>
              <a:cxnLst>
                <a:cxn ang="T6">
                  <a:pos x="T0" y="T1"/>
                </a:cxn>
                <a:cxn ang="T7">
                  <a:pos x="T2" y="T3"/>
                </a:cxn>
                <a:cxn ang="T8">
                  <a:pos x="T4" y="T5"/>
                </a:cxn>
              </a:cxnLst>
              <a:rect l="T9" t="T10" r="T11" b="T12"/>
              <a:pathLst>
                <a:path w="162" h="586">
                  <a:moveTo>
                    <a:pt x="0" y="0"/>
                  </a:moveTo>
                  <a:cubicBezTo>
                    <a:pt x="55" y="66"/>
                    <a:pt x="110" y="132"/>
                    <a:pt x="136" y="230"/>
                  </a:cubicBezTo>
                  <a:cubicBezTo>
                    <a:pt x="162" y="328"/>
                    <a:pt x="159" y="457"/>
                    <a:pt x="157" y="586"/>
                  </a:cubicBezTo>
                </a:path>
              </a:pathLst>
            </a:custGeom>
            <a:noFill/>
            <a:ln w="127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25682" name="Text Box 165"/>
            <p:cNvSpPr txBox="1">
              <a:spLocks noChangeArrowheads="1"/>
            </p:cNvSpPr>
            <p:nvPr/>
          </p:nvSpPr>
          <p:spPr bwMode="auto">
            <a:xfrm>
              <a:off x="4546600" y="4071938"/>
              <a:ext cx="603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latin typeface="Cambria" panose="02040503050406030204" pitchFamily="18" charset="0"/>
                </a:rPr>
                <a:t>Sum</a:t>
              </a:r>
            </a:p>
          </p:txBody>
        </p:sp>
        <p:sp>
          <p:nvSpPr>
            <p:cNvPr id="25683" name="Text Box 167"/>
            <p:cNvSpPr txBox="1">
              <a:spLocks noChangeArrowheads="1"/>
            </p:cNvSpPr>
            <p:nvPr/>
          </p:nvSpPr>
          <p:spPr bwMode="auto">
            <a:xfrm>
              <a:off x="7173913" y="4035425"/>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latin typeface="Cambria" panose="02040503050406030204" pitchFamily="18" charset="0"/>
                </a:rPr>
                <a:t>Carry</a:t>
              </a:r>
            </a:p>
          </p:txBody>
        </p:sp>
      </p:grpSp>
      <p:sp>
        <p:nvSpPr>
          <p:cNvPr id="25608" name="Text Box 18"/>
          <p:cNvSpPr txBox="1">
            <a:spLocks noChangeArrowheads="1"/>
          </p:cNvSpPr>
          <p:nvPr/>
        </p:nvSpPr>
        <p:spPr bwMode="auto">
          <a:xfrm>
            <a:off x="4746625" y="2043113"/>
            <a:ext cx="34925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buFontTx/>
              <a:buChar char="•"/>
            </a:pPr>
            <a:r>
              <a:rPr lang="en-US" altLang="en-US" i="1" dirty="0">
                <a:latin typeface="Cambria" panose="02040503050406030204" pitchFamily="18" charset="0"/>
              </a:rPr>
              <a:t>c</a:t>
            </a:r>
            <a:r>
              <a:rPr lang="en-US" altLang="en-US" i="1" baseline="-25000" dirty="0">
                <a:latin typeface="Cambria" panose="02040503050406030204" pitchFamily="18" charset="0"/>
              </a:rPr>
              <a:t>1</a:t>
            </a:r>
            <a:r>
              <a:rPr lang="en-US" altLang="en-US" dirty="0">
                <a:latin typeface="Cambria" panose="02040503050406030204" pitchFamily="18" charset="0"/>
              </a:rPr>
              <a:t> is available after 2 gate delays.</a:t>
            </a:r>
          </a:p>
          <a:p>
            <a:pPr>
              <a:buFontTx/>
              <a:buChar char="•"/>
            </a:pPr>
            <a:r>
              <a:rPr lang="en-US" altLang="en-US" i="1" dirty="0">
                <a:latin typeface="Cambria" panose="02040503050406030204" pitchFamily="18" charset="0"/>
              </a:rPr>
              <a:t>s</a:t>
            </a:r>
            <a:r>
              <a:rPr lang="en-US" altLang="en-US" i="1" baseline="-25000" dirty="0">
                <a:latin typeface="Cambria" panose="02040503050406030204" pitchFamily="18" charset="0"/>
              </a:rPr>
              <a:t>0</a:t>
            </a:r>
            <a:r>
              <a:rPr lang="en-US" altLang="en-US" dirty="0">
                <a:latin typeface="Cambria" panose="02040503050406030204" pitchFamily="18" charset="0"/>
              </a:rPr>
              <a:t> is available after 1 gate delay.</a:t>
            </a:r>
          </a:p>
        </p:txBody>
      </p:sp>
      <p:sp>
        <p:nvSpPr>
          <p:cNvPr id="25609" name="Text Box 16"/>
          <p:cNvSpPr txBox="1">
            <a:spLocks noChangeArrowheads="1"/>
          </p:cNvSpPr>
          <p:nvPr/>
        </p:nvSpPr>
        <p:spPr bwMode="auto">
          <a:xfrm>
            <a:off x="4813300" y="1758950"/>
            <a:ext cx="2127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u="sng" dirty="0">
                <a:latin typeface="Comic Sans MS" panose="030F0702030302020204" pitchFamily="66" charset="0"/>
              </a:rPr>
              <a:t>Consider </a:t>
            </a:r>
            <a:r>
              <a:rPr lang="en-US" altLang="en-US" i="1" u="sng" dirty="0">
                <a:latin typeface="Cambria" panose="02040503050406030204" pitchFamily="18" charset="0"/>
              </a:rPr>
              <a:t>0</a:t>
            </a:r>
            <a:r>
              <a:rPr lang="en-US" altLang="en-US" i="1" u="sng" baseline="30000" dirty="0">
                <a:latin typeface="Cambria" panose="02040503050406030204" pitchFamily="18" charset="0"/>
              </a:rPr>
              <a:t>th</a:t>
            </a:r>
            <a:r>
              <a:rPr lang="en-US" altLang="en-US" u="sng" dirty="0">
                <a:latin typeface="Comic Sans MS" panose="030F0702030302020204" pitchFamily="66" charset="0"/>
              </a:rPr>
              <a:t> stage:</a:t>
            </a:r>
          </a:p>
          <a:p>
            <a:endParaRPr lang="en-US" altLang="en-US" dirty="0">
              <a:latin typeface="Comic Sans MS" panose="030F0702030302020204" pitchFamily="66" charset="0"/>
            </a:endParaRPr>
          </a:p>
        </p:txBody>
      </p:sp>
      <p:sp>
        <p:nvSpPr>
          <p:cNvPr id="99" name="Rectangle 2"/>
          <p:cNvSpPr txBox="1">
            <a:spLocks noChangeArrowheads="1"/>
          </p:cNvSpPr>
          <p:nvPr/>
        </p:nvSpPr>
        <p:spPr bwMode="auto">
          <a:xfrm>
            <a:off x="457200" y="190500"/>
            <a:ext cx="8305800" cy="800100"/>
          </a:xfrm>
          <a:prstGeom prst="rect">
            <a:avLst/>
          </a:prstGeom>
          <a:noFill/>
          <a:ln w="9525">
            <a:noFill/>
            <a:miter lim="800000"/>
            <a:headEnd/>
            <a:tailEnd/>
          </a:ln>
        </p:spPr>
        <p:txBody>
          <a:bodyPr bIns="91440" anchor="b">
            <a:normAutofit/>
          </a:bodyPr>
          <a:lstStyle/>
          <a:p>
            <a:pPr fontAlgn="auto">
              <a:spcAft>
                <a:spcPts val="0"/>
              </a:spcAft>
              <a:defRPr/>
            </a:pPr>
            <a:r>
              <a:rPr lang="en-US" sz="4000" b="1" u="sng" dirty="0">
                <a:solidFill>
                  <a:srgbClr val="002060"/>
                </a:solidFill>
                <a:latin typeface="+mj-lt"/>
                <a:ea typeface="+mj-ea"/>
                <a:cs typeface="+mj-cs"/>
              </a:rPr>
              <a:t>Computing the add time (contd..)</a:t>
            </a:r>
          </a:p>
        </p:txBody>
      </p:sp>
    </p:spTree>
    <p:extLst>
      <p:ext uri="{BB962C8B-B14F-4D97-AF65-F5344CB8AC3E}">
        <p14:creationId xmlns:p14="http://schemas.microsoft.com/office/powerpoint/2010/main" val="3072466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Slide Number Placeholder 2"/>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F5FECDAD-56D5-444E-89A6-8A63929A425B}" type="slidenum">
              <a:rPr lang="en-US" altLang="en-US" smtClean="0">
                <a:solidFill>
                  <a:srgbClr val="FFFFFF"/>
                </a:solidFill>
                <a:latin typeface="Franklin Gothic Book" panose="020B0503020102020204" pitchFamily="34" charset="0"/>
              </a:rPr>
              <a:pPr/>
              <a:t>9</a:t>
            </a:fld>
            <a:endParaRPr lang="en-US" altLang="en-US">
              <a:solidFill>
                <a:srgbClr val="FFFFFF"/>
              </a:solidFill>
              <a:latin typeface="Franklin Gothic Book" panose="020B0503020102020204" pitchFamily="34" charset="0"/>
            </a:endParaRPr>
          </a:p>
        </p:txBody>
      </p:sp>
      <p:grpSp>
        <p:nvGrpSpPr>
          <p:cNvPr id="26630" name="Group 6"/>
          <p:cNvGrpSpPr>
            <a:grpSpLocks/>
          </p:cNvGrpSpPr>
          <p:nvPr/>
        </p:nvGrpSpPr>
        <p:grpSpPr bwMode="auto">
          <a:xfrm>
            <a:off x="566738" y="1679575"/>
            <a:ext cx="7947025" cy="3840163"/>
            <a:chOff x="566738" y="1679575"/>
            <a:chExt cx="7947025" cy="3840163"/>
          </a:xfrm>
        </p:grpSpPr>
        <p:sp>
          <p:nvSpPr>
            <p:cNvPr id="26634" name="Rectangle 51"/>
            <p:cNvSpPr>
              <a:spLocks noChangeArrowheads="1"/>
            </p:cNvSpPr>
            <p:nvPr/>
          </p:nvSpPr>
          <p:spPr bwMode="auto">
            <a:xfrm>
              <a:off x="566738" y="1679575"/>
              <a:ext cx="7947025" cy="3840163"/>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US" altLang="en-US">
                <a:latin typeface="Cambria" panose="02040503050406030204" pitchFamily="18" charset="0"/>
              </a:endParaRPr>
            </a:p>
          </p:txBody>
        </p:sp>
        <p:grpSp>
          <p:nvGrpSpPr>
            <p:cNvPr id="26635" name="Group 8"/>
            <p:cNvGrpSpPr>
              <a:grpSpLocks/>
            </p:cNvGrpSpPr>
            <p:nvPr/>
          </p:nvGrpSpPr>
          <p:grpSpPr bwMode="auto">
            <a:xfrm>
              <a:off x="603248" y="1765302"/>
              <a:ext cx="7869240" cy="2357440"/>
              <a:chOff x="359" y="2505"/>
              <a:chExt cx="4957" cy="1485"/>
            </a:xfrm>
          </p:grpSpPr>
          <p:grpSp>
            <p:nvGrpSpPr>
              <p:cNvPr id="26637" name="Group 4"/>
              <p:cNvGrpSpPr>
                <a:grpSpLocks/>
              </p:cNvGrpSpPr>
              <p:nvPr/>
            </p:nvGrpSpPr>
            <p:grpSpPr bwMode="auto">
              <a:xfrm>
                <a:off x="1520" y="2517"/>
                <a:ext cx="1167" cy="1467"/>
                <a:chOff x="850" y="2547"/>
                <a:chExt cx="1167" cy="1467"/>
              </a:xfrm>
            </p:grpSpPr>
            <p:sp>
              <p:nvSpPr>
                <p:cNvPr id="26672" name="Rectangle 5"/>
                <p:cNvSpPr>
                  <a:spLocks noChangeAspect="1" noChangeArrowheads="1"/>
                </p:cNvSpPr>
                <p:nvPr/>
              </p:nvSpPr>
              <p:spPr bwMode="auto">
                <a:xfrm>
                  <a:off x="1107" y="3023"/>
                  <a:ext cx="910" cy="545"/>
                </a:xfrm>
                <a:prstGeom prst="rect">
                  <a:avLst/>
                </a:prstGeom>
                <a:noFill/>
                <a:ln w="14351">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US" altLang="en-US">
                    <a:latin typeface="Cambria" panose="02040503050406030204" pitchFamily="18" charset="0"/>
                  </a:endParaRPr>
                </a:p>
              </p:txBody>
            </p:sp>
            <p:sp>
              <p:nvSpPr>
                <p:cNvPr id="26673" name="Line 6"/>
                <p:cNvSpPr>
                  <a:spLocks noChangeShapeType="1"/>
                </p:cNvSpPr>
                <p:nvPr/>
              </p:nvSpPr>
              <p:spPr bwMode="auto">
                <a:xfrm flipV="1">
                  <a:off x="1319" y="2774"/>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74" name="Line 7"/>
                <p:cNvSpPr>
                  <a:spLocks noChangeShapeType="1"/>
                </p:cNvSpPr>
                <p:nvPr/>
              </p:nvSpPr>
              <p:spPr bwMode="auto">
                <a:xfrm flipV="1">
                  <a:off x="1782" y="2766"/>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75" name="Line 8"/>
                <p:cNvSpPr>
                  <a:spLocks noChangeShapeType="1"/>
                </p:cNvSpPr>
                <p:nvPr/>
              </p:nvSpPr>
              <p:spPr bwMode="auto">
                <a:xfrm flipV="1">
                  <a:off x="1553" y="3585"/>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76" name="Line 9"/>
                <p:cNvSpPr>
                  <a:spLocks noChangeShapeType="1"/>
                </p:cNvSpPr>
                <p:nvPr/>
              </p:nvSpPr>
              <p:spPr bwMode="auto">
                <a:xfrm rot="5400000" flipH="1" flipV="1">
                  <a:off x="978" y="3188"/>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77" name="Text Box 10"/>
                <p:cNvSpPr txBox="1">
                  <a:spLocks noChangeArrowheads="1"/>
                </p:cNvSpPr>
                <p:nvPr/>
              </p:nvSpPr>
              <p:spPr bwMode="auto">
                <a:xfrm>
                  <a:off x="1234" y="2565"/>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x</a:t>
                  </a:r>
                  <a:r>
                    <a:rPr lang="en-US" altLang="en-US" i="1" baseline="-25000">
                      <a:latin typeface="Cambria" panose="02040503050406030204" pitchFamily="18" charset="0"/>
                    </a:rPr>
                    <a:t>0</a:t>
                  </a:r>
                  <a:endParaRPr lang="en-US" altLang="en-US" i="1">
                    <a:latin typeface="Cambria" panose="02040503050406030204" pitchFamily="18" charset="0"/>
                  </a:endParaRPr>
                </a:p>
              </p:txBody>
            </p:sp>
            <p:sp>
              <p:nvSpPr>
                <p:cNvPr id="26678" name="Text Box 11"/>
                <p:cNvSpPr txBox="1">
                  <a:spLocks noChangeArrowheads="1"/>
                </p:cNvSpPr>
                <p:nvPr/>
              </p:nvSpPr>
              <p:spPr bwMode="auto">
                <a:xfrm>
                  <a:off x="1705" y="2547"/>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y</a:t>
                  </a:r>
                  <a:r>
                    <a:rPr lang="en-US" altLang="en-US" i="1" baseline="-25000">
                      <a:latin typeface="Cambria" panose="02040503050406030204" pitchFamily="18" charset="0"/>
                    </a:rPr>
                    <a:t>0</a:t>
                  </a:r>
                  <a:endParaRPr lang="en-US" altLang="en-US" i="1">
                    <a:latin typeface="Cambria" panose="02040503050406030204" pitchFamily="18" charset="0"/>
                  </a:endParaRPr>
                </a:p>
              </p:txBody>
            </p:sp>
            <p:sp>
              <p:nvSpPr>
                <p:cNvPr id="26679" name="Text Box 12"/>
                <p:cNvSpPr txBox="1">
                  <a:spLocks noChangeArrowheads="1"/>
                </p:cNvSpPr>
                <p:nvPr/>
              </p:nvSpPr>
              <p:spPr bwMode="auto">
                <a:xfrm>
                  <a:off x="1475" y="3783"/>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s</a:t>
                  </a:r>
                  <a:r>
                    <a:rPr lang="en-US" altLang="en-US" i="1" baseline="-25000">
                      <a:latin typeface="Cambria" panose="02040503050406030204" pitchFamily="18" charset="0"/>
                    </a:rPr>
                    <a:t>2</a:t>
                  </a:r>
                  <a:endParaRPr lang="en-US" altLang="en-US" i="1">
                    <a:latin typeface="Cambria" panose="02040503050406030204" pitchFamily="18" charset="0"/>
                  </a:endParaRPr>
                </a:p>
              </p:txBody>
            </p:sp>
            <p:sp>
              <p:nvSpPr>
                <p:cNvPr id="26680" name="Text Box 13"/>
                <p:cNvSpPr txBox="1">
                  <a:spLocks noChangeArrowheads="1"/>
                </p:cNvSpPr>
                <p:nvPr/>
              </p:nvSpPr>
              <p:spPr bwMode="auto">
                <a:xfrm>
                  <a:off x="1414" y="3173"/>
                  <a:ext cx="3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latin typeface="Cambria" panose="02040503050406030204" pitchFamily="18" charset="0"/>
                    </a:rPr>
                    <a:t>FA</a:t>
                  </a:r>
                </a:p>
              </p:txBody>
            </p:sp>
          </p:grpSp>
          <p:sp>
            <p:nvSpPr>
              <p:cNvPr id="26638" name="Text Box 14"/>
              <p:cNvSpPr txBox="1">
                <a:spLocks noChangeArrowheads="1"/>
              </p:cNvSpPr>
              <p:nvPr/>
            </p:nvSpPr>
            <p:spPr bwMode="auto">
              <a:xfrm>
                <a:off x="4256" y="2516"/>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x</a:t>
                </a:r>
                <a:r>
                  <a:rPr lang="en-US" altLang="en-US" i="1" baseline="-25000">
                    <a:latin typeface="Cambria" panose="02040503050406030204" pitchFamily="18" charset="0"/>
                  </a:rPr>
                  <a:t>0</a:t>
                </a:r>
                <a:endParaRPr lang="en-US" altLang="en-US" i="1">
                  <a:latin typeface="Cambria" panose="02040503050406030204" pitchFamily="18" charset="0"/>
                </a:endParaRPr>
              </a:p>
            </p:txBody>
          </p:sp>
          <p:sp>
            <p:nvSpPr>
              <p:cNvPr id="26639" name="Text Box 15"/>
              <p:cNvSpPr txBox="1">
                <a:spLocks noChangeArrowheads="1"/>
              </p:cNvSpPr>
              <p:nvPr/>
            </p:nvSpPr>
            <p:spPr bwMode="auto">
              <a:xfrm>
                <a:off x="4727" y="2518"/>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y</a:t>
                </a:r>
                <a:r>
                  <a:rPr lang="en-US" altLang="en-US" i="1" baseline="-25000">
                    <a:latin typeface="Cambria" panose="02040503050406030204" pitchFamily="18" charset="0"/>
                  </a:rPr>
                  <a:t>0</a:t>
                </a:r>
                <a:endParaRPr lang="en-US" altLang="en-US" i="1">
                  <a:latin typeface="Cambria" panose="02040503050406030204" pitchFamily="18" charset="0"/>
                </a:endParaRPr>
              </a:p>
            </p:txBody>
          </p:sp>
          <p:sp>
            <p:nvSpPr>
              <p:cNvPr id="26640" name="Rectangle 16"/>
              <p:cNvSpPr>
                <a:spLocks noChangeAspect="1" noChangeArrowheads="1"/>
              </p:cNvSpPr>
              <p:nvPr/>
            </p:nvSpPr>
            <p:spPr bwMode="auto">
              <a:xfrm>
                <a:off x="2946" y="2981"/>
                <a:ext cx="910" cy="545"/>
              </a:xfrm>
              <a:prstGeom prst="rect">
                <a:avLst/>
              </a:prstGeom>
              <a:noFill/>
              <a:ln w="14351">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US" altLang="en-US">
                  <a:latin typeface="Cambria" panose="02040503050406030204" pitchFamily="18" charset="0"/>
                </a:endParaRPr>
              </a:p>
            </p:txBody>
          </p:sp>
          <p:sp>
            <p:nvSpPr>
              <p:cNvPr id="26641" name="Line 17"/>
              <p:cNvSpPr>
                <a:spLocks noChangeShapeType="1"/>
              </p:cNvSpPr>
              <p:nvPr/>
            </p:nvSpPr>
            <p:spPr bwMode="auto">
              <a:xfrm flipV="1">
                <a:off x="3158" y="2732"/>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42" name="Line 18"/>
              <p:cNvSpPr>
                <a:spLocks noChangeShapeType="1"/>
              </p:cNvSpPr>
              <p:nvPr/>
            </p:nvSpPr>
            <p:spPr bwMode="auto">
              <a:xfrm flipV="1">
                <a:off x="3621" y="2724"/>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43" name="Line 19"/>
              <p:cNvSpPr>
                <a:spLocks noChangeShapeType="1"/>
              </p:cNvSpPr>
              <p:nvPr/>
            </p:nvSpPr>
            <p:spPr bwMode="auto">
              <a:xfrm flipV="1">
                <a:off x="3392" y="3543"/>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44" name="Line 20"/>
              <p:cNvSpPr>
                <a:spLocks noChangeShapeType="1"/>
              </p:cNvSpPr>
              <p:nvPr/>
            </p:nvSpPr>
            <p:spPr bwMode="auto">
              <a:xfrm rot="5400000" flipH="1" flipV="1">
                <a:off x="2817" y="3146"/>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45" name="Text Box 21"/>
              <p:cNvSpPr txBox="1">
                <a:spLocks noChangeArrowheads="1"/>
              </p:cNvSpPr>
              <p:nvPr/>
            </p:nvSpPr>
            <p:spPr bwMode="auto">
              <a:xfrm>
                <a:off x="3073" y="2523"/>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x</a:t>
                </a:r>
                <a:r>
                  <a:rPr lang="en-US" altLang="en-US" i="1" baseline="-25000">
                    <a:latin typeface="Cambria" panose="02040503050406030204" pitchFamily="18" charset="0"/>
                  </a:rPr>
                  <a:t>0</a:t>
                </a:r>
                <a:endParaRPr lang="en-US" altLang="en-US" i="1">
                  <a:latin typeface="Cambria" panose="02040503050406030204" pitchFamily="18" charset="0"/>
                </a:endParaRPr>
              </a:p>
            </p:txBody>
          </p:sp>
          <p:sp>
            <p:nvSpPr>
              <p:cNvPr id="26646" name="Text Box 22"/>
              <p:cNvSpPr txBox="1">
                <a:spLocks noChangeArrowheads="1"/>
              </p:cNvSpPr>
              <p:nvPr/>
            </p:nvSpPr>
            <p:spPr bwMode="auto">
              <a:xfrm>
                <a:off x="3544" y="2505"/>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y</a:t>
                </a:r>
                <a:r>
                  <a:rPr lang="en-US" altLang="en-US" i="1" baseline="-25000">
                    <a:latin typeface="Cambria" panose="02040503050406030204" pitchFamily="18" charset="0"/>
                  </a:rPr>
                  <a:t>0</a:t>
                </a:r>
                <a:endParaRPr lang="en-US" altLang="en-US" i="1">
                  <a:latin typeface="Cambria" panose="02040503050406030204" pitchFamily="18" charset="0"/>
                </a:endParaRPr>
              </a:p>
            </p:txBody>
          </p:sp>
          <p:sp>
            <p:nvSpPr>
              <p:cNvPr id="26647" name="Text Box 23"/>
              <p:cNvSpPr txBox="1">
                <a:spLocks noChangeArrowheads="1"/>
              </p:cNvSpPr>
              <p:nvPr/>
            </p:nvSpPr>
            <p:spPr bwMode="auto">
              <a:xfrm>
                <a:off x="3314" y="3741"/>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s</a:t>
                </a:r>
                <a:r>
                  <a:rPr lang="en-US" altLang="en-US" i="1" baseline="-25000">
                    <a:latin typeface="Cambria" panose="02040503050406030204" pitchFamily="18" charset="0"/>
                  </a:rPr>
                  <a:t>1</a:t>
                </a:r>
                <a:endParaRPr lang="en-US" altLang="en-US" i="1">
                  <a:latin typeface="Cambria" panose="02040503050406030204" pitchFamily="18" charset="0"/>
                </a:endParaRPr>
              </a:p>
            </p:txBody>
          </p:sp>
          <p:sp>
            <p:nvSpPr>
              <p:cNvPr id="26648" name="Text Box 24"/>
              <p:cNvSpPr txBox="1">
                <a:spLocks noChangeArrowheads="1"/>
              </p:cNvSpPr>
              <p:nvPr/>
            </p:nvSpPr>
            <p:spPr bwMode="auto">
              <a:xfrm>
                <a:off x="3253" y="3131"/>
                <a:ext cx="3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latin typeface="Cambria" panose="02040503050406030204" pitchFamily="18" charset="0"/>
                  </a:rPr>
                  <a:t>FA</a:t>
                </a:r>
              </a:p>
            </p:txBody>
          </p:sp>
          <p:sp>
            <p:nvSpPr>
              <p:cNvPr id="26649" name="Text Box 25"/>
              <p:cNvSpPr txBox="1">
                <a:spLocks noChangeArrowheads="1"/>
              </p:cNvSpPr>
              <p:nvPr/>
            </p:nvSpPr>
            <p:spPr bwMode="auto">
              <a:xfrm>
                <a:off x="2730" y="3214"/>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c</a:t>
                </a:r>
                <a:r>
                  <a:rPr lang="en-US" altLang="en-US" i="1" baseline="-25000">
                    <a:latin typeface="Cambria" panose="02040503050406030204" pitchFamily="18" charset="0"/>
                  </a:rPr>
                  <a:t>2</a:t>
                </a:r>
                <a:endParaRPr lang="en-US" altLang="en-US" i="1">
                  <a:latin typeface="Cambria" panose="02040503050406030204" pitchFamily="18" charset="0"/>
                </a:endParaRPr>
              </a:p>
            </p:txBody>
          </p:sp>
          <p:sp>
            <p:nvSpPr>
              <p:cNvPr id="26650" name="Rectangle 26"/>
              <p:cNvSpPr>
                <a:spLocks noChangeAspect="1" noChangeArrowheads="1"/>
              </p:cNvSpPr>
              <p:nvPr/>
            </p:nvSpPr>
            <p:spPr bwMode="auto">
              <a:xfrm>
                <a:off x="4129" y="2974"/>
                <a:ext cx="910" cy="545"/>
              </a:xfrm>
              <a:prstGeom prst="rect">
                <a:avLst/>
              </a:prstGeom>
              <a:noFill/>
              <a:ln w="14351">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US" altLang="en-US">
                  <a:latin typeface="Cambria" panose="02040503050406030204" pitchFamily="18" charset="0"/>
                </a:endParaRPr>
              </a:p>
            </p:txBody>
          </p:sp>
          <p:sp>
            <p:nvSpPr>
              <p:cNvPr id="26651" name="Line 27"/>
              <p:cNvSpPr>
                <a:spLocks noChangeShapeType="1"/>
              </p:cNvSpPr>
              <p:nvPr/>
            </p:nvSpPr>
            <p:spPr bwMode="auto">
              <a:xfrm flipV="1">
                <a:off x="4341" y="2725"/>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52" name="Line 28"/>
              <p:cNvSpPr>
                <a:spLocks noChangeShapeType="1"/>
              </p:cNvSpPr>
              <p:nvPr/>
            </p:nvSpPr>
            <p:spPr bwMode="auto">
              <a:xfrm flipV="1">
                <a:off x="4804" y="2717"/>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53" name="Line 29"/>
              <p:cNvSpPr>
                <a:spLocks noChangeShapeType="1"/>
              </p:cNvSpPr>
              <p:nvPr/>
            </p:nvSpPr>
            <p:spPr bwMode="auto">
              <a:xfrm flipV="1">
                <a:off x="4575" y="3536"/>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54" name="Line 30"/>
              <p:cNvSpPr>
                <a:spLocks noChangeShapeType="1"/>
              </p:cNvSpPr>
              <p:nvPr/>
            </p:nvSpPr>
            <p:spPr bwMode="auto">
              <a:xfrm rot="5400000" flipH="1" flipV="1">
                <a:off x="4000" y="3139"/>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55" name="Line 31"/>
              <p:cNvSpPr>
                <a:spLocks noChangeShapeType="1"/>
              </p:cNvSpPr>
              <p:nvPr/>
            </p:nvSpPr>
            <p:spPr bwMode="auto">
              <a:xfrm rot="5400000" flipH="1" flipV="1">
                <a:off x="5175" y="3120"/>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56" name="Text Box 32"/>
              <p:cNvSpPr txBox="1">
                <a:spLocks noChangeArrowheads="1"/>
              </p:cNvSpPr>
              <p:nvPr/>
            </p:nvSpPr>
            <p:spPr bwMode="auto">
              <a:xfrm>
                <a:off x="4497" y="3734"/>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s</a:t>
                </a:r>
                <a:r>
                  <a:rPr lang="en-US" altLang="en-US" i="1" baseline="-25000">
                    <a:latin typeface="Cambria" panose="02040503050406030204" pitchFamily="18" charset="0"/>
                  </a:rPr>
                  <a:t>0</a:t>
                </a:r>
                <a:endParaRPr lang="en-US" altLang="en-US" i="1">
                  <a:latin typeface="Cambria" panose="02040503050406030204" pitchFamily="18" charset="0"/>
                </a:endParaRPr>
              </a:p>
            </p:txBody>
          </p:sp>
          <p:sp>
            <p:nvSpPr>
              <p:cNvPr id="26657" name="Text Box 33"/>
              <p:cNvSpPr txBox="1">
                <a:spLocks noChangeArrowheads="1"/>
              </p:cNvSpPr>
              <p:nvPr/>
            </p:nvSpPr>
            <p:spPr bwMode="auto">
              <a:xfrm>
                <a:off x="4436" y="3124"/>
                <a:ext cx="3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latin typeface="Cambria" panose="02040503050406030204" pitchFamily="18" charset="0"/>
                  </a:rPr>
                  <a:t>FA</a:t>
                </a:r>
              </a:p>
            </p:txBody>
          </p:sp>
          <p:sp>
            <p:nvSpPr>
              <p:cNvPr id="26658" name="Text Box 34"/>
              <p:cNvSpPr txBox="1">
                <a:spLocks noChangeArrowheads="1"/>
              </p:cNvSpPr>
              <p:nvPr/>
            </p:nvSpPr>
            <p:spPr bwMode="auto">
              <a:xfrm>
                <a:off x="3878" y="3206"/>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c</a:t>
                </a:r>
                <a:r>
                  <a:rPr lang="en-US" altLang="en-US" i="1" baseline="-25000">
                    <a:latin typeface="Cambria" panose="02040503050406030204" pitchFamily="18" charset="0"/>
                  </a:rPr>
                  <a:t>1</a:t>
                </a:r>
                <a:endParaRPr lang="en-US" altLang="en-US" i="1">
                  <a:latin typeface="Cambria" panose="02040503050406030204" pitchFamily="18" charset="0"/>
                </a:endParaRPr>
              </a:p>
            </p:txBody>
          </p:sp>
          <p:sp>
            <p:nvSpPr>
              <p:cNvPr id="26659" name="Text Box 35"/>
              <p:cNvSpPr txBox="1">
                <a:spLocks noChangeArrowheads="1"/>
              </p:cNvSpPr>
              <p:nvPr/>
            </p:nvSpPr>
            <p:spPr bwMode="auto">
              <a:xfrm>
                <a:off x="1542" y="3241"/>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c</a:t>
                </a:r>
                <a:r>
                  <a:rPr lang="en-US" altLang="en-US" i="1" baseline="-25000">
                    <a:latin typeface="Cambria" panose="02040503050406030204" pitchFamily="18" charset="0"/>
                  </a:rPr>
                  <a:t>3</a:t>
                </a:r>
                <a:endParaRPr lang="en-US" altLang="en-US" i="1">
                  <a:latin typeface="Cambria" panose="02040503050406030204" pitchFamily="18" charset="0"/>
                </a:endParaRPr>
              </a:p>
            </p:txBody>
          </p:sp>
          <p:sp>
            <p:nvSpPr>
              <p:cNvPr id="26660" name="Text Box 36"/>
              <p:cNvSpPr txBox="1">
                <a:spLocks noChangeArrowheads="1"/>
              </p:cNvSpPr>
              <p:nvPr/>
            </p:nvSpPr>
            <p:spPr bwMode="auto">
              <a:xfrm>
                <a:off x="5088" y="3191"/>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c</a:t>
                </a:r>
                <a:r>
                  <a:rPr lang="en-US" altLang="en-US" i="1" baseline="-25000">
                    <a:latin typeface="Cambria" panose="02040503050406030204" pitchFamily="18" charset="0"/>
                  </a:rPr>
                  <a:t>0</a:t>
                </a:r>
                <a:endParaRPr lang="en-US" altLang="en-US" i="1">
                  <a:latin typeface="Cambria" panose="02040503050406030204" pitchFamily="18" charset="0"/>
                </a:endParaRPr>
              </a:p>
            </p:txBody>
          </p:sp>
          <p:sp>
            <p:nvSpPr>
              <p:cNvPr id="26661" name="Rectangle 37"/>
              <p:cNvSpPr>
                <a:spLocks noChangeAspect="1" noChangeArrowheads="1"/>
              </p:cNvSpPr>
              <p:nvPr/>
            </p:nvSpPr>
            <p:spPr bwMode="auto">
              <a:xfrm>
                <a:off x="616" y="3007"/>
                <a:ext cx="910" cy="545"/>
              </a:xfrm>
              <a:prstGeom prst="rect">
                <a:avLst/>
              </a:prstGeom>
              <a:noFill/>
              <a:ln w="14351">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US" altLang="en-US">
                  <a:latin typeface="Cambria" panose="02040503050406030204" pitchFamily="18" charset="0"/>
                </a:endParaRPr>
              </a:p>
            </p:txBody>
          </p:sp>
          <p:sp>
            <p:nvSpPr>
              <p:cNvPr id="26662" name="Line 38"/>
              <p:cNvSpPr>
                <a:spLocks noChangeShapeType="1"/>
              </p:cNvSpPr>
              <p:nvPr/>
            </p:nvSpPr>
            <p:spPr bwMode="auto">
              <a:xfrm flipV="1">
                <a:off x="828" y="2758"/>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63" name="Line 39"/>
              <p:cNvSpPr>
                <a:spLocks noChangeShapeType="1"/>
              </p:cNvSpPr>
              <p:nvPr/>
            </p:nvSpPr>
            <p:spPr bwMode="auto">
              <a:xfrm flipV="1">
                <a:off x="1291" y="2750"/>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64" name="Line 40"/>
              <p:cNvSpPr>
                <a:spLocks noChangeShapeType="1"/>
              </p:cNvSpPr>
              <p:nvPr/>
            </p:nvSpPr>
            <p:spPr bwMode="auto">
              <a:xfrm flipV="1">
                <a:off x="1062" y="3569"/>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65" name="Line 41"/>
              <p:cNvSpPr>
                <a:spLocks noChangeShapeType="1"/>
              </p:cNvSpPr>
              <p:nvPr/>
            </p:nvSpPr>
            <p:spPr bwMode="auto">
              <a:xfrm rot="5400000" flipH="1" flipV="1">
                <a:off x="487" y="3172"/>
                <a:ext cx="0" cy="256"/>
              </a:xfrm>
              <a:prstGeom prst="line">
                <a:avLst/>
              </a:prstGeom>
              <a:noFill/>
              <a:ln w="17526">
                <a:solidFill>
                  <a:srgbClr val="000000"/>
                </a:solidFill>
                <a:round/>
                <a:headEnd type="triangle" w="sm" len="med"/>
                <a:tailEnd/>
              </a:ln>
              <a:extLst>
                <a:ext uri="{909E8E84-426E-40DD-AFC4-6F175D3DCCD1}">
                  <a14:hiddenFill xmlns:a14="http://schemas.microsoft.com/office/drawing/2010/main">
                    <a:noFill/>
                  </a14:hiddenFill>
                </a:ext>
              </a:extLst>
            </p:spPr>
            <p:txBody>
              <a:bodyPr/>
              <a:lstStyle/>
              <a:p>
                <a:endParaRPr lang="en-US"/>
              </a:p>
            </p:txBody>
          </p:sp>
          <p:sp>
            <p:nvSpPr>
              <p:cNvPr id="26666" name="Text Box 42"/>
              <p:cNvSpPr txBox="1">
                <a:spLocks noChangeArrowheads="1"/>
              </p:cNvSpPr>
              <p:nvPr/>
            </p:nvSpPr>
            <p:spPr bwMode="auto">
              <a:xfrm>
                <a:off x="743" y="2549"/>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x</a:t>
                </a:r>
                <a:r>
                  <a:rPr lang="en-US" altLang="en-US" i="1" baseline="-25000">
                    <a:latin typeface="Cambria" panose="02040503050406030204" pitchFamily="18" charset="0"/>
                  </a:rPr>
                  <a:t>0</a:t>
                </a:r>
                <a:endParaRPr lang="en-US" altLang="en-US" i="1">
                  <a:latin typeface="Cambria" panose="02040503050406030204" pitchFamily="18" charset="0"/>
                </a:endParaRPr>
              </a:p>
            </p:txBody>
          </p:sp>
          <p:sp>
            <p:nvSpPr>
              <p:cNvPr id="26667" name="Text Box 43"/>
              <p:cNvSpPr txBox="1">
                <a:spLocks noChangeArrowheads="1"/>
              </p:cNvSpPr>
              <p:nvPr/>
            </p:nvSpPr>
            <p:spPr bwMode="auto">
              <a:xfrm>
                <a:off x="1214" y="2531"/>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y</a:t>
                </a:r>
                <a:r>
                  <a:rPr lang="en-US" altLang="en-US" i="1" baseline="-25000">
                    <a:latin typeface="Cambria" panose="02040503050406030204" pitchFamily="18" charset="0"/>
                  </a:rPr>
                  <a:t>0</a:t>
                </a:r>
                <a:endParaRPr lang="en-US" altLang="en-US" i="1">
                  <a:latin typeface="Cambria" panose="02040503050406030204" pitchFamily="18" charset="0"/>
                </a:endParaRPr>
              </a:p>
            </p:txBody>
          </p:sp>
          <p:sp>
            <p:nvSpPr>
              <p:cNvPr id="26668" name="Text Box 44"/>
              <p:cNvSpPr txBox="1">
                <a:spLocks noChangeArrowheads="1"/>
              </p:cNvSpPr>
              <p:nvPr/>
            </p:nvSpPr>
            <p:spPr bwMode="auto">
              <a:xfrm>
                <a:off x="984" y="3747"/>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s</a:t>
                </a:r>
                <a:r>
                  <a:rPr lang="en-US" altLang="en-US" i="1" baseline="-25000">
                    <a:latin typeface="Cambria" panose="02040503050406030204" pitchFamily="18" charset="0"/>
                  </a:rPr>
                  <a:t>3</a:t>
                </a:r>
                <a:endParaRPr lang="en-US" altLang="en-US" i="1">
                  <a:latin typeface="Cambria" panose="02040503050406030204" pitchFamily="18" charset="0"/>
                </a:endParaRPr>
              </a:p>
            </p:txBody>
          </p:sp>
          <p:sp>
            <p:nvSpPr>
              <p:cNvPr id="26669" name="Text Box 45"/>
              <p:cNvSpPr txBox="1">
                <a:spLocks noChangeArrowheads="1"/>
              </p:cNvSpPr>
              <p:nvPr/>
            </p:nvSpPr>
            <p:spPr bwMode="auto">
              <a:xfrm>
                <a:off x="923" y="3157"/>
                <a:ext cx="3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latin typeface="Cambria" panose="02040503050406030204" pitchFamily="18" charset="0"/>
                  </a:rPr>
                  <a:t>FA</a:t>
                </a:r>
              </a:p>
            </p:txBody>
          </p:sp>
          <p:sp>
            <p:nvSpPr>
              <p:cNvPr id="26670" name="Text Box 46"/>
              <p:cNvSpPr txBox="1">
                <a:spLocks noChangeArrowheads="1"/>
              </p:cNvSpPr>
              <p:nvPr/>
            </p:nvSpPr>
            <p:spPr bwMode="auto">
              <a:xfrm>
                <a:off x="370" y="3253"/>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i="1">
                    <a:latin typeface="Cambria" panose="02040503050406030204" pitchFamily="18" charset="0"/>
                  </a:rPr>
                  <a:t>c</a:t>
                </a:r>
                <a:r>
                  <a:rPr lang="en-US" altLang="en-US" i="1" baseline="-25000">
                    <a:latin typeface="Cambria" panose="02040503050406030204" pitchFamily="18" charset="0"/>
                  </a:rPr>
                  <a:t>4</a:t>
                </a:r>
                <a:endParaRPr lang="en-US" altLang="en-US" i="1">
                  <a:latin typeface="Cambria" panose="02040503050406030204" pitchFamily="18" charset="0"/>
                </a:endParaRPr>
              </a:p>
            </p:txBody>
          </p:sp>
          <p:sp>
            <p:nvSpPr>
              <p:cNvPr id="26671" name="Text Box 47"/>
              <p:cNvSpPr txBox="1">
                <a:spLocks noChangeArrowheads="1"/>
              </p:cNvSpPr>
              <p:nvPr/>
            </p:nvSpPr>
            <p:spPr bwMode="auto">
              <a:xfrm>
                <a:off x="4623" y="3817"/>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US" altLang="en-US" baseline="-25000">
                  <a:latin typeface="Cambria" panose="02040503050406030204" pitchFamily="18" charset="0"/>
                </a:endParaRPr>
              </a:p>
            </p:txBody>
          </p:sp>
        </p:grpSp>
        <p:sp>
          <p:nvSpPr>
            <p:cNvPr id="26636" name="Text Box 49"/>
            <p:cNvSpPr txBox="1">
              <a:spLocks noChangeArrowheads="1"/>
            </p:cNvSpPr>
            <p:nvPr/>
          </p:nvSpPr>
          <p:spPr bwMode="auto">
            <a:xfrm>
              <a:off x="1701800" y="4222750"/>
              <a:ext cx="599757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buFontTx/>
                <a:buChar char="•"/>
              </a:pPr>
              <a:r>
                <a:rPr lang="en-US" altLang="en-US" i="1">
                  <a:latin typeface="Cambria" panose="02040503050406030204" pitchFamily="18" charset="0"/>
                </a:rPr>
                <a:t>s</a:t>
              </a:r>
              <a:r>
                <a:rPr lang="en-US" altLang="en-US" i="1" baseline="-25000">
                  <a:latin typeface="Cambria" panose="02040503050406030204" pitchFamily="18" charset="0"/>
                </a:rPr>
                <a:t>0</a:t>
              </a:r>
              <a:r>
                <a:rPr lang="en-US" altLang="en-US">
                  <a:latin typeface="Cambria" panose="02040503050406030204" pitchFamily="18" charset="0"/>
                </a:rPr>
                <a:t> available after 1 gate delays, </a:t>
              </a:r>
              <a:r>
                <a:rPr lang="en-US" altLang="en-US" i="1">
                  <a:latin typeface="Cambria" panose="02040503050406030204" pitchFamily="18" charset="0"/>
                </a:rPr>
                <a:t>c</a:t>
              </a:r>
              <a:r>
                <a:rPr lang="en-US" altLang="en-US" i="1" baseline="-25000">
                  <a:latin typeface="Cambria" panose="02040503050406030204" pitchFamily="18" charset="0"/>
                </a:rPr>
                <a:t>1</a:t>
              </a:r>
              <a:r>
                <a:rPr lang="en-US" altLang="en-US">
                  <a:latin typeface="Cambria" panose="02040503050406030204" pitchFamily="18" charset="0"/>
                </a:rPr>
                <a:t> available after 2 gate delays.</a:t>
              </a:r>
            </a:p>
            <a:p>
              <a:pPr>
                <a:buFontTx/>
                <a:buChar char="•"/>
              </a:pPr>
              <a:r>
                <a:rPr lang="en-US" altLang="en-US" i="1">
                  <a:latin typeface="Cambria" panose="02040503050406030204" pitchFamily="18" charset="0"/>
                </a:rPr>
                <a:t>s</a:t>
              </a:r>
              <a:r>
                <a:rPr lang="en-US" altLang="en-US" i="1" baseline="-25000">
                  <a:latin typeface="Cambria" panose="02040503050406030204" pitchFamily="18" charset="0"/>
                </a:rPr>
                <a:t>1</a:t>
              </a:r>
              <a:r>
                <a:rPr lang="en-US" altLang="en-US">
                  <a:latin typeface="Cambria" panose="02040503050406030204" pitchFamily="18" charset="0"/>
                </a:rPr>
                <a:t> available after 3 gate delays, </a:t>
              </a:r>
              <a:r>
                <a:rPr lang="en-US" altLang="en-US" i="1">
                  <a:latin typeface="Cambria" panose="02040503050406030204" pitchFamily="18" charset="0"/>
                </a:rPr>
                <a:t>c</a:t>
              </a:r>
              <a:r>
                <a:rPr lang="en-US" altLang="en-US" i="1" baseline="-25000">
                  <a:latin typeface="Cambria" panose="02040503050406030204" pitchFamily="18" charset="0"/>
                </a:rPr>
                <a:t>2</a:t>
              </a:r>
              <a:r>
                <a:rPr lang="en-US" altLang="en-US">
                  <a:latin typeface="Cambria" panose="02040503050406030204" pitchFamily="18" charset="0"/>
                </a:rPr>
                <a:t> available after 4 gate delays.</a:t>
              </a:r>
            </a:p>
            <a:p>
              <a:pPr>
                <a:buFontTx/>
                <a:buChar char="•"/>
              </a:pPr>
              <a:r>
                <a:rPr lang="en-US" altLang="en-US" i="1">
                  <a:latin typeface="Cambria" panose="02040503050406030204" pitchFamily="18" charset="0"/>
                </a:rPr>
                <a:t>s</a:t>
              </a:r>
              <a:r>
                <a:rPr lang="en-US" altLang="en-US" i="1" baseline="-25000">
                  <a:latin typeface="Cambria" panose="02040503050406030204" pitchFamily="18" charset="0"/>
                </a:rPr>
                <a:t>2</a:t>
              </a:r>
              <a:r>
                <a:rPr lang="en-US" altLang="en-US">
                  <a:latin typeface="Cambria" panose="02040503050406030204" pitchFamily="18" charset="0"/>
                </a:rPr>
                <a:t> available after 5 gate delays, </a:t>
              </a:r>
              <a:r>
                <a:rPr lang="en-US" altLang="en-US" i="1">
                  <a:latin typeface="Cambria" panose="02040503050406030204" pitchFamily="18" charset="0"/>
                </a:rPr>
                <a:t>c</a:t>
              </a:r>
              <a:r>
                <a:rPr lang="en-US" altLang="en-US" i="1" baseline="-25000">
                  <a:latin typeface="Cambria" panose="02040503050406030204" pitchFamily="18" charset="0"/>
                </a:rPr>
                <a:t>3</a:t>
              </a:r>
              <a:r>
                <a:rPr lang="en-US" altLang="en-US">
                  <a:latin typeface="Cambria" panose="02040503050406030204" pitchFamily="18" charset="0"/>
                </a:rPr>
                <a:t> available after 6 gate delays.</a:t>
              </a:r>
            </a:p>
            <a:p>
              <a:pPr>
                <a:buFontTx/>
                <a:buChar char="•"/>
              </a:pPr>
              <a:r>
                <a:rPr lang="en-US" altLang="en-US" i="1">
                  <a:latin typeface="Cambria" panose="02040503050406030204" pitchFamily="18" charset="0"/>
                </a:rPr>
                <a:t>s</a:t>
              </a:r>
              <a:r>
                <a:rPr lang="en-US" altLang="en-US" i="1" baseline="-25000">
                  <a:latin typeface="Cambria" panose="02040503050406030204" pitchFamily="18" charset="0"/>
                </a:rPr>
                <a:t>3</a:t>
              </a:r>
              <a:r>
                <a:rPr lang="en-US" altLang="en-US">
                  <a:latin typeface="Cambria" panose="02040503050406030204" pitchFamily="18" charset="0"/>
                </a:rPr>
                <a:t> available after 7 gate delays, </a:t>
              </a:r>
              <a:r>
                <a:rPr lang="en-US" altLang="en-US" i="1">
                  <a:latin typeface="Cambria" panose="02040503050406030204" pitchFamily="18" charset="0"/>
                </a:rPr>
                <a:t>c</a:t>
              </a:r>
              <a:r>
                <a:rPr lang="en-US" altLang="en-US" i="1" baseline="-25000">
                  <a:latin typeface="Cambria" panose="02040503050406030204" pitchFamily="18" charset="0"/>
                </a:rPr>
                <a:t>4</a:t>
              </a:r>
              <a:r>
                <a:rPr lang="en-US" altLang="en-US">
                  <a:latin typeface="Cambria" panose="02040503050406030204" pitchFamily="18" charset="0"/>
                </a:rPr>
                <a:t> available after 8 gate delays.</a:t>
              </a:r>
            </a:p>
          </p:txBody>
        </p:sp>
      </p:grpSp>
      <p:sp>
        <p:nvSpPr>
          <p:cNvPr id="26631" name="Text Box 48"/>
          <p:cNvSpPr txBox="1">
            <a:spLocks noChangeArrowheads="1"/>
          </p:cNvSpPr>
          <p:nvPr/>
        </p:nvSpPr>
        <p:spPr bwMode="auto">
          <a:xfrm>
            <a:off x="2160588" y="1281113"/>
            <a:ext cx="47069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latin typeface="Comic Sans MS" panose="030F0702030302020204" pitchFamily="66" charset="0"/>
              </a:rPr>
              <a:t>Cascade of 4 Full Adders, or a 4-bit adder</a:t>
            </a:r>
          </a:p>
        </p:txBody>
      </p:sp>
      <p:sp>
        <p:nvSpPr>
          <p:cNvPr id="26632" name="Text Box 52"/>
          <p:cNvSpPr txBox="1">
            <a:spLocks noChangeArrowheads="1"/>
          </p:cNvSpPr>
          <p:nvPr/>
        </p:nvSpPr>
        <p:spPr bwMode="auto">
          <a:xfrm>
            <a:off x="1481138" y="5522913"/>
            <a:ext cx="61658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latin typeface="Comic Sans MS" panose="030F0702030302020204" pitchFamily="66" charset="0"/>
              </a:rPr>
              <a:t>For an </a:t>
            </a:r>
            <a:r>
              <a:rPr lang="en-US" altLang="en-US" i="1">
                <a:latin typeface="Cambria" panose="02040503050406030204" pitchFamily="18" charset="0"/>
              </a:rPr>
              <a:t>n</a:t>
            </a:r>
            <a:r>
              <a:rPr lang="en-US" altLang="en-US">
                <a:latin typeface="Comic Sans MS" panose="030F0702030302020204" pitchFamily="66" charset="0"/>
              </a:rPr>
              <a:t>-bit adder,</a:t>
            </a:r>
            <a:r>
              <a:rPr lang="en-US" altLang="en-US">
                <a:latin typeface="Cambria" panose="02040503050406030204" pitchFamily="18" charset="0"/>
              </a:rPr>
              <a:t> </a:t>
            </a:r>
            <a:r>
              <a:rPr lang="en-US" altLang="en-US" i="1">
                <a:latin typeface="Cambria" panose="02040503050406030204" pitchFamily="18" charset="0"/>
              </a:rPr>
              <a:t>s</a:t>
            </a:r>
            <a:r>
              <a:rPr lang="en-US" altLang="en-US" i="1" baseline="-25000">
                <a:latin typeface="Cambria" panose="02040503050406030204" pitchFamily="18" charset="0"/>
              </a:rPr>
              <a:t>n-1</a:t>
            </a:r>
            <a:r>
              <a:rPr lang="en-US" altLang="en-US">
                <a:latin typeface="Cambria" panose="02040503050406030204" pitchFamily="18" charset="0"/>
              </a:rPr>
              <a:t> </a:t>
            </a:r>
            <a:r>
              <a:rPr lang="en-US" altLang="en-US">
                <a:latin typeface="Comic Sans MS" panose="030F0702030302020204" pitchFamily="66" charset="0"/>
              </a:rPr>
              <a:t>is available after </a:t>
            </a:r>
            <a:r>
              <a:rPr lang="en-US" altLang="en-US" i="1">
                <a:latin typeface="Cambria" panose="02040503050406030204" pitchFamily="18" charset="0"/>
              </a:rPr>
              <a:t>2n-1</a:t>
            </a:r>
            <a:r>
              <a:rPr lang="en-US" altLang="en-US">
                <a:latin typeface="Comic Sans MS" panose="030F0702030302020204" pitchFamily="66" charset="0"/>
              </a:rPr>
              <a:t> gate delays</a:t>
            </a:r>
          </a:p>
          <a:p>
            <a:r>
              <a:rPr lang="en-US" altLang="en-US">
                <a:latin typeface="Cambria" panose="02040503050406030204" pitchFamily="18" charset="0"/>
              </a:rPr>
              <a:t>                                    </a:t>
            </a:r>
            <a:r>
              <a:rPr lang="en-US" altLang="en-US" i="1">
                <a:latin typeface="Cambria" panose="02040503050406030204" pitchFamily="18" charset="0"/>
              </a:rPr>
              <a:t>c</a:t>
            </a:r>
            <a:r>
              <a:rPr lang="en-US" altLang="en-US" i="1" baseline="-25000">
                <a:latin typeface="Cambria" panose="02040503050406030204" pitchFamily="18" charset="0"/>
              </a:rPr>
              <a:t>n</a:t>
            </a:r>
            <a:r>
              <a:rPr lang="en-US" altLang="en-US">
                <a:latin typeface="Cambria" panose="02040503050406030204" pitchFamily="18" charset="0"/>
              </a:rPr>
              <a:t> </a:t>
            </a:r>
            <a:r>
              <a:rPr lang="en-US" altLang="en-US">
                <a:latin typeface="Comic Sans MS" panose="030F0702030302020204" pitchFamily="66" charset="0"/>
              </a:rPr>
              <a:t>is available after</a:t>
            </a:r>
            <a:r>
              <a:rPr lang="en-US" altLang="en-US">
                <a:latin typeface="Cambria" panose="02040503050406030204" pitchFamily="18" charset="0"/>
              </a:rPr>
              <a:t> </a:t>
            </a:r>
            <a:r>
              <a:rPr lang="en-US" altLang="en-US" i="1">
                <a:latin typeface="Cambria" panose="02040503050406030204" pitchFamily="18" charset="0"/>
              </a:rPr>
              <a:t>2n</a:t>
            </a:r>
            <a:r>
              <a:rPr lang="en-US" altLang="en-US">
                <a:latin typeface="Cambria" panose="02040503050406030204" pitchFamily="18" charset="0"/>
              </a:rPr>
              <a:t> </a:t>
            </a:r>
            <a:r>
              <a:rPr lang="en-US" altLang="en-US">
                <a:latin typeface="Comic Sans MS" panose="030F0702030302020204" pitchFamily="66" charset="0"/>
              </a:rPr>
              <a:t>gate delays</a:t>
            </a:r>
            <a:r>
              <a:rPr lang="en-US" altLang="en-US">
                <a:latin typeface="Cambria" panose="02040503050406030204" pitchFamily="18" charset="0"/>
              </a:rPr>
              <a:t>.</a:t>
            </a:r>
          </a:p>
        </p:txBody>
      </p:sp>
      <p:sp>
        <p:nvSpPr>
          <p:cNvPr id="26633" name="Rectangle 2"/>
          <p:cNvSpPr>
            <a:spLocks noGrp="1" noChangeArrowheads="1"/>
          </p:cNvSpPr>
          <p:nvPr>
            <p:ph type="title"/>
          </p:nvPr>
        </p:nvSpPr>
        <p:spPr>
          <a:xfrm>
            <a:off x="457200" y="152400"/>
            <a:ext cx="8305800" cy="1143000"/>
          </a:xfrm>
        </p:spPr>
        <p:txBody>
          <a:bodyPr/>
          <a:lstStyle/>
          <a:p>
            <a:r>
              <a:rPr lang="en-US" altLang="en-US" b="1" u="sng">
                <a:solidFill>
                  <a:srgbClr val="002060"/>
                </a:solidFill>
              </a:rPr>
              <a:t>Computing the add time (contd..)</a:t>
            </a:r>
          </a:p>
        </p:txBody>
      </p:sp>
    </p:spTree>
    <p:extLst>
      <p:ext uri="{BB962C8B-B14F-4D97-AF65-F5344CB8AC3E}">
        <p14:creationId xmlns:p14="http://schemas.microsoft.com/office/powerpoint/2010/main" val="500829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F9F05C-BF76-42A9-C219-633BD05E2B3D}"/>
              </a:ext>
            </a:extLst>
          </p:cNvPr>
          <p:cNvSpPr txBox="1"/>
          <p:nvPr/>
        </p:nvSpPr>
        <p:spPr>
          <a:xfrm>
            <a:off x="475488" y="1443056"/>
            <a:ext cx="8037576" cy="3693319"/>
          </a:xfrm>
          <a:prstGeom prst="rect">
            <a:avLst/>
          </a:prstGeom>
          <a:noFill/>
        </p:spPr>
        <p:txBody>
          <a:bodyPr wrap="square">
            <a:spAutoFit/>
          </a:bodyPr>
          <a:lstStyle/>
          <a:p>
            <a:pPr>
              <a:buNone/>
            </a:pPr>
            <a:r>
              <a:rPr lang="en-US" b="1" dirty="0">
                <a:solidFill>
                  <a:schemeClr val="tx1"/>
                </a:solidFill>
              </a:rPr>
              <a:t>What’s the problem with normal addition?</a:t>
            </a:r>
          </a:p>
          <a:p>
            <a:pPr>
              <a:buNone/>
            </a:pPr>
            <a:endParaRPr lang="en-US" dirty="0">
              <a:solidFill>
                <a:schemeClr val="tx1"/>
              </a:solidFill>
            </a:endParaRPr>
          </a:p>
          <a:p>
            <a:pPr>
              <a:buNone/>
            </a:pPr>
            <a:r>
              <a:rPr lang="en-US" dirty="0">
                <a:solidFill>
                  <a:schemeClr val="tx1"/>
                </a:solidFill>
              </a:rPr>
              <a:t>When we add binary numbers using the </a:t>
            </a:r>
            <a:r>
              <a:rPr lang="en-US" b="1" dirty="0">
                <a:solidFill>
                  <a:schemeClr val="tx1"/>
                </a:solidFill>
              </a:rPr>
              <a:t>Ripple Carry Adder</a:t>
            </a:r>
            <a:r>
              <a:rPr lang="en-US" dirty="0">
                <a:solidFill>
                  <a:schemeClr val="tx1"/>
                </a:solidFill>
              </a:rPr>
              <a:t>,</a:t>
            </a:r>
            <a:br>
              <a:rPr lang="en-US" dirty="0">
                <a:solidFill>
                  <a:schemeClr val="tx1"/>
                </a:solidFill>
              </a:rPr>
            </a:br>
            <a:r>
              <a:rPr lang="en-US" dirty="0">
                <a:solidFill>
                  <a:schemeClr val="tx1"/>
                </a:solidFill>
              </a:rPr>
              <a:t>each bit has to </a:t>
            </a:r>
            <a:r>
              <a:rPr lang="en-US" b="1" dirty="0">
                <a:solidFill>
                  <a:schemeClr val="tx1"/>
                </a:solidFill>
              </a:rPr>
              <a:t>wait</a:t>
            </a:r>
            <a:r>
              <a:rPr lang="en-US" dirty="0">
                <a:solidFill>
                  <a:schemeClr val="tx1"/>
                </a:solidFill>
              </a:rPr>
              <a:t> for the carry from the previous bit.</a:t>
            </a:r>
          </a:p>
          <a:p>
            <a:pPr>
              <a:buNone/>
            </a:pPr>
            <a:r>
              <a:rPr lang="en-US" dirty="0">
                <a:solidFill>
                  <a:schemeClr val="tx1"/>
                </a:solidFill>
              </a:rPr>
              <a:t>Example:</a:t>
            </a:r>
            <a:br>
              <a:rPr lang="en-US" dirty="0">
                <a:solidFill>
                  <a:schemeClr val="tx1"/>
                </a:solidFill>
              </a:rPr>
            </a:br>
            <a:r>
              <a:rPr lang="en-US" dirty="0">
                <a:solidFill>
                  <a:schemeClr val="tx1"/>
                </a:solidFill>
              </a:rPr>
              <a:t>If you’re adding 8-bit numbers, the carry must “ripple” through all 8 bits.</a:t>
            </a:r>
            <a:br>
              <a:rPr lang="en-US" dirty="0">
                <a:solidFill>
                  <a:schemeClr val="tx1"/>
                </a:solidFill>
              </a:rPr>
            </a:br>
            <a:r>
              <a:rPr lang="en-US" dirty="0">
                <a:solidFill>
                  <a:schemeClr val="tx1"/>
                </a:solidFill>
              </a:rPr>
              <a:t>This makes it </a:t>
            </a:r>
            <a:r>
              <a:rPr lang="en-US" b="1" dirty="0">
                <a:solidFill>
                  <a:schemeClr val="tx1"/>
                </a:solidFill>
              </a:rPr>
              <a:t>slow</a:t>
            </a:r>
            <a:r>
              <a:rPr lang="en-US" dirty="0">
                <a:solidFill>
                  <a:schemeClr val="tx1"/>
                </a:solidFill>
              </a:rPr>
              <a:t>.</a:t>
            </a:r>
          </a:p>
          <a:p>
            <a:pPr>
              <a:buNone/>
            </a:pPr>
            <a:br>
              <a:rPr lang="en-US" dirty="0">
                <a:solidFill>
                  <a:schemeClr val="tx1"/>
                </a:solidFill>
              </a:rPr>
            </a:br>
            <a:endParaRPr lang="en-US" dirty="0">
              <a:solidFill>
                <a:schemeClr val="tx1"/>
              </a:solidFill>
            </a:endParaRPr>
          </a:p>
          <a:p>
            <a:pPr>
              <a:buNone/>
            </a:pPr>
            <a:r>
              <a:rPr lang="en-US" b="1" dirty="0">
                <a:solidFill>
                  <a:schemeClr val="tx1"/>
                </a:solidFill>
              </a:rPr>
              <a:t>Carry Look-Ahead Adder (CLA) — The Faster Way</a:t>
            </a:r>
          </a:p>
          <a:p>
            <a:pPr>
              <a:buNone/>
            </a:pPr>
            <a:endParaRPr lang="en-US" b="1" dirty="0">
              <a:solidFill>
                <a:schemeClr val="tx1"/>
              </a:solidFill>
            </a:endParaRPr>
          </a:p>
          <a:p>
            <a:pPr>
              <a:buNone/>
            </a:pPr>
            <a:r>
              <a:rPr lang="en-US" dirty="0">
                <a:solidFill>
                  <a:schemeClr val="tx1"/>
                </a:solidFill>
              </a:rPr>
              <a:t>The </a:t>
            </a:r>
            <a:r>
              <a:rPr lang="en-US" b="1" dirty="0">
                <a:solidFill>
                  <a:schemeClr val="tx1"/>
                </a:solidFill>
              </a:rPr>
              <a:t>Carry Look-Ahead Adder</a:t>
            </a:r>
            <a:r>
              <a:rPr lang="en-US" dirty="0">
                <a:solidFill>
                  <a:schemeClr val="tx1"/>
                </a:solidFill>
              </a:rPr>
              <a:t> solves this problem by </a:t>
            </a:r>
            <a:r>
              <a:rPr lang="en-US" b="1" dirty="0">
                <a:solidFill>
                  <a:schemeClr val="tx1"/>
                </a:solidFill>
              </a:rPr>
              <a:t>calculating the carry in advance</a:t>
            </a:r>
            <a:r>
              <a:rPr lang="en-US" dirty="0">
                <a:solidFill>
                  <a:schemeClr val="tx1"/>
                </a:solidFill>
              </a:rPr>
              <a:t>, instead of waiting for it to ripple bit by bit.</a:t>
            </a:r>
          </a:p>
        </p:txBody>
      </p:sp>
    </p:spTree>
    <p:extLst>
      <p:ext uri="{BB962C8B-B14F-4D97-AF65-F5344CB8AC3E}">
        <p14:creationId xmlns:p14="http://schemas.microsoft.com/office/powerpoint/2010/main" val="119692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Slide Number Placeholder 2"/>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9983075C-B5DD-4754-9CCB-CC8E74B863B4}" type="slidenum">
              <a:rPr lang="en-US" altLang="en-US" smtClean="0">
                <a:solidFill>
                  <a:srgbClr val="FFFFFF"/>
                </a:solidFill>
                <a:latin typeface="Franklin Gothic Book" panose="020B0503020102020204" pitchFamily="34" charset="0"/>
              </a:rPr>
              <a:pPr/>
              <a:t>11</a:t>
            </a:fld>
            <a:endParaRPr lang="en-US" altLang="en-US">
              <a:solidFill>
                <a:srgbClr val="FFFFFF"/>
              </a:solidFill>
              <a:latin typeface="Franklin Gothic Book" panose="020B0503020102020204" pitchFamily="34" charset="0"/>
            </a:endParaRPr>
          </a:p>
        </p:txBody>
      </p:sp>
      <p:grpSp>
        <p:nvGrpSpPr>
          <p:cNvPr id="27654" name="Group 6"/>
          <p:cNvGrpSpPr>
            <a:grpSpLocks/>
          </p:cNvGrpSpPr>
          <p:nvPr/>
        </p:nvGrpSpPr>
        <p:grpSpPr bwMode="auto">
          <a:xfrm>
            <a:off x="603250" y="1053353"/>
            <a:ext cx="7776294" cy="3546377"/>
            <a:chOff x="822325" y="1310320"/>
            <a:chExt cx="5351274" cy="3186831"/>
          </a:xfrm>
        </p:grpSpPr>
        <p:sp>
          <p:nvSpPr>
            <p:cNvPr id="27659" name="Text Box 6"/>
            <p:cNvSpPr txBox="1">
              <a:spLocks noChangeArrowheads="1"/>
            </p:cNvSpPr>
            <p:nvPr/>
          </p:nvSpPr>
          <p:spPr bwMode="auto">
            <a:xfrm>
              <a:off x="822325" y="1310320"/>
              <a:ext cx="23844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latin typeface="Comic Sans MS" panose="030F0702030302020204" pitchFamily="66" charset="0"/>
                </a:rPr>
                <a:t>Recall the equations:</a:t>
              </a:r>
            </a:p>
          </p:txBody>
        </p:sp>
        <p:graphicFrame>
          <p:nvGraphicFramePr>
            <p:cNvPr id="27660" name="Object 2"/>
            <p:cNvGraphicFramePr>
              <a:graphicFrameLocks noChangeAspect="1"/>
            </p:cNvGraphicFramePr>
            <p:nvPr>
              <p:extLst>
                <p:ext uri="{D42A27DB-BD31-4B8C-83A1-F6EECF244321}">
                  <p14:modId xmlns:p14="http://schemas.microsoft.com/office/powerpoint/2010/main" val="3185684745"/>
                </p:ext>
              </p:extLst>
            </p:nvPr>
          </p:nvGraphicFramePr>
          <p:xfrm>
            <a:off x="2755900" y="1525588"/>
            <a:ext cx="3208338" cy="836319"/>
          </p:xfrm>
          <a:graphic>
            <a:graphicData uri="http://schemas.openxmlformats.org/presentationml/2006/ole">
              <mc:AlternateContent xmlns:mc="http://schemas.openxmlformats.org/markup-compatibility/2006">
                <mc:Choice xmlns:v="urn:schemas-microsoft-com:vml" Requires="v">
                  <p:oleObj name="Equation" r:id="rId2" imgW="1333440" imgH="457200" progId="Equation.3">
                    <p:embed/>
                  </p:oleObj>
                </mc:Choice>
                <mc:Fallback>
                  <p:oleObj name="Equation" r:id="rId2" imgW="1333440" imgH="457200" progId="Equation.3">
                    <p:embed/>
                    <p:pic>
                      <p:nvPicPr>
                        <p:cNvPr id="0" name=""/>
                        <p:cNvPicPr>
                          <a:picLocks noChangeAspect="1" noChangeArrowheads="1"/>
                        </p:cNvPicPr>
                        <p:nvPr/>
                      </p:nvPicPr>
                      <p:blipFill>
                        <a:blip r:embed="rId3"/>
                        <a:srcRect/>
                        <a:stretch>
                          <a:fillRect/>
                        </a:stretch>
                      </p:blipFill>
                      <p:spPr bwMode="auto">
                        <a:xfrm>
                          <a:off x="2755900" y="1525588"/>
                          <a:ext cx="3208338" cy="836319"/>
                        </a:xfrm>
                        <a:prstGeom prst="rect">
                          <a:avLst/>
                        </a:prstGeom>
                        <a:solidFill>
                          <a:srgbClr val="DDDDDD"/>
                        </a:solidFill>
                        <a:ln>
                          <a:noFill/>
                        </a:ln>
                      </p:spPr>
                    </p:pic>
                  </p:oleObj>
                </mc:Fallback>
              </mc:AlternateContent>
            </a:graphicData>
          </a:graphic>
        </p:graphicFrame>
        <p:sp>
          <p:nvSpPr>
            <p:cNvPr id="27661" name="Text Box 10"/>
            <p:cNvSpPr txBox="1">
              <a:spLocks noChangeArrowheads="1"/>
            </p:cNvSpPr>
            <p:nvPr/>
          </p:nvSpPr>
          <p:spPr bwMode="auto">
            <a:xfrm>
              <a:off x="822325" y="2557432"/>
              <a:ext cx="3895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latin typeface="Comic Sans MS" panose="030F0702030302020204" pitchFamily="66" charset="0"/>
                </a:rPr>
                <a:t>Second equation can be written as:</a:t>
              </a:r>
            </a:p>
          </p:txBody>
        </p:sp>
        <p:graphicFrame>
          <p:nvGraphicFramePr>
            <p:cNvPr id="27662" name="Object 3"/>
            <p:cNvGraphicFramePr>
              <a:graphicFrameLocks noChangeAspect="1"/>
            </p:cNvGraphicFramePr>
            <p:nvPr>
              <p:extLst>
                <p:ext uri="{D42A27DB-BD31-4B8C-83A1-F6EECF244321}">
                  <p14:modId xmlns:p14="http://schemas.microsoft.com/office/powerpoint/2010/main" val="3172397373"/>
                </p:ext>
              </p:extLst>
            </p:nvPr>
          </p:nvGraphicFramePr>
          <p:xfrm>
            <a:off x="2883693" y="2946998"/>
            <a:ext cx="2952750" cy="412986"/>
          </p:xfrm>
          <a:graphic>
            <a:graphicData uri="http://schemas.openxmlformats.org/presentationml/2006/ole">
              <mc:AlternateContent xmlns:mc="http://schemas.openxmlformats.org/markup-compatibility/2006">
                <mc:Choice xmlns:v="urn:schemas-microsoft-com:vml" Requires="v">
                  <p:oleObj name="Equation" r:id="rId4" imgW="1346200" imgH="228600" progId="Equation.3">
                    <p:embed/>
                  </p:oleObj>
                </mc:Choice>
                <mc:Fallback>
                  <p:oleObj name="Equation" r:id="rId4" imgW="134620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3693" y="2946998"/>
                          <a:ext cx="2952750" cy="412986"/>
                        </a:xfrm>
                        <a:prstGeom prst="rect">
                          <a:avLst/>
                        </a:prstGeom>
                        <a:solidFill>
                          <a:srgbClr val="DDDDDD"/>
                        </a:solidFill>
                        <a:ln>
                          <a:noFill/>
                        </a:ln>
                      </p:spPr>
                    </p:pic>
                  </p:oleObj>
                </mc:Fallback>
              </mc:AlternateContent>
            </a:graphicData>
          </a:graphic>
        </p:graphicFrame>
        <p:sp>
          <p:nvSpPr>
            <p:cNvPr id="27663" name="Text Box 12"/>
            <p:cNvSpPr txBox="1">
              <a:spLocks noChangeArrowheads="1"/>
            </p:cNvSpPr>
            <p:nvPr/>
          </p:nvSpPr>
          <p:spPr bwMode="auto">
            <a:xfrm>
              <a:off x="993586" y="3599256"/>
              <a:ext cx="1670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a:latin typeface="Comic Sans MS" panose="030F0702030302020204" pitchFamily="66" charset="0"/>
                </a:rPr>
                <a:t>We can write:</a:t>
              </a:r>
            </a:p>
          </p:txBody>
        </p:sp>
        <p:graphicFrame>
          <p:nvGraphicFramePr>
            <p:cNvPr id="27664" name="Object 4"/>
            <p:cNvGraphicFramePr>
              <a:graphicFrameLocks noChangeAspect="1"/>
            </p:cNvGraphicFramePr>
            <p:nvPr>
              <p:extLst>
                <p:ext uri="{D42A27DB-BD31-4B8C-83A1-F6EECF244321}">
                  <p14:modId xmlns:p14="http://schemas.microsoft.com/office/powerpoint/2010/main" val="3517933596"/>
                </p:ext>
              </p:extLst>
            </p:nvPr>
          </p:nvGraphicFramePr>
          <p:xfrm>
            <a:off x="2663636" y="3741207"/>
            <a:ext cx="3509963" cy="755944"/>
          </p:xfrm>
          <a:graphic>
            <a:graphicData uri="http://schemas.openxmlformats.org/presentationml/2006/ole">
              <mc:AlternateContent xmlns:mc="http://schemas.openxmlformats.org/markup-compatibility/2006">
                <mc:Choice xmlns:v="urn:schemas-microsoft-com:vml" Requires="v">
                  <p:oleObj name="Equation" r:id="rId6" imgW="1943100" imgH="457200" progId="Equation.3">
                    <p:embed/>
                  </p:oleObj>
                </mc:Choice>
                <mc:Fallback>
                  <p:oleObj name="Equation" r:id="rId6" imgW="1943100" imgH="457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3636" y="3741207"/>
                          <a:ext cx="3509963" cy="755944"/>
                        </a:xfrm>
                        <a:prstGeom prst="rect">
                          <a:avLst/>
                        </a:prstGeom>
                        <a:solidFill>
                          <a:srgbClr val="DDDDDD"/>
                        </a:solidFill>
                        <a:ln>
                          <a:noFill/>
                        </a:ln>
                      </p:spPr>
                    </p:pic>
                  </p:oleObj>
                </mc:Fallback>
              </mc:AlternateContent>
            </a:graphicData>
          </a:graphic>
        </p:graphicFrame>
      </p:grpSp>
      <p:sp>
        <p:nvSpPr>
          <p:cNvPr id="27655" name="Text Box 15"/>
          <p:cNvSpPr txBox="1">
            <a:spLocks noChangeArrowheads="1"/>
          </p:cNvSpPr>
          <p:nvPr/>
        </p:nvSpPr>
        <p:spPr bwMode="auto">
          <a:xfrm>
            <a:off x="4531975" y="5317857"/>
            <a:ext cx="2744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just">
              <a:buFontTx/>
              <a:buChar char="•"/>
            </a:pPr>
            <a:endParaRPr lang="en-US" altLang="en-US">
              <a:solidFill>
                <a:srgbClr val="CC3300"/>
              </a:solidFill>
              <a:latin typeface="Comic Sans MS" panose="030F0702030302020204" pitchFamily="66" charset="0"/>
            </a:endParaRPr>
          </a:p>
        </p:txBody>
      </p:sp>
      <p:sp>
        <p:nvSpPr>
          <p:cNvPr id="27656" name="Text Box 14"/>
          <p:cNvSpPr txBox="1">
            <a:spLocks noChangeArrowheads="1"/>
          </p:cNvSpPr>
          <p:nvPr/>
        </p:nvSpPr>
        <p:spPr bwMode="auto">
          <a:xfrm>
            <a:off x="603250" y="4810026"/>
            <a:ext cx="804545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just">
              <a:buFontTx/>
              <a:buChar char="•"/>
            </a:pPr>
            <a:r>
              <a:rPr lang="en-US" altLang="en-US" i="1" dirty="0">
                <a:latin typeface="Cambria" panose="02040503050406030204" pitchFamily="18" charset="0"/>
              </a:rPr>
              <a:t>G</a:t>
            </a:r>
            <a:r>
              <a:rPr lang="en-US" altLang="en-US" i="1" baseline="-25000" dirty="0">
                <a:latin typeface="Cambria" panose="02040503050406030204" pitchFamily="18" charset="0"/>
              </a:rPr>
              <a:t>i</a:t>
            </a:r>
            <a:r>
              <a:rPr lang="en-US" altLang="en-US" dirty="0">
                <a:latin typeface="Cambria" panose="02040503050406030204" pitchFamily="18" charset="0"/>
              </a:rPr>
              <a:t> </a:t>
            </a:r>
            <a:r>
              <a:rPr lang="en-US" altLang="en-US" dirty="0">
                <a:latin typeface="Comic Sans MS" panose="030F0702030302020204" pitchFamily="66" charset="0"/>
              </a:rPr>
              <a:t>is called </a:t>
            </a:r>
            <a:r>
              <a:rPr lang="en-US" altLang="en-US" dirty="0">
                <a:solidFill>
                  <a:schemeClr val="accent2"/>
                </a:solidFill>
                <a:latin typeface="Comic Sans MS" panose="030F0702030302020204" pitchFamily="66" charset="0"/>
              </a:rPr>
              <a:t>Generate function </a:t>
            </a:r>
            <a:r>
              <a:rPr lang="en-US" altLang="en-US" dirty="0">
                <a:latin typeface="Comic Sans MS" panose="030F0702030302020204" pitchFamily="66" charset="0"/>
              </a:rPr>
              <a:t>and</a:t>
            </a:r>
            <a:r>
              <a:rPr lang="en-US" altLang="en-US" dirty="0">
                <a:latin typeface="Cambria" panose="02040503050406030204" pitchFamily="18" charset="0"/>
              </a:rPr>
              <a:t> </a:t>
            </a:r>
            <a:r>
              <a:rPr lang="en-US" altLang="en-US" i="1" dirty="0">
                <a:latin typeface="Cambria" panose="02040503050406030204" pitchFamily="18" charset="0"/>
              </a:rPr>
              <a:t>P</a:t>
            </a:r>
            <a:r>
              <a:rPr lang="en-US" altLang="en-US" i="1" baseline="-25000" dirty="0">
                <a:latin typeface="Cambria" panose="02040503050406030204" pitchFamily="18" charset="0"/>
              </a:rPr>
              <a:t>i</a:t>
            </a:r>
            <a:r>
              <a:rPr lang="en-US" altLang="en-US" dirty="0">
                <a:latin typeface="Cambria" panose="02040503050406030204" pitchFamily="18" charset="0"/>
              </a:rPr>
              <a:t> </a:t>
            </a:r>
            <a:r>
              <a:rPr lang="en-US" altLang="en-US" dirty="0">
                <a:latin typeface="Comic Sans MS" panose="030F0702030302020204" pitchFamily="66" charset="0"/>
              </a:rPr>
              <a:t>is called </a:t>
            </a:r>
            <a:r>
              <a:rPr lang="en-US" altLang="en-US" dirty="0">
                <a:solidFill>
                  <a:schemeClr val="accent2"/>
                </a:solidFill>
                <a:latin typeface="Comic Sans MS" panose="030F0702030302020204" pitchFamily="66" charset="0"/>
              </a:rPr>
              <a:t>Propagate function</a:t>
            </a:r>
          </a:p>
          <a:p>
            <a:pPr algn="just">
              <a:buFontTx/>
              <a:buChar char="•"/>
            </a:pPr>
            <a:endParaRPr lang="en-US" altLang="en-US" sz="800" dirty="0">
              <a:solidFill>
                <a:schemeClr val="accent2"/>
              </a:solidFill>
              <a:latin typeface="Comic Sans MS" panose="030F0702030302020204" pitchFamily="66" charset="0"/>
            </a:endParaRPr>
          </a:p>
          <a:p>
            <a:pPr algn="just">
              <a:buFontTx/>
              <a:buChar char="•"/>
            </a:pPr>
            <a:r>
              <a:rPr lang="en-US" altLang="en-US" i="1" dirty="0">
                <a:solidFill>
                  <a:schemeClr val="accent2"/>
                </a:solidFill>
                <a:latin typeface="Cambria" panose="02040503050406030204" pitchFamily="18" charset="0"/>
              </a:rPr>
              <a:t>G</a:t>
            </a:r>
            <a:r>
              <a:rPr lang="en-US" altLang="en-US" i="1" baseline="-25000" dirty="0">
                <a:solidFill>
                  <a:schemeClr val="accent2"/>
                </a:solidFill>
                <a:latin typeface="Cambria" panose="02040503050406030204" pitchFamily="18" charset="0"/>
              </a:rPr>
              <a:t>i</a:t>
            </a:r>
            <a:r>
              <a:rPr lang="en-US" altLang="en-US" dirty="0">
                <a:solidFill>
                  <a:schemeClr val="accent2"/>
                </a:solidFill>
                <a:latin typeface="Comic Sans MS" panose="030F0702030302020204" pitchFamily="66" charset="0"/>
              </a:rPr>
              <a:t> and </a:t>
            </a:r>
            <a:r>
              <a:rPr lang="en-US" altLang="en-US" i="1" dirty="0">
                <a:solidFill>
                  <a:schemeClr val="accent2"/>
                </a:solidFill>
                <a:latin typeface="Cambria" panose="02040503050406030204" pitchFamily="18" charset="0"/>
              </a:rPr>
              <a:t>P</a:t>
            </a:r>
            <a:r>
              <a:rPr lang="en-US" altLang="en-US" i="1" baseline="-25000" dirty="0">
                <a:solidFill>
                  <a:schemeClr val="accent2"/>
                </a:solidFill>
                <a:latin typeface="Cambria" panose="02040503050406030204" pitchFamily="18" charset="0"/>
              </a:rPr>
              <a:t>i</a:t>
            </a:r>
            <a:r>
              <a:rPr lang="en-US" altLang="en-US" dirty="0">
                <a:solidFill>
                  <a:schemeClr val="accent2"/>
                </a:solidFill>
                <a:latin typeface="Comic Sans MS" panose="030F0702030302020204" pitchFamily="66" charset="0"/>
              </a:rPr>
              <a:t> are computed </a:t>
            </a:r>
            <a:r>
              <a:rPr lang="en-US" altLang="en-US" dirty="0">
                <a:latin typeface="Comic Sans MS" panose="030F0702030302020204" pitchFamily="66" charset="0"/>
              </a:rPr>
              <a:t>only from </a:t>
            </a:r>
            <a:r>
              <a:rPr lang="en-US" altLang="en-US" i="1" dirty="0">
                <a:latin typeface="Cambria" panose="02040503050406030204" pitchFamily="18" charset="0"/>
              </a:rPr>
              <a:t>x</a:t>
            </a:r>
            <a:r>
              <a:rPr lang="en-US" altLang="en-US" i="1" baseline="-25000" dirty="0">
                <a:latin typeface="Cambria" panose="02040503050406030204" pitchFamily="18" charset="0"/>
              </a:rPr>
              <a:t>i</a:t>
            </a:r>
            <a:r>
              <a:rPr lang="en-US" altLang="en-US" dirty="0">
                <a:latin typeface="Cambria" panose="02040503050406030204" pitchFamily="18" charset="0"/>
              </a:rPr>
              <a:t> </a:t>
            </a:r>
            <a:r>
              <a:rPr lang="en-US" altLang="en-US" dirty="0">
                <a:latin typeface="Comic Sans MS" panose="030F0702030302020204" pitchFamily="66" charset="0"/>
              </a:rPr>
              <a:t>and </a:t>
            </a:r>
            <a:r>
              <a:rPr lang="en-US" altLang="en-US" i="1" dirty="0" err="1">
                <a:latin typeface="Cambria" panose="02040503050406030204" pitchFamily="18" charset="0"/>
              </a:rPr>
              <a:t>y</a:t>
            </a:r>
            <a:r>
              <a:rPr lang="en-US" altLang="en-US" i="1" baseline="-25000" dirty="0" err="1">
                <a:latin typeface="Cambria" panose="02040503050406030204" pitchFamily="18" charset="0"/>
              </a:rPr>
              <a:t>i</a:t>
            </a:r>
            <a:r>
              <a:rPr lang="en-US" altLang="en-US" dirty="0">
                <a:latin typeface="Comic Sans MS" panose="030F0702030302020204" pitchFamily="66" charset="0"/>
              </a:rPr>
              <a:t> and not </a:t>
            </a:r>
            <a:r>
              <a:rPr lang="en-US" altLang="en-US" i="1" dirty="0">
                <a:latin typeface="Cambria" panose="02040503050406030204" pitchFamily="18" charset="0"/>
              </a:rPr>
              <a:t>c</a:t>
            </a:r>
            <a:r>
              <a:rPr lang="en-US" altLang="en-US" i="1" baseline="-25000" dirty="0">
                <a:latin typeface="Cambria" panose="02040503050406030204" pitchFamily="18" charset="0"/>
              </a:rPr>
              <a:t>i</a:t>
            </a:r>
            <a:r>
              <a:rPr lang="en-US" altLang="en-US" dirty="0">
                <a:latin typeface="Comic Sans MS" panose="030F0702030302020204" pitchFamily="66" charset="0"/>
              </a:rPr>
              <a:t>, thus they can  be computed </a:t>
            </a:r>
            <a:r>
              <a:rPr lang="en-US" altLang="en-US" dirty="0">
                <a:solidFill>
                  <a:schemeClr val="accent2"/>
                </a:solidFill>
                <a:latin typeface="Comic Sans MS" panose="030F0702030302020204" pitchFamily="66" charset="0"/>
              </a:rPr>
              <a:t>in one gate delay </a:t>
            </a:r>
            <a:r>
              <a:rPr lang="en-US" altLang="en-US" dirty="0">
                <a:latin typeface="Comic Sans MS" panose="030F0702030302020204" pitchFamily="66" charset="0"/>
              </a:rPr>
              <a:t>after </a:t>
            </a:r>
            <a:r>
              <a:rPr lang="en-US" altLang="en-US" i="1" dirty="0">
                <a:latin typeface="Cambria" panose="02040503050406030204" pitchFamily="18" charset="0"/>
              </a:rPr>
              <a:t>X</a:t>
            </a:r>
            <a:r>
              <a:rPr lang="en-US" altLang="en-US" dirty="0">
                <a:latin typeface="Comic Sans MS" panose="030F0702030302020204" pitchFamily="66" charset="0"/>
              </a:rPr>
              <a:t> and </a:t>
            </a:r>
            <a:r>
              <a:rPr lang="en-US" altLang="en-US" i="1" dirty="0">
                <a:latin typeface="Cambria" panose="02040503050406030204" pitchFamily="18" charset="0"/>
              </a:rPr>
              <a:t>Y</a:t>
            </a:r>
            <a:r>
              <a:rPr lang="en-US" altLang="en-US" dirty="0">
                <a:latin typeface="Comic Sans MS" panose="030F0702030302020204" pitchFamily="66" charset="0"/>
              </a:rPr>
              <a:t> are applied to the inputs of an </a:t>
            </a:r>
            <a:r>
              <a:rPr lang="en-US" altLang="en-US" i="1" dirty="0">
                <a:latin typeface="Cambria" panose="02040503050406030204" pitchFamily="18" charset="0"/>
              </a:rPr>
              <a:t>n</a:t>
            </a:r>
            <a:r>
              <a:rPr lang="en-US" altLang="en-US" dirty="0">
                <a:latin typeface="Comic Sans MS" panose="030F0702030302020204" pitchFamily="66" charset="0"/>
              </a:rPr>
              <a:t>-bit adder.</a:t>
            </a:r>
          </a:p>
          <a:p>
            <a:pPr algn="just">
              <a:buFontTx/>
              <a:buChar char="•"/>
            </a:pPr>
            <a:endParaRPr lang="en-US" altLang="en-US" dirty="0">
              <a:latin typeface="Comic Sans MS" panose="030F0702030302020204" pitchFamily="66" charset="0"/>
            </a:endParaRPr>
          </a:p>
          <a:p>
            <a:pPr algn="just"/>
            <a:endParaRPr lang="en-US" altLang="en-US" dirty="0">
              <a:latin typeface="Comic Sans MS" panose="030F0702030302020204" pitchFamily="66" charset="0"/>
            </a:endParaRPr>
          </a:p>
        </p:txBody>
      </p:sp>
      <p:sp>
        <p:nvSpPr>
          <p:cNvPr id="27657" name="Rectangle 2"/>
          <p:cNvSpPr>
            <a:spLocks noGrp="1" noChangeArrowheads="1"/>
          </p:cNvSpPr>
          <p:nvPr>
            <p:ph type="title"/>
          </p:nvPr>
        </p:nvSpPr>
        <p:spPr>
          <a:xfrm>
            <a:off x="228600" y="381000"/>
            <a:ext cx="3962400" cy="1143000"/>
          </a:xfrm>
        </p:spPr>
        <p:txBody>
          <a:bodyPr/>
          <a:lstStyle/>
          <a:p>
            <a:r>
              <a:rPr lang="en-US" altLang="en-US" b="1" u="sng">
                <a:solidFill>
                  <a:srgbClr val="FF0000"/>
                </a:solidFill>
              </a:rPr>
              <a:t>Fast addition</a:t>
            </a:r>
          </a:p>
        </p:txBody>
      </p:sp>
      <p:sp>
        <p:nvSpPr>
          <p:cNvPr id="17" name="Title 3"/>
          <p:cNvSpPr txBox="1">
            <a:spLocks/>
          </p:cNvSpPr>
          <p:nvPr/>
        </p:nvSpPr>
        <p:spPr bwMode="auto">
          <a:xfrm>
            <a:off x="2590800" y="533400"/>
            <a:ext cx="7772400" cy="381000"/>
          </a:xfrm>
          <a:prstGeom prst="rect">
            <a:avLst/>
          </a:prstGeom>
          <a:noFill/>
          <a:ln w="9525">
            <a:noFill/>
            <a:miter lim="800000"/>
            <a:headEnd/>
            <a:tailEnd/>
          </a:ln>
        </p:spPr>
        <p:txBody>
          <a:bodyPr bIns="91440" anchor="b"/>
          <a:lstStyle/>
          <a:p>
            <a:pPr>
              <a:defRPr/>
            </a:pPr>
            <a:r>
              <a:rPr lang="en-US" sz="3200" dirty="0">
                <a:solidFill>
                  <a:schemeClr val="tx2"/>
                </a:solidFill>
                <a:latin typeface="+mj-lt"/>
                <a:ea typeface="+mj-ea"/>
                <a:cs typeface="+mj-cs"/>
              </a:rPr>
              <a:t>     </a:t>
            </a:r>
            <a:r>
              <a:rPr lang="en-US" sz="3200" b="1" dirty="0">
                <a:solidFill>
                  <a:schemeClr val="tx2"/>
                </a:solidFill>
                <a:latin typeface="+mj-lt"/>
                <a:ea typeface="+mj-ea"/>
                <a:cs typeface="+mj-cs"/>
              </a:rPr>
              <a:t>(</a:t>
            </a:r>
            <a:r>
              <a:rPr lang="en-US" sz="3200" b="1" dirty="0">
                <a:solidFill>
                  <a:srgbClr val="002060"/>
                </a:solidFill>
                <a:latin typeface="+mj-lt"/>
                <a:ea typeface="+mj-ea"/>
                <a:cs typeface="+mj-cs"/>
              </a:rPr>
              <a:t>Carry-look Ahead Addition)</a:t>
            </a:r>
          </a:p>
        </p:txBody>
      </p:sp>
    </p:spTree>
    <p:extLst>
      <p:ext uri="{BB962C8B-B14F-4D97-AF65-F5344CB8AC3E}">
        <p14:creationId xmlns:p14="http://schemas.microsoft.com/office/powerpoint/2010/main" val="3496345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Slide Number Placeholder 2"/>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AA0F8255-1C62-4B80-81D6-1A06B24892F4}" type="slidenum">
              <a:rPr lang="en-US" altLang="en-US" smtClean="0">
                <a:solidFill>
                  <a:srgbClr val="FFFFFF"/>
                </a:solidFill>
                <a:latin typeface="Franklin Gothic Book" panose="020B0503020102020204" pitchFamily="34" charset="0"/>
              </a:rPr>
              <a:pPr/>
              <a:t>12</a:t>
            </a:fld>
            <a:endParaRPr lang="en-US" altLang="en-US">
              <a:solidFill>
                <a:srgbClr val="FFFFFF"/>
              </a:solidFill>
              <a:latin typeface="Franklin Gothic Book" panose="020B0503020102020204" pitchFamily="34" charset="0"/>
            </a:endParaRPr>
          </a:p>
        </p:txBody>
      </p:sp>
      <p:sp>
        <p:nvSpPr>
          <p:cNvPr id="28677" name="Content Placeholder 2"/>
          <p:cNvSpPr>
            <a:spLocks noGrp="1"/>
          </p:cNvSpPr>
          <p:nvPr>
            <p:ph sz="quarter" idx="1"/>
          </p:nvPr>
        </p:nvSpPr>
        <p:spPr>
          <a:xfrm>
            <a:off x="304800" y="381000"/>
            <a:ext cx="8534400" cy="6145272"/>
          </a:xfrm>
        </p:spPr>
        <p:txBody>
          <a:bodyPr/>
          <a:lstStyle/>
          <a:p>
            <a:pPr algn="just"/>
            <a:endParaRPr lang="en-US" altLang="en-US" sz="2000" b="0">
              <a:latin typeface="Comic Sans MS" panose="030F0702030302020204" pitchFamily="66" charset="0"/>
            </a:endParaRPr>
          </a:p>
          <a:p>
            <a:pPr algn="just"/>
            <a:endParaRPr lang="en-US" altLang="en-US" sz="2000" b="0">
              <a:latin typeface="Comic Sans MS" panose="030F0702030302020204" pitchFamily="66" charset="0"/>
            </a:endParaRPr>
          </a:p>
          <a:p>
            <a:pPr algn="just"/>
            <a:r>
              <a:rPr lang="en-US" altLang="en-US" sz="2000" b="0">
                <a:latin typeface="Comic Sans MS" panose="030F0702030302020204" pitchFamily="66" charset="0"/>
              </a:rPr>
              <a:t>The expressions </a:t>
            </a:r>
            <a:r>
              <a:rPr lang="en-US" altLang="en-US" sz="2000" b="0" err="1">
                <a:solidFill>
                  <a:srgbClr val="FF0000"/>
                </a:solidFill>
                <a:latin typeface="Comic Sans MS" panose="030F0702030302020204" pitchFamily="66" charset="0"/>
              </a:rPr>
              <a:t>G</a:t>
            </a:r>
            <a:r>
              <a:rPr lang="en-US" altLang="en-US" sz="2000" b="0" baseline="-25000" err="1">
                <a:solidFill>
                  <a:srgbClr val="FF0000"/>
                </a:solidFill>
                <a:latin typeface="Comic Sans MS" panose="030F0702030302020204" pitchFamily="66" charset="0"/>
              </a:rPr>
              <a:t>i</a:t>
            </a:r>
            <a:r>
              <a:rPr lang="en-US" altLang="en-US" sz="2000" b="0">
                <a:solidFill>
                  <a:srgbClr val="FF0000"/>
                </a:solidFill>
                <a:latin typeface="Comic Sans MS" panose="030F0702030302020204" pitchFamily="66" charset="0"/>
              </a:rPr>
              <a:t> </a:t>
            </a:r>
            <a:r>
              <a:rPr lang="en-US" altLang="en-US" sz="2000" b="0">
                <a:latin typeface="Comic Sans MS" panose="030F0702030302020204" pitchFamily="66" charset="0"/>
              </a:rPr>
              <a:t>and </a:t>
            </a:r>
            <a:r>
              <a:rPr lang="en-US" altLang="en-US" sz="2000" b="0">
                <a:solidFill>
                  <a:srgbClr val="FF0000"/>
                </a:solidFill>
                <a:latin typeface="Comic Sans MS" panose="030F0702030302020204" pitchFamily="66" charset="0"/>
              </a:rPr>
              <a:t>P</a:t>
            </a:r>
            <a:r>
              <a:rPr lang="en-US" altLang="en-US" sz="2000" b="0" baseline="-25000">
                <a:solidFill>
                  <a:srgbClr val="FF0000"/>
                </a:solidFill>
                <a:latin typeface="Comic Sans MS" panose="030F0702030302020204" pitchFamily="66" charset="0"/>
              </a:rPr>
              <a:t>i</a:t>
            </a:r>
            <a:r>
              <a:rPr lang="en-US" altLang="en-US" sz="2000" b="0">
                <a:solidFill>
                  <a:srgbClr val="FF0000"/>
                </a:solidFill>
                <a:latin typeface="Comic Sans MS" panose="030F0702030302020204" pitchFamily="66" charset="0"/>
              </a:rPr>
              <a:t> </a:t>
            </a:r>
            <a:r>
              <a:rPr lang="en-US" altLang="en-US" sz="2000" b="0">
                <a:latin typeface="Comic Sans MS" panose="030F0702030302020204" pitchFamily="66" charset="0"/>
              </a:rPr>
              <a:t>are called the generate and propagate functions for stage</a:t>
            </a:r>
            <a:r>
              <a:rPr lang="en-US" altLang="en-US" sz="2000" b="0">
                <a:solidFill>
                  <a:srgbClr val="FF0000"/>
                </a:solidFill>
                <a:latin typeface="Comic Sans MS" panose="030F0702030302020204" pitchFamily="66" charset="0"/>
              </a:rPr>
              <a:t> </a:t>
            </a:r>
            <a:r>
              <a:rPr lang="en-US" altLang="en-US" sz="2000" b="0" err="1">
                <a:solidFill>
                  <a:srgbClr val="FF0000"/>
                </a:solidFill>
                <a:latin typeface="Comic Sans MS" panose="030F0702030302020204" pitchFamily="66" charset="0"/>
              </a:rPr>
              <a:t>i</a:t>
            </a:r>
            <a:r>
              <a:rPr lang="en-US" altLang="en-US" sz="2000" b="0">
                <a:latin typeface="Comic Sans MS" panose="030F0702030302020204" pitchFamily="66" charset="0"/>
              </a:rPr>
              <a:t>.</a:t>
            </a:r>
          </a:p>
          <a:p>
            <a:pPr algn="just"/>
            <a:r>
              <a:rPr lang="en-US" altLang="en-US" sz="2000" b="0">
                <a:latin typeface="Comic Sans MS" panose="030F0702030302020204" pitchFamily="66" charset="0"/>
              </a:rPr>
              <a:t>Each bit stage contains an</a:t>
            </a:r>
          </a:p>
          <a:p>
            <a:pPr algn="just">
              <a:buFont typeface="Wingdings 2" panose="05020102010507070707" pitchFamily="18" charset="2"/>
              <a:buNone/>
            </a:pPr>
            <a:r>
              <a:rPr lang="en-US" altLang="en-US" sz="2000" b="0">
                <a:latin typeface="Comic Sans MS" panose="030F0702030302020204" pitchFamily="66" charset="0"/>
              </a:rPr>
              <a:t>1) </a:t>
            </a:r>
            <a:r>
              <a:rPr lang="en-US" altLang="en-US" sz="2000" b="0">
                <a:solidFill>
                  <a:schemeClr val="accent2"/>
                </a:solidFill>
                <a:latin typeface="Comic Sans MS" panose="030F0702030302020204" pitchFamily="66" charset="0"/>
              </a:rPr>
              <a:t>AND gate to form </a:t>
            </a:r>
            <a:r>
              <a:rPr lang="en-US" altLang="en-US" sz="2000" b="0" err="1">
                <a:solidFill>
                  <a:schemeClr val="accent2"/>
                </a:solidFill>
                <a:latin typeface="Comic Sans MS" panose="030F0702030302020204" pitchFamily="66" charset="0"/>
              </a:rPr>
              <a:t>Gi</a:t>
            </a:r>
            <a:r>
              <a:rPr lang="en-US" altLang="en-US" sz="2000" b="0">
                <a:latin typeface="Comic Sans MS" panose="030F0702030302020204" pitchFamily="66" charset="0"/>
              </a:rPr>
              <a:t>, </a:t>
            </a:r>
          </a:p>
          <a:p>
            <a:pPr algn="just">
              <a:buFont typeface="Wingdings 2" panose="05020102010507070707" pitchFamily="18" charset="2"/>
              <a:buNone/>
            </a:pPr>
            <a:r>
              <a:rPr lang="en-US" altLang="en-US" sz="2000" b="0">
                <a:latin typeface="Comic Sans MS" panose="030F0702030302020204" pitchFamily="66" charset="0"/>
              </a:rPr>
              <a:t>2) </a:t>
            </a:r>
            <a:r>
              <a:rPr lang="en-US" altLang="en-US" sz="2000" b="0">
                <a:solidFill>
                  <a:schemeClr val="accent2"/>
                </a:solidFill>
                <a:latin typeface="Comic Sans MS" panose="030F0702030302020204" pitchFamily="66" charset="0"/>
              </a:rPr>
              <a:t>OR gate to form Pi</a:t>
            </a:r>
            <a:r>
              <a:rPr lang="en-US" altLang="en-US" sz="2000" b="0">
                <a:latin typeface="Comic Sans MS" panose="030F0702030302020204" pitchFamily="66" charset="0"/>
              </a:rPr>
              <a:t>, and </a:t>
            </a:r>
          </a:p>
          <a:p>
            <a:pPr algn="just">
              <a:buFont typeface="Wingdings 2" panose="05020102010507070707" pitchFamily="18" charset="2"/>
              <a:buNone/>
            </a:pPr>
            <a:r>
              <a:rPr lang="en-US" altLang="en-US" sz="2000" b="0">
                <a:latin typeface="Comic Sans MS" panose="030F0702030302020204" pitchFamily="66" charset="0"/>
              </a:rPr>
              <a:t>3) </a:t>
            </a:r>
            <a:r>
              <a:rPr lang="en-US" altLang="en-US" sz="2000" b="0">
                <a:solidFill>
                  <a:schemeClr val="accent2"/>
                </a:solidFill>
                <a:latin typeface="Comic Sans MS" panose="030F0702030302020204" pitchFamily="66" charset="0"/>
              </a:rPr>
              <a:t>three-input XOR gate to form Si</a:t>
            </a:r>
            <a:r>
              <a:rPr lang="en-US" altLang="en-US" sz="2000" b="0">
                <a:solidFill>
                  <a:srgbClr val="FF0000"/>
                </a:solidFill>
                <a:latin typeface="Comic Sans MS" panose="030F0702030302020204" pitchFamily="66" charset="0"/>
              </a:rPr>
              <a:t>.</a:t>
            </a:r>
          </a:p>
          <a:p>
            <a:pPr algn="just"/>
            <a:r>
              <a:rPr lang="en-US" altLang="en-US" sz="2000" b="0">
                <a:latin typeface="Comic Sans MS" panose="030F0702030302020204" pitchFamily="66" charset="0"/>
              </a:rPr>
              <a:t>A simpler circuit can be designed to generate </a:t>
            </a:r>
            <a:r>
              <a:rPr lang="en-US" altLang="en-US" sz="2000" b="0" err="1">
                <a:latin typeface="Comic Sans MS" panose="030F0702030302020204" pitchFamily="66" charset="0"/>
              </a:rPr>
              <a:t>Gi</a:t>
            </a:r>
            <a:r>
              <a:rPr lang="en-US" altLang="en-US" sz="2000" b="0">
                <a:latin typeface="Comic Sans MS" panose="030F0702030302020204" pitchFamily="66" charset="0"/>
              </a:rPr>
              <a:t>, Si and Pi</a:t>
            </a:r>
          </a:p>
          <a:p>
            <a:pPr algn="just">
              <a:buFont typeface="Wingdings 2" panose="05020102010507070707" pitchFamily="18" charset="2"/>
              <a:buNone/>
            </a:pPr>
            <a:endParaRPr lang="en-US" altLang="en-US" sz="2000" b="0">
              <a:latin typeface="Comic Sans MS" panose="030F0702030302020204" pitchFamily="66" charset="0"/>
            </a:endParaRPr>
          </a:p>
          <a:p>
            <a:pPr algn="just">
              <a:buFont typeface="Wingdings 2" panose="05020102010507070707" pitchFamily="18" charset="2"/>
              <a:buNone/>
            </a:pPr>
            <a:endParaRPr lang="en-US" altLang="en-US" sz="2000" b="0">
              <a:latin typeface="Comic Sans MS" panose="030F0702030302020204" pitchFamily="66" charset="0"/>
            </a:endParaRPr>
          </a:p>
          <a:p>
            <a:pPr algn="just">
              <a:buFont typeface="Wingdings 2" panose="05020102010507070707" pitchFamily="18" charset="2"/>
              <a:buNone/>
            </a:pPr>
            <a:r>
              <a:rPr lang="en-US" altLang="en-US" sz="2000" b="0">
                <a:latin typeface="Comic Sans MS" panose="030F0702030302020204" pitchFamily="66" charset="0"/>
              </a:rPr>
              <a:t>But in this case </a:t>
            </a:r>
            <a:r>
              <a:rPr lang="en-US" altLang="en-US" sz="2000" b="0" err="1">
                <a:solidFill>
                  <a:schemeClr val="accent2"/>
                </a:solidFill>
                <a:latin typeface="Comic Sans MS" panose="030F0702030302020204" pitchFamily="66" charset="0"/>
              </a:rPr>
              <a:t>Gi</a:t>
            </a:r>
            <a:r>
              <a:rPr lang="en-US" altLang="en-US" sz="2000" b="0">
                <a:solidFill>
                  <a:schemeClr val="accent2"/>
                </a:solidFill>
                <a:latin typeface="Comic Sans MS" panose="030F0702030302020204" pitchFamily="66" charset="0"/>
              </a:rPr>
              <a:t>=1, so it does not matter whether Pi is 0 or 1.</a:t>
            </a:r>
          </a:p>
          <a:p>
            <a:pPr algn="just">
              <a:buFont typeface="Wingdings 2" panose="05020102010507070707" pitchFamily="18" charset="2"/>
              <a:buNone/>
            </a:pPr>
            <a:r>
              <a:rPr lang="en-US" altLang="en-US" sz="2000" b="0">
                <a:latin typeface="Comic Sans MS" panose="030F0702030302020204" pitchFamily="66" charset="0"/>
              </a:rPr>
              <a:t>Then using a cascade of two input XOR gates to realize the 3-input XOR function. the basic cell B can be used in each bit stage as shown in the figure.</a:t>
            </a:r>
          </a:p>
          <a:p>
            <a:pPr algn="just">
              <a:buFont typeface="Wingdings 2" panose="05020102010507070707" pitchFamily="18" charset="2"/>
              <a:buNone/>
            </a:pPr>
            <a:r>
              <a:rPr lang="en-US" altLang="en-US" sz="2000" b="0">
                <a:latin typeface="Comic Sans MS" panose="030F0702030302020204" pitchFamily="66" charset="0"/>
              </a:rPr>
              <a:t>        </a:t>
            </a:r>
          </a:p>
        </p:txBody>
      </p:sp>
      <p:pic>
        <p:nvPicPr>
          <p:cNvPr id="2867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038600"/>
            <a:ext cx="800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8351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Slide Number Placeholder 2"/>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F25F6B9B-35A1-4F32-82A8-47F2FEAE41B8}" type="slidenum">
              <a:rPr lang="en-US" altLang="en-US" smtClean="0">
                <a:solidFill>
                  <a:srgbClr val="FFFFFF"/>
                </a:solidFill>
                <a:latin typeface="Franklin Gothic Book" panose="020B0503020102020204" pitchFamily="34" charset="0"/>
              </a:rPr>
              <a:pPr/>
              <a:t>13</a:t>
            </a:fld>
            <a:endParaRPr lang="en-US" altLang="en-US">
              <a:solidFill>
                <a:srgbClr val="FFFFFF"/>
              </a:solidFill>
              <a:latin typeface="Franklin Gothic Book" panose="020B0503020102020204" pitchFamily="34" charset="0"/>
            </a:endParaRPr>
          </a:p>
        </p:txBody>
      </p:sp>
      <p:pic>
        <p:nvPicPr>
          <p:cNvPr id="29701"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286000" y="152400"/>
            <a:ext cx="4800600" cy="2722562"/>
          </a:xfrm>
          <a:noFill/>
        </p:spPr>
      </p:pic>
      <p:pic>
        <p:nvPicPr>
          <p:cNvPr id="297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124200"/>
            <a:ext cx="84582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0865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Content Placeholder 5"/>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9050" y="0"/>
            <a:ext cx="9382125" cy="7008813"/>
          </a:xfrm>
        </p:spPr>
      </p:pic>
      <p:sp>
        <p:nvSpPr>
          <p:cNvPr id="26627"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231C5802-7297-4E63-AB5E-AA472E7B1A56}" type="slidenum">
              <a:rPr lang="en-US" smtClean="0">
                <a:solidFill>
                  <a:srgbClr val="FFFFFF"/>
                </a:solidFill>
                <a:latin typeface="Franklin Gothic Book" panose="020B0503020102020204" pitchFamily="34" charset="0"/>
              </a:rPr>
              <a:pPr/>
              <a:t>14</a:t>
            </a:fld>
            <a:endParaRPr lang="en-US">
              <a:solidFill>
                <a:srgbClr val="FFFFFF"/>
              </a:solidFill>
              <a:latin typeface="Franklin Gothic Book" panose="020B0503020102020204" pitchFamily="34" charset="0"/>
            </a:endParaRPr>
          </a:p>
        </p:txBody>
      </p:sp>
      <p:cxnSp>
        <p:nvCxnSpPr>
          <p:cNvPr id="8" name="Straight Connector 7"/>
          <p:cNvCxnSpPr/>
          <p:nvPr/>
        </p:nvCxnSpPr>
        <p:spPr>
          <a:xfrm>
            <a:off x="0" y="2362200"/>
            <a:ext cx="8991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991600" y="2362200"/>
            <a:ext cx="371475"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p:cNvSpPr txBox="1">
            <a:spLocks noChangeArrowheads="1"/>
          </p:cNvSpPr>
          <p:nvPr/>
        </p:nvSpPr>
        <p:spPr bwMode="auto">
          <a:xfrm>
            <a:off x="153988" y="609600"/>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sz="2400" b="1"/>
              <a:t>i = 0</a:t>
            </a:r>
          </a:p>
        </p:txBody>
      </p:sp>
      <p:sp>
        <p:nvSpPr>
          <p:cNvPr id="15" name="TextBox 14"/>
          <p:cNvSpPr txBox="1">
            <a:spLocks noChangeArrowheads="1"/>
          </p:cNvSpPr>
          <p:nvPr/>
        </p:nvSpPr>
        <p:spPr bwMode="auto">
          <a:xfrm>
            <a:off x="6781800" y="1447800"/>
            <a:ext cx="1371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sz="2400" b="1"/>
              <a:t>C</a:t>
            </a:r>
            <a:r>
              <a:rPr lang="en-US" sz="2400" b="1" baseline="-25000"/>
              <a:t>1</a:t>
            </a:r>
            <a:r>
              <a:rPr lang="en-US" sz="2400" b="1"/>
              <a:t>= 3GD</a:t>
            </a:r>
          </a:p>
        </p:txBody>
      </p:sp>
      <p:sp>
        <p:nvSpPr>
          <p:cNvPr id="16" name="TextBox 15"/>
          <p:cNvSpPr txBox="1">
            <a:spLocks noChangeArrowheads="1"/>
          </p:cNvSpPr>
          <p:nvPr/>
        </p:nvSpPr>
        <p:spPr bwMode="auto">
          <a:xfrm>
            <a:off x="304800" y="2433638"/>
            <a:ext cx="990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sz="2400" b="1"/>
              <a:t>i = 1</a:t>
            </a:r>
          </a:p>
        </p:txBody>
      </p:sp>
      <p:sp>
        <p:nvSpPr>
          <p:cNvPr id="17" name="TextBox 16"/>
          <p:cNvSpPr txBox="1">
            <a:spLocks noChangeArrowheads="1"/>
          </p:cNvSpPr>
          <p:nvPr/>
        </p:nvSpPr>
        <p:spPr bwMode="auto">
          <a:xfrm>
            <a:off x="7696200" y="4572000"/>
            <a:ext cx="1524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sz="2400" b="1"/>
              <a:t>C</a:t>
            </a:r>
            <a:r>
              <a:rPr lang="en-US" sz="2400" b="1" baseline="-25000"/>
              <a:t>2</a:t>
            </a:r>
            <a:r>
              <a:rPr lang="en-US" sz="2400" b="1"/>
              <a:t>= 3GD</a:t>
            </a:r>
          </a:p>
          <a:p>
            <a:endParaRPr lang="en-US" sz="2400" b="1"/>
          </a:p>
        </p:txBody>
      </p:sp>
      <p:graphicFrame>
        <p:nvGraphicFramePr>
          <p:cNvPr id="2" name="Object 1"/>
          <p:cNvGraphicFramePr>
            <a:graphicFrameLocks noChangeAspect="1"/>
          </p:cNvGraphicFramePr>
          <p:nvPr/>
        </p:nvGraphicFramePr>
        <p:xfrm>
          <a:off x="4781550" y="38100"/>
          <a:ext cx="4362450" cy="1138238"/>
        </p:xfrm>
        <a:graphic>
          <a:graphicData uri="http://schemas.openxmlformats.org/presentationml/2006/ole">
            <mc:AlternateContent xmlns:mc="http://schemas.openxmlformats.org/markup-compatibility/2006">
              <mc:Choice xmlns:v="urn:schemas-microsoft-com:vml" Requires="v">
                <p:oleObj name="Equation" r:id="rId3" imgW="876300" imgH="228600" progId="Equation.3">
                  <p:embed/>
                </p:oleObj>
              </mc:Choice>
              <mc:Fallback>
                <p:oleObj name="Equation" r:id="rId3" imgW="8763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1550" y="38100"/>
                        <a:ext cx="4362450"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548500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6"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3BF4F2E5-BA1A-49DC-806F-772C08433B03}" type="slidenum">
              <a:rPr lang="en-US" smtClean="0">
                <a:solidFill>
                  <a:srgbClr val="FFFFFF"/>
                </a:solidFill>
                <a:latin typeface="Franklin Gothic Book" panose="020B0503020102020204" pitchFamily="34" charset="0"/>
              </a:rPr>
              <a:pPr/>
              <a:t>15</a:t>
            </a:fld>
            <a:endParaRPr lang="en-US">
              <a:solidFill>
                <a:srgbClr val="FFFFFF"/>
              </a:solidFill>
              <a:latin typeface="Franklin Gothic Book" panose="020B0503020102020204" pitchFamily="34" charset="0"/>
            </a:endParaRPr>
          </a:p>
        </p:txBody>
      </p:sp>
      <p:pic>
        <p:nvPicPr>
          <p:cNvPr id="27651"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709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a:spLocks noChangeArrowheads="1"/>
          </p:cNvSpPr>
          <p:nvPr/>
        </p:nvSpPr>
        <p:spPr bwMode="auto">
          <a:xfrm>
            <a:off x="228600" y="457200"/>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sz="2400" b="1"/>
              <a:t>i = 2</a:t>
            </a:r>
          </a:p>
        </p:txBody>
      </p:sp>
      <p:sp>
        <p:nvSpPr>
          <p:cNvPr id="9" name="TextBox 8"/>
          <p:cNvSpPr txBox="1">
            <a:spLocks noChangeArrowheads="1"/>
          </p:cNvSpPr>
          <p:nvPr/>
        </p:nvSpPr>
        <p:spPr bwMode="auto">
          <a:xfrm>
            <a:off x="7315200" y="2903538"/>
            <a:ext cx="1524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sz="2400" b="1"/>
              <a:t>C</a:t>
            </a:r>
            <a:r>
              <a:rPr lang="en-US" sz="2400" b="1" baseline="-25000"/>
              <a:t>3</a:t>
            </a:r>
            <a:r>
              <a:rPr lang="en-US" sz="2400" b="1"/>
              <a:t>= 3GD</a:t>
            </a:r>
          </a:p>
          <a:p>
            <a:endParaRPr lang="en-US" sz="2400" b="1"/>
          </a:p>
        </p:txBody>
      </p:sp>
    </p:spTree>
    <p:extLst>
      <p:ext uri="{BB962C8B-B14F-4D97-AF65-F5344CB8AC3E}">
        <p14:creationId xmlns:p14="http://schemas.microsoft.com/office/powerpoint/2010/main" val="20553767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894393CF-CDAD-4847-A813-17B520166D28}" type="slidenum">
              <a:rPr lang="en-US" smtClean="0">
                <a:solidFill>
                  <a:srgbClr val="FFFFFF"/>
                </a:solidFill>
                <a:latin typeface="Franklin Gothic Book" panose="020B0503020102020204" pitchFamily="34" charset="0"/>
              </a:rPr>
              <a:pPr/>
              <a:t>16</a:t>
            </a:fld>
            <a:endParaRPr lang="en-US">
              <a:solidFill>
                <a:srgbClr val="FFFFFF"/>
              </a:solidFill>
              <a:latin typeface="Franklin Gothic Book" panose="020B0503020102020204" pitchFamily="34" charset="0"/>
            </a:endParaRPr>
          </a:p>
        </p:txBody>
      </p:sp>
      <p:pic>
        <p:nvPicPr>
          <p:cNvPr id="28675"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90500"/>
            <a:ext cx="9067800" cy="64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a:spLocks noChangeArrowheads="1"/>
          </p:cNvSpPr>
          <p:nvPr/>
        </p:nvSpPr>
        <p:spPr bwMode="auto">
          <a:xfrm>
            <a:off x="152400" y="452438"/>
            <a:ext cx="990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sz="2400" b="1"/>
              <a:t>i = 3</a:t>
            </a:r>
          </a:p>
        </p:txBody>
      </p:sp>
      <p:sp>
        <p:nvSpPr>
          <p:cNvPr id="9" name="TextBox 8"/>
          <p:cNvSpPr txBox="1">
            <a:spLocks noChangeArrowheads="1"/>
          </p:cNvSpPr>
          <p:nvPr/>
        </p:nvSpPr>
        <p:spPr bwMode="auto">
          <a:xfrm>
            <a:off x="7391400" y="2903538"/>
            <a:ext cx="1524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sz="2400" b="1"/>
              <a:t>C</a:t>
            </a:r>
            <a:r>
              <a:rPr lang="en-US" sz="2400" b="1" baseline="-25000"/>
              <a:t>4</a:t>
            </a:r>
            <a:r>
              <a:rPr lang="en-US" sz="2400" b="1"/>
              <a:t>= 3GD</a:t>
            </a:r>
          </a:p>
          <a:p>
            <a:endParaRPr lang="en-US" sz="2400" b="1"/>
          </a:p>
        </p:txBody>
      </p:sp>
    </p:spTree>
    <p:extLst>
      <p:ext uri="{BB962C8B-B14F-4D97-AF65-F5344CB8AC3E}">
        <p14:creationId xmlns:p14="http://schemas.microsoft.com/office/powerpoint/2010/main" val="10432500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Slide Number Placeholder 2"/>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76982864-CBA0-46A3-ABFE-3ECBBFE0C291}" type="slidenum">
              <a:rPr lang="en-US" altLang="en-US" smtClean="0">
                <a:solidFill>
                  <a:srgbClr val="FFFFFF"/>
                </a:solidFill>
                <a:latin typeface="Franklin Gothic Book" panose="020B0503020102020204" pitchFamily="34" charset="0"/>
              </a:rPr>
              <a:pPr/>
              <a:t>17</a:t>
            </a:fld>
            <a:endParaRPr lang="en-US" altLang="en-US">
              <a:solidFill>
                <a:srgbClr val="FFFFFF"/>
              </a:solidFill>
              <a:latin typeface="Franklin Gothic Book" panose="020B0503020102020204" pitchFamily="34" charset="0"/>
            </a:endParaRPr>
          </a:p>
        </p:txBody>
      </p:sp>
      <p:sp>
        <p:nvSpPr>
          <p:cNvPr id="30725" name="Content Placeholder 4"/>
          <p:cNvSpPr>
            <a:spLocks noGrp="1"/>
          </p:cNvSpPr>
          <p:nvPr>
            <p:ph sz="quarter" idx="1"/>
          </p:nvPr>
        </p:nvSpPr>
        <p:spPr>
          <a:xfrm>
            <a:off x="603250" y="304800"/>
            <a:ext cx="8077200" cy="5783956"/>
          </a:xfrm>
        </p:spPr>
        <p:txBody>
          <a:bodyPr/>
          <a:lstStyle/>
          <a:p>
            <a:pPr algn="just"/>
            <a:r>
              <a:rPr lang="en-US" altLang="en-US" b="0">
                <a:latin typeface="Comic Sans MS" panose="030F0702030302020204" pitchFamily="66" charset="0"/>
              </a:rPr>
              <a:t>For example the carries in a four stage carry-look ahead adder is given as follows.</a:t>
            </a:r>
          </a:p>
          <a:p>
            <a:pPr algn="just">
              <a:buFont typeface="Wingdings 2" panose="05020102010507070707" pitchFamily="18" charset="2"/>
              <a:buNone/>
            </a:pPr>
            <a:endParaRPr lang="en-US" altLang="en-US" b="0">
              <a:latin typeface="Comic Sans MS" panose="030F0702030302020204" pitchFamily="66" charset="0"/>
            </a:endParaRPr>
          </a:p>
          <a:p>
            <a:pPr algn="just">
              <a:buFont typeface="Wingdings 2" panose="05020102010507070707" pitchFamily="18" charset="2"/>
              <a:buNone/>
            </a:pPr>
            <a:r>
              <a:rPr lang="en-US" altLang="en-US" b="0">
                <a:latin typeface="Comic Sans MS" panose="030F0702030302020204" pitchFamily="66" charset="0"/>
              </a:rPr>
              <a:t>              C</a:t>
            </a:r>
            <a:r>
              <a:rPr lang="en-US" altLang="en-US" b="0" baseline="-25000">
                <a:latin typeface="Comic Sans MS" panose="030F0702030302020204" pitchFamily="66" charset="0"/>
              </a:rPr>
              <a:t>1</a:t>
            </a:r>
            <a:r>
              <a:rPr lang="en-US" altLang="en-US" b="0">
                <a:latin typeface="Comic Sans MS" panose="030F0702030302020204" pitchFamily="66" charset="0"/>
              </a:rPr>
              <a:t>= G</a:t>
            </a:r>
            <a:r>
              <a:rPr lang="en-US" altLang="en-US" b="0" baseline="-25000">
                <a:latin typeface="Comic Sans MS" panose="030F0702030302020204" pitchFamily="66" charset="0"/>
              </a:rPr>
              <a:t>0</a:t>
            </a:r>
            <a:r>
              <a:rPr lang="en-US" altLang="en-US" b="0">
                <a:latin typeface="Comic Sans MS" panose="030F0702030302020204" pitchFamily="66" charset="0"/>
              </a:rPr>
              <a:t>+P</a:t>
            </a:r>
            <a:r>
              <a:rPr lang="en-US" altLang="en-US" b="0" baseline="-25000">
                <a:latin typeface="Comic Sans MS" panose="030F0702030302020204" pitchFamily="66" charset="0"/>
              </a:rPr>
              <a:t>0</a:t>
            </a:r>
            <a:r>
              <a:rPr lang="en-US" altLang="en-US" b="0">
                <a:latin typeface="Comic Sans MS" panose="030F0702030302020204" pitchFamily="66" charset="0"/>
              </a:rPr>
              <a:t>C</a:t>
            </a:r>
            <a:r>
              <a:rPr lang="en-US" altLang="en-US" b="0" baseline="-25000">
                <a:latin typeface="Comic Sans MS" panose="030F0702030302020204" pitchFamily="66" charset="0"/>
              </a:rPr>
              <a:t>0</a:t>
            </a:r>
          </a:p>
          <a:p>
            <a:pPr algn="just">
              <a:buFont typeface="Wingdings 2" panose="05020102010507070707" pitchFamily="18" charset="2"/>
              <a:buNone/>
            </a:pPr>
            <a:endParaRPr lang="en-US" altLang="en-US" b="0">
              <a:latin typeface="Comic Sans MS" panose="030F0702030302020204" pitchFamily="66" charset="0"/>
            </a:endParaRPr>
          </a:p>
          <a:p>
            <a:pPr algn="just">
              <a:buFont typeface="Wingdings 2" panose="05020102010507070707" pitchFamily="18" charset="2"/>
              <a:buNone/>
            </a:pPr>
            <a:r>
              <a:rPr lang="en-US" altLang="en-US" b="0">
                <a:latin typeface="Comic Sans MS" panose="030F0702030302020204" pitchFamily="66" charset="0"/>
              </a:rPr>
              <a:t>              C</a:t>
            </a:r>
            <a:r>
              <a:rPr lang="en-US" altLang="en-US" b="0" baseline="-25000">
                <a:latin typeface="Comic Sans MS" panose="030F0702030302020204" pitchFamily="66" charset="0"/>
              </a:rPr>
              <a:t>2</a:t>
            </a:r>
            <a:r>
              <a:rPr lang="en-US" altLang="en-US" b="0">
                <a:latin typeface="Comic Sans MS" panose="030F0702030302020204" pitchFamily="66" charset="0"/>
              </a:rPr>
              <a:t>=G</a:t>
            </a:r>
            <a:r>
              <a:rPr lang="en-US" altLang="en-US" b="0" baseline="-25000">
                <a:latin typeface="Comic Sans MS" panose="030F0702030302020204" pitchFamily="66" charset="0"/>
              </a:rPr>
              <a:t>1</a:t>
            </a:r>
            <a:r>
              <a:rPr lang="en-US" altLang="en-US" b="0">
                <a:latin typeface="Comic Sans MS" panose="030F0702030302020204" pitchFamily="66" charset="0"/>
              </a:rPr>
              <a:t>+P</a:t>
            </a:r>
            <a:r>
              <a:rPr lang="en-US" altLang="en-US" b="0" baseline="-25000">
                <a:latin typeface="Comic Sans MS" panose="030F0702030302020204" pitchFamily="66" charset="0"/>
              </a:rPr>
              <a:t>1</a:t>
            </a:r>
            <a:r>
              <a:rPr lang="en-US" altLang="en-US" b="0">
                <a:latin typeface="Comic Sans MS" panose="030F0702030302020204" pitchFamily="66" charset="0"/>
              </a:rPr>
              <a:t>C</a:t>
            </a:r>
            <a:r>
              <a:rPr lang="en-US" altLang="en-US" b="0" baseline="-25000">
                <a:latin typeface="Comic Sans MS" panose="030F0702030302020204" pitchFamily="66" charset="0"/>
              </a:rPr>
              <a:t>1</a:t>
            </a:r>
          </a:p>
          <a:p>
            <a:pPr algn="just">
              <a:buFont typeface="Wingdings 2" panose="05020102010507070707" pitchFamily="18" charset="2"/>
              <a:buNone/>
            </a:pPr>
            <a:r>
              <a:rPr lang="en-US" altLang="en-US" b="0">
                <a:latin typeface="Comic Sans MS" panose="030F0702030302020204" pitchFamily="66" charset="0"/>
              </a:rPr>
              <a:t>                  = G</a:t>
            </a:r>
            <a:r>
              <a:rPr lang="en-US" altLang="en-US" b="0" baseline="-25000">
                <a:latin typeface="Comic Sans MS" panose="030F0702030302020204" pitchFamily="66" charset="0"/>
              </a:rPr>
              <a:t>1</a:t>
            </a:r>
            <a:r>
              <a:rPr lang="en-US" altLang="en-US" b="0">
                <a:latin typeface="Comic Sans MS" panose="030F0702030302020204" pitchFamily="66" charset="0"/>
              </a:rPr>
              <a:t>+ P</a:t>
            </a:r>
            <a:r>
              <a:rPr lang="en-US" altLang="en-US" b="0" baseline="-25000">
                <a:latin typeface="Comic Sans MS" panose="030F0702030302020204" pitchFamily="66" charset="0"/>
              </a:rPr>
              <a:t>1</a:t>
            </a:r>
            <a:r>
              <a:rPr lang="en-US" altLang="en-US" b="0">
                <a:latin typeface="Comic Sans MS" panose="030F0702030302020204" pitchFamily="66" charset="0"/>
              </a:rPr>
              <a:t>(G</a:t>
            </a:r>
            <a:r>
              <a:rPr lang="en-US" altLang="en-US" b="0" baseline="-25000">
                <a:latin typeface="Comic Sans MS" panose="030F0702030302020204" pitchFamily="66" charset="0"/>
              </a:rPr>
              <a:t>0</a:t>
            </a:r>
            <a:r>
              <a:rPr lang="en-US" altLang="en-US" b="0">
                <a:latin typeface="Comic Sans MS" panose="030F0702030302020204" pitchFamily="66" charset="0"/>
              </a:rPr>
              <a:t>+P</a:t>
            </a:r>
            <a:r>
              <a:rPr lang="en-US" altLang="en-US" b="0" baseline="-25000">
                <a:latin typeface="Comic Sans MS" panose="030F0702030302020204" pitchFamily="66" charset="0"/>
              </a:rPr>
              <a:t>0</a:t>
            </a:r>
            <a:r>
              <a:rPr lang="en-US" altLang="en-US" b="0">
                <a:latin typeface="Comic Sans MS" panose="030F0702030302020204" pitchFamily="66" charset="0"/>
              </a:rPr>
              <a:t>C</a:t>
            </a:r>
            <a:r>
              <a:rPr lang="en-US" altLang="en-US" b="0" baseline="-25000">
                <a:latin typeface="Comic Sans MS" panose="030F0702030302020204" pitchFamily="66" charset="0"/>
              </a:rPr>
              <a:t>0</a:t>
            </a:r>
            <a:r>
              <a:rPr lang="en-US" altLang="en-US" b="0">
                <a:latin typeface="Comic Sans MS" panose="030F0702030302020204" pitchFamily="66" charset="0"/>
              </a:rPr>
              <a:t>)</a:t>
            </a:r>
          </a:p>
          <a:p>
            <a:pPr algn="just">
              <a:buFont typeface="Wingdings 2" panose="05020102010507070707" pitchFamily="18" charset="2"/>
              <a:buNone/>
            </a:pPr>
            <a:r>
              <a:rPr lang="en-US" altLang="en-US" b="0">
                <a:latin typeface="Comic Sans MS" panose="030F0702030302020204" pitchFamily="66" charset="0"/>
              </a:rPr>
              <a:t>                  = G</a:t>
            </a:r>
            <a:r>
              <a:rPr lang="en-US" altLang="en-US" b="0" baseline="-25000">
                <a:latin typeface="Comic Sans MS" panose="030F0702030302020204" pitchFamily="66" charset="0"/>
              </a:rPr>
              <a:t>1</a:t>
            </a:r>
            <a:r>
              <a:rPr lang="en-US" altLang="en-US" b="0">
                <a:latin typeface="Comic Sans MS" panose="030F0702030302020204" pitchFamily="66" charset="0"/>
              </a:rPr>
              <a:t>+P</a:t>
            </a:r>
            <a:r>
              <a:rPr lang="en-US" altLang="en-US" b="0" baseline="-25000">
                <a:latin typeface="Comic Sans MS" panose="030F0702030302020204" pitchFamily="66" charset="0"/>
              </a:rPr>
              <a:t>1</a:t>
            </a:r>
            <a:r>
              <a:rPr lang="en-US" altLang="en-US" b="0">
                <a:latin typeface="Comic Sans MS" panose="030F0702030302020204" pitchFamily="66" charset="0"/>
              </a:rPr>
              <a:t>G</a:t>
            </a:r>
            <a:r>
              <a:rPr lang="en-US" altLang="en-US" b="0" baseline="-25000">
                <a:latin typeface="Comic Sans MS" panose="030F0702030302020204" pitchFamily="66" charset="0"/>
              </a:rPr>
              <a:t>0</a:t>
            </a:r>
            <a:r>
              <a:rPr lang="en-US" altLang="en-US" b="0">
                <a:latin typeface="Comic Sans MS" panose="030F0702030302020204" pitchFamily="66" charset="0"/>
              </a:rPr>
              <a:t>+P</a:t>
            </a:r>
            <a:r>
              <a:rPr lang="en-US" altLang="en-US" b="0" baseline="-25000">
                <a:latin typeface="Comic Sans MS" panose="030F0702030302020204" pitchFamily="66" charset="0"/>
              </a:rPr>
              <a:t>1</a:t>
            </a:r>
            <a:r>
              <a:rPr lang="en-US" altLang="en-US" b="0">
                <a:latin typeface="Comic Sans MS" panose="030F0702030302020204" pitchFamily="66" charset="0"/>
              </a:rPr>
              <a:t>P</a:t>
            </a:r>
            <a:r>
              <a:rPr lang="en-US" altLang="en-US" b="0" baseline="-25000">
                <a:latin typeface="Comic Sans MS" panose="030F0702030302020204" pitchFamily="66" charset="0"/>
              </a:rPr>
              <a:t>0</a:t>
            </a:r>
            <a:r>
              <a:rPr lang="en-US" altLang="en-US" b="0">
                <a:latin typeface="Comic Sans MS" panose="030F0702030302020204" pitchFamily="66" charset="0"/>
              </a:rPr>
              <a:t>C</a:t>
            </a:r>
            <a:r>
              <a:rPr lang="en-US" altLang="en-US" b="0" baseline="-25000">
                <a:latin typeface="Comic Sans MS" panose="030F0702030302020204" pitchFamily="66" charset="0"/>
              </a:rPr>
              <a:t>0</a:t>
            </a:r>
          </a:p>
          <a:p>
            <a:pPr algn="just">
              <a:buFont typeface="Wingdings 2" panose="05020102010507070707" pitchFamily="18" charset="2"/>
              <a:buNone/>
            </a:pPr>
            <a:endParaRPr lang="en-US" altLang="en-US" b="0">
              <a:latin typeface="Comic Sans MS" panose="030F0702030302020204" pitchFamily="66" charset="0"/>
            </a:endParaRPr>
          </a:p>
          <a:p>
            <a:pPr algn="just">
              <a:buFont typeface="Wingdings 2" panose="05020102010507070707" pitchFamily="18" charset="2"/>
              <a:buNone/>
            </a:pPr>
            <a:r>
              <a:rPr lang="en-US" altLang="en-US" b="0">
                <a:latin typeface="Comic Sans MS" panose="030F0702030302020204" pitchFamily="66" charset="0"/>
              </a:rPr>
              <a:t>               C</a:t>
            </a:r>
            <a:r>
              <a:rPr lang="en-US" altLang="en-US" b="0" baseline="-25000">
                <a:latin typeface="Comic Sans MS" panose="030F0702030302020204" pitchFamily="66" charset="0"/>
              </a:rPr>
              <a:t>3</a:t>
            </a:r>
            <a:r>
              <a:rPr lang="en-US" altLang="en-US" b="0">
                <a:latin typeface="Comic Sans MS" panose="030F0702030302020204" pitchFamily="66" charset="0"/>
              </a:rPr>
              <a:t>= G</a:t>
            </a:r>
            <a:r>
              <a:rPr lang="en-US" altLang="en-US" b="0" baseline="-25000">
                <a:latin typeface="Comic Sans MS" panose="030F0702030302020204" pitchFamily="66" charset="0"/>
              </a:rPr>
              <a:t>2</a:t>
            </a:r>
            <a:r>
              <a:rPr lang="en-US" altLang="en-US" b="0">
                <a:latin typeface="Comic Sans MS" panose="030F0702030302020204" pitchFamily="66" charset="0"/>
              </a:rPr>
              <a:t>+P</a:t>
            </a:r>
            <a:r>
              <a:rPr lang="en-US" altLang="en-US" b="0" baseline="-25000">
                <a:latin typeface="Comic Sans MS" panose="030F0702030302020204" pitchFamily="66" charset="0"/>
              </a:rPr>
              <a:t>2</a:t>
            </a:r>
            <a:r>
              <a:rPr lang="en-US" altLang="en-US" b="0">
                <a:latin typeface="Comic Sans MS" panose="030F0702030302020204" pitchFamily="66" charset="0"/>
              </a:rPr>
              <a:t>C</a:t>
            </a:r>
            <a:r>
              <a:rPr lang="en-US" altLang="en-US" b="0" baseline="-25000">
                <a:latin typeface="Comic Sans MS" panose="030F0702030302020204" pitchFamily="66" charset="0"/>
              </a:rPr>
              <a:t>2</a:t>
            </a:r>
          </a:p>
          <a:p>
            <a:pPr algn="just">
              <a:buFont typeface="Wingdings 2" panose="05020102010507070707" pitchFamily="18" charset="2"/>
              <a:buNone/>
            </a:pPr>
            <a:r>
              <a:rPr lang="en-US" altLang="en-US" b="0">
                <a:latin typeface="Comic Sans MS" panose="030F0702030302020204" pitchFamily="66" charset="0"/>
              </a:rPr>
              <a:t>                   = G</a:t>
            </a:r>
            <a:r>
              <a:rPr lang="en-US" altLang="en-US" b="0" baseline="-25000">
                <a:latin typeface="Comic Sans MS" panose="030F0702030302020204" pitchFamily="66" charset="0"/>
              </a:rPr>
              <a:t>2</a:t>
            </a:r>
            <a:r>
              <a:rPr lang="en-US" altLang="en-US" b="0">
                <a:latin typeface="Comic Sans MS" panose="030F0702030302020204" pitchFamily="66" charset="0"/>
              </a:rPr>
              <a:t>+P</a:t>
            </a:r>
            <a:r>
              <a:rPr lang="en-US" altLang="en-US" b="0" baseline="-25000">
                <a:latin typeface="Comic Sans MS" panose="030F0702030302020204" pitchFamily="66" charset="0"/>
              </a:rPr>
              <a:t>2</a:t>
            </a:r>
            <a:r>
              <a:rPr lang="en-US" altLang="en-US" b="0">
                <a:latin typeface="Comic Sans MS" panose="030F0702030302020204" pitchFamily="66" charset="0"/>
              </a:rPr>
              <a:t>(G</a:t>
            </a:r>
            <a:r>
              <a:rPr lang="en-US" altLang="en-US" b="0" baseline="-25000">
                <a:latin typeface="Comic Sans MS" panose="030F0702030302020204" pitchFamily="66" charset="0"/>
              </a:rPr>
              <a:t>1</a:t>
            </a:r>
            <a:r>
              <a:rPr lang="en-US" altLang="en-US" b="0">
                <a:latin typeface="Comic Sans MS" panose="030F0702030302020204" pitchFamily="66" charset="0"/>
              </a:rPr>
              <a:t>+P</a:t>
            </a:r>
            <a:r>
              <a:rPr lang="en-US" altLang="en-US" b="0" baseline="-25000">
                <a:latin typeface="Comic Sans MS" panose="030F0702030302020204" pitchFamily="66" charset="0"/>
              </a:rPr>
              <a:t>1</a:t>
            </a:r>
            <a:r>
              <a:rPr lang="en-US" altLang="en-US" b="0">
                <a:latin typeface="Comic Sans MS" panose="030F0702030302020204" pitchFamily="66" charset="0"/>
              </a:rPr>
              <a:t>G</a:t>
            </a:r>
            <a:r>
              <a:rPr lang="en-US" altLang="en-US" b="0" baseline="-25000">
                <a:latin typeface="Comic Sans MS" panose="030F0702030302020204" pitchFamily="66" charset="0"/>
              </a:rPr>
              <a:t>0</a:t>
            </a:r>
            <a:r>
              <a:rPr lang="en-US" altLang="en-US" b="0">
                <a:latin typeface="Comic Sans MS" panose="030F0702030302020204" pitchFamily="66" charset="0"/>
              </a:rPr>
              <a:t>+P</a:t>
            </a:r>
            <a:r>
              <a:rPr lang="en-US" altLang="en-US" b="0" baseline="-25000">
                <a:latin typeface="Comic Sans MS" panose="030F0702030302020204" pitchFamily="66" charset="0"/>
              </a:rPr>
              <a:t>1</a:t>
            </a:r>
            <a:r>
              <a:rPr lang="en-US" altLang="en-US" b="0">
                <a:latin typeface="Comic Sans MS" panose="030F0702030302020204" pitchFamily="66" charset="0"/>
              </a:rPr>
              <a:t>P</a:t>
            </a:r>
            <a:r>
              <a:rPr lang="en-US" altLang="en-US" b="0" baseline="-25000">
                <a:latin typeface="Comic Sans MS" panose="030F0702030302020204" pitchFamily="66" charset="0"/>
              </a:rPr>
              <a:t>0</a:t>
            </a:r>
            <a:r>
              <a:rPr lang="en-US" altLang="en-US" b="0">
                <a:latin typeface="Comic Sans MS" panose="030F0702030302020204" pitchFamily="66" charset="0"/>
              </a:rPr>
              <a:t>C</a:t>
            </a:r>
            <a:r>
              <a:rPr lang="en-US" altLang="en-US" b="0" baseline="-25000">
                <a:latin typeface="Comic Sans MS" panose="030F0702030302020204" pitchFamily="66" charset="0"/>
              </a:rPr>
              <a:t>0</a:t>
            </a:r>
            <a:r>
              <a:rPr lang="en-US" altLang="en-US" b="0">
                <a:latin typeface="Comic Sans MS" panose="030F0702030302020204" pitchFamily="66" charset="0"/>
              </a:rPr>
              <a:t>)</a:t>
            </a:r>
          </a:p>
          <a:p>
            <a:pPr algn="just">
              <a:buFont typeface="Wingdings 2" panose="05020102010507070707" pitchFamily="18" charset="2"/>
              <a:buNone/>
            </a:pPr>
            <a:r>
              <a:rPr lang="en-US" altLang="en-US" b="0">
                <a:latin typeface="Comic Sans MS" panose="030F0702030302020204" pitchFamily="66" charset="0"/>
              </a:rPr>
              <a:t>                   = G</a:t>
            </a:r>
            <a:r>
              <a:rPr lang="en-US" altLang="en-US" b="0" baseline="-25000">
                <a:latin typeface="Comic Sans MS" panose="030F0702030302020204" pitchFamily="66" charset="0"/>
              </a:rPr>
              <a:t>2</a:t>
            </a:r>
            <a:r>
              <a:rPr lang="en-US" altLang="en-US" b="0">
                <a:latin typeface="Comic Sans MS" panose="030F0702030302020204" pitchFamily="66" charset="0"/>
              </a:rPr>
              <a:t>+P</a:t>
            </a:r>
            <a:r>
              <a:rPr lang="en-US" altLang="en-US" b="0" baseline="-25000">
                <a:latin typeface="Comic Sans MS" panose="030F0702030302020204" pitchFamily="66" charset="0"/>
              </a:rPr>
              <a:t>2</a:t>
            </a:r>
            <a:r>
              <a:rPr lang="en-US" altLang="en-US" b="0">
                <a:latin typeface="Comic Sans MS" panose="030F0702030302020204" pitchFamily="66" charset="0"/>
              </a:rPr>
              <a:t>G</a:t>
            </a:r>
            <a:r>
              <a:rPr lang="en-US" altLang="en-US" b="0" baseline="-25000">
                <a:latin typeface="Comic Sans MS" panose="030F0702030302020204" pitchFamily="66" charset="0"/>
              </a:rPr>
              <a:t>1</a:t>
            </a:r>
            <a:r>
              <a:rPr lang="en-US" altLang="en-US" b="0">
                <a:latin typeface="Comic Sans MS" panose="030F0702030302020204" pitchFamily="66" charset="0"/>
              </a:rPr>
              <a:t>+P</a:t>
            </a:r>
            <a:r>
              <a:rPr lang="en-US" altLang="en-US" b="0" baseline="-25000">
                <a:latin typeface="Comic Sans MS" panose="030F0702030302020204" pitchFamily="66" charset="0"/>
              </a:rPr>
              <a:t>2</a:t>
            </a:r>
            <a:r>
              <a:rPr lang="en-US" altLang="en-US" b="0">
                <a:latin typeface="Comic Sans MS" panose="030F0702030302020204" pitchFamily="66" charset="0"/>
              </a:rPr>
              <a:t>P</a:t>
            </a:r>
            <a:r>
              <a:rPr lang="en-US" altLang="en-US" b="0" baseline="-25000">
                <a:latin typeface="Comic Sans MS" panose="030F0702030302020204" pitchFamily="66" charset="0"/>
              </a:rPr>
              <a:t>1</a:t>
            </a:r>
            <a:r>
              <a:rPr lang="en-US" altLang="en-US" b="0">
                <a:latin typeface="Comic Sans MS" panose="030F0702030302020204" pitchFamily="66" charset="0"/>
              </a:rPr>
              <a:t>G</a:t>
            </a:r>
            <a:r>
              <a:rPr lang="en-US" altLang="en-US" b="0" baseline="-25000">
                <a:latin typeface="Comic Sans MS" panose="030F0702030302020204" pitchFamily="66" charset="0"/>
              </a:rPr>
              <a:t>0</a:t>
            </a:r>
            <a:r>
              <a:rPr lang="en-US" altLang="en-US" b="0">
                <a:latin typeface="Comic Sans MS" panose="030F0702030302020204" pitchFamily="66" charset="0"/>
              </a:rPr>
              <a:t>+P</a:t>
            </a:r>
            <a:r>
              <a:rPr lang="en-US" altLang="en-US" b="0" baseline="-25000">
                <a:latin typeface="Comic Sans MS" panose="030F0702030302020204" pitchFamily="66" charset="0"/>
              </a:rPr>
              <a:t>2</a:t>
            </a:r>
            <a:r>
              <a:rPr lang="en-US" altLang="en-US" b="0">
                <a:latin typeface="Comic Sans MS" panose="030F0702030302020204" pitchFamily="66" charset="0"/>
              </a:rPr>
              <a:t>P</a:t>
            </a:r>
            <a:r>
              <a:rPr lang="en-US" altLang="en-US" b="0" baseline="-25000">
                <a:latin typeface="Comic Sans MS" panose="030F0702030302020204" pitchFamily="66" charset="0"/>
              </a:rPr>
              <a:t>1</a:t>
            </a:r>
            <a:r>
              <a:rPr lang="en-US" altLang="en-US" b="0">
                <a:latin typeface="Comic Sans MS" panose="030F0702030302020204" pitchFamily="66" charset="0"/>
              </a:rPr>
              <a:t>P</a:t>
            </a:r>
            <a:r>
              <a:rPr lang="en-US" altLang="en-US" b="0" baseline="-25000">
                <a:latin typeface="Comic Sans MS" panose="030F0702030302020204" pitchFamily="66" charset="0"/>
              </a:rPr>
              <a:t>0</a:t>
            </a:r>
            <a:r>
              <a:rPr lang="en-US" altLang="en-US" b="0">
                <a:latin typeface="Comic Sans MS" panose="030F0702030302020204" pitchFamily="66" charset="0"/>
              </a:rPr>
              <a:t>C</a:t>
            </a:r>
            <a:r>
              <a:rPr lang="en-US" altLang="en-US" b="0" baseline="-25000">
                <a:latin typeface="Comic Sans MS" panose="030F0702030302020204" pitchFamily="66" charset="0"/>
              </a:rPr>
              <a:t>0</a:t>
            </a:r>
          </a:p>
        </p:txBody>
      </p:sp>
    </p:spTree>
    <p:extLst>
      <p:ext uri="{BB962C8B-B14F-4D97-AF65-F5344CB8AC3E}">
        <p14:creationId xmlns:p14="http://schemas.microsoft.com/office/powerpoint/2010/main" val="3180641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Slide Number Placeholder 2"/>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F5C3F829-4462-4130-A5F0-E141C543AD00}" type="slidenum">
              <a:rPr lang="en-US" altLang="en-US" smtClean="0">
                <a:solidFill>
                  <a:srgbClr val="FFFFFF"/>
                </a:solidFill>
                <a:latin typeface="Franklin Gothic Book" panose="020B0503020102020204" pitchFamily="34" charset="0"/>
              </a:rPr>
              <a:pPr/>
              <a:t>18</a:t>
            </a:fld>
            <a:endParaRPr lang="en-US" altLang="en-US">
              <a:solidFill>
                <a:srgbClr val="FFFFFF"/>
              </a:solidFill>
              <a:latin typeface="Franklin Gothic Book" panose="020B0503020102020204" pitchFamily="34" charset="0"/>
            </a:endParaRPr>
          </a:p>
        </p:txBody>
      </p:sp>
      <p:sp>
        <p:nvSpPr>
          <p:cNvPr id="31749" name="Content Placeholder 2"/>
          <p:cNvSpPr>
            <a:spLocks noGrp="1"/>
          </p:cNvSpPr>
          <p:nvPr>
            <p:ph sz="quarter" idx="1"/>
          </p:nvPr>
        </p:nvSpPr>
        <p:spPr>
          <a:xfrm>
            <a:off x="381000" y="533400"/>
            <a:ext cx="8305800" cy="2404569"/>
          </a:xfrm>
        </p:spPr>
        <p:txBody>
          <a:bodyPr/>
          <a:lstStyle/>
          <a:p>
            <a:pPr algn="just">
              <a:buFont typeface="Wingdings 2" panose="05020102010507070707" pitchFamily="18" charset="2"/>
              <a:buNone/>
            </a:pPr>
            <a:r>
              <a:rPr lang="en-US" altLang="en-US" b="0"/>
              <a:t>                    </a:t>
            </a:r>
          </a:p>
          <a:p>
            <a:pPr algn="just">
              <a:buFont typeface="Wingdings 2" panose="05020102010507070707" pitchFamily="18" charset="2"/>
              <a:buNone/>
            </a:pPr>
            <a:r>
              <a:rPr lang="en-US" altLang="en-US" b="0">
                <a:latin typeface="Comic Sans MS" panose="030F0702030302020204" pitchFamily="66" charset="0"/>
              </a:rPr>
              <a:t>      C</a:t>
            </a:r>
            <a:r>
              <a:rPr lang="en-US" altLang="en-US" b="0" baseline="-25000">
                <a:latin typeface="Comic Sans MS" panose="030F0702030302020204" pitchFamily="66" charset="0"/>
              </a:rPr>
              <a:t>4</a:t>
            </a:r>
            <a:r>
              <a:rPr lang="en-US" altLang="en-US" b="0">
                <a:latin typeface="Comic Sans MS" panose="030F0702030302020204" pitchFamily="66" charset="0"/>
              </a:rPr>
              <a:t>= G</a:t>
            </a:r>
            <a:r>
              <a:rPr lang="en-US" altLang="en-US" b="0" baseline="-25000">
                <a:latin typeface="Comic Sans MS" panose="030F0702030302020204" pitchFamily="66" charset="0"/>
              </a:rPr>
              <a:t>3</a:t>
            </a:r>
            <a:r>
              <a:rPr lang="en-US" altLang="en-US" b="0">
                <a:latin typeface="Comic Sans MS" panose="030F0702030302020204" pitchFamily="66" charset="0"/>
              </a:rPr>
              <a:t>+P</a:t>
            </a:r>
            <a:r>
              <a:rPr lang="en-US" altLang="en-US" b="0" baseline="-25000">
                <a:latin typeface="Comic Sans MS" panose="030F0702030302020204" pitchFamily="66" charset="0"/>
              </a:rPr>
              <a:t>3</a:t>
            </a:r>
            <a:r>
              <a:rPr lang="en-US" altLang="en-US" b="0">
                <a:latin typeface="Comic Sans MS" panose="030F0702030302020204" pitchFamily="66" charset="0"/>
              </a:rPr>
              <a:t>C</a:t>
            </a:r>
            <a:r>
              <a:rPr lang="en-US" altLang="en-US" b="0" baseline="-25000">
                <a:latin typeface="Comic Sans MS" panose="030F0702030302020204" pitchFamily="66" charset="0"/>
              </a:rPr>
              <a:t>3</a:t>
            </a:r>
          </a:p>
          <a:p>
            <a:pPr algn="just">
              <a:buFont typeface="Wingdings 2" panose="05020102010507070707" pitchFamily="18" charset="2"/>
              <a:buNone/>
            </a:pPr>
            <a:r>
              <a:rPr lang="en-US" altLang="en-US" b="0">
                <a:latin typeface="Comic Sans MS" panose="030F0702030302020204" pitchFamily="66" charset="0"/>
              </a:rPr>
              <a:t>           = G</a:t>
            </a:r>
            <a:r>
              <a:rPr lang="en-US" altLang="en-US" b="0" baseline="-25000">
                <a:latin typeface="Comic Sans MS" panose="030F0702030302020204" pitchFamily="66" charset="0"/>
              </a:rPr>
              <a:t>3</a:t>
            </a:r>
            <a:r>
              <a:rPr lang="en-US" altLang="en-US" b="0">
                <a:latin typeface="Comic Sans MS" panose="030F0702030302020204" pitchFamily="66" charset="0"/>
              </a:rPr>
              <a:t>+P</a:t>
            </a:r>
            <a:r>
              <a:rPr lang="en-US" altLang="en-US" b="0" baseline="-25000">
                <a:latin typeface="Comic Sans MS" panose="030F0702030302020204" pitchFamily="66" charset="0"/>
              </a:rPr>
              <a:t>3</a:t>
            </a:r>
            <a:r>
              <a:rPr lang="en-US" altLang="en-US" b="0">
                <a:latin typeface="Comic Sans MS" panose="030F0702030302020204" pitchFamily="66" charset="0"/>
              </a:rPr>
              <a:t>(G</a:t>
            </a:r>
            <a:r>
              <a:rPr lang="en-US" altLang="en-US" b="0" baseline="-25000">
                <a:latin typeface="Comic Sans MS" panose="030F0702030302020204" pitchFamily="66" charset="0"/>
              </a:rPr>
              <a:t>2</a:t>
            </a:r>
            <a:r>
              <a:rPr lang="en-US" altLang="en-US" b="0">
                <a:latin typeface="Comic Sans MS" panose="030F0702030302020204" pitchFamily="66" charset="0"/>
              </a:rPr>
              <a:t>+P</a:t>
            </a:r>
            <a:r>
              <a:rPr lang="en-US" altLang="en-US" b="0" baseline="-25000">
                <a:latin typeface="Comic Sans MS" panose="030F0702030302020204" pitchFamily="66" charset="0"/>
              </a:rPr>
              <a:t>2</a:t>
            </a:r>
            <a:r>
              <a:rPr lang="en-US" altLang="en-US" b="0">
                <a:latin typeface="Comic Sans MS" panose="030F0702030302020204" pitchFamily="66" charset="0"/>
              </a:rPr>
              <a:t>G</a:t>
            </a:r>
            <a:r>
              <a:rPr lang="en-US" altLang="en-US" b="0" baseline="-25000">
                <a:latin typeface="Comic Sans MS" panose="030F0702030302020204" pitchFamily="66" charset="0"/>
              </a:rPr>
              <a:t>1</a:t>
            </a:r>
            <a:r>
              <a:rPr lang="en-US" altLang="en-US" b="0">
                <a:latin typeface="Comic Sans MS" panose="030F0702030302020204" pitchFamily="66" charset="0"/>
              </a:rPr>
              <a:t>+P</a:t>
            </a:r>
            <a:r>
              <a:rPr lang="en-US" altLang="en-US" b="0" baseline="-25000">
                <a:latin typeface="Comic Sans MS" panose="030F0702030302020204" pitchFamily="66" charset="0"/>
              </a:rPr>
              <a:t>2</a:t>
            </a:r>
            <a:r>
              <a:rPr lang="en-US" altLang="en-US" b="0">
                <a:latin typeface="Comic Sans MS" panose="030F0702030302020204" pitchFamily="66" charset="0"/>
              </a:rPr>
              <a:t>P</a:t>
            </a:r>
            <a:r>
              <a:rPr lang="en-US" altLang="en-US" b="0" baseline="-25000">
                <a:latin typeface="Comic Sans MS" panose="030F0702030302020204" pitchFamily="66" charset="0"/>
              </a:rPr>
              <a:t>1</a:t>
            </a:r>
            <a:r>
              <a:rPr lang="en-US" altLang="en-US" b="0">
                <a:latin typeface="Comic Sans MS" panose="030F0702030302020204" pitchFamily="66" charset="0"/>
              </a:rPr>
              <a:t>G</a:t>
            </a:r>
            <a:r>
              <a:rPr lang="en-US" altLang="en-US" b="0" baseline="-25000">
                <a:latin typeface="Comic Sans MS" panose="030F0702030302020204" pitchFamily="66" charset="0"/>
              </a:rPr>
              <a:t>0</a:t>
            </a:r>
            <a:r>
              <a:rPr lang="en-US" altLang="en-US" b="0">
                <a:latin typeface="Comic Sans MS" panose="030F0702030302020204" pitchFamily="66" charset="0"/>
              </a:rPr>
              <a:t>+P</a:t>
            </a:r>
            <a:r>
              <a:rPr lang="en-US" altLang="en-US" b="0" baseline="-25000">
                <a:latin typeface="Comic Sans MS" panose="030F0702030302020204" pitchFamily="66" charset="0"/>
              </a:rPr>
              <a:t>2</a:t>
            </a:r>
            <a:r>
              <a:rPr lang="en-US" altLang="en-US" b="0">
                <a:latin typeface="Comic Sans MS" panose="030F0702030302020204" pitchFamily="66" charset="0"/>
              </a:rPr>
              <a:t>P</a:t>
            </a:r>
            <a:r>
              <a:rPr lang="en-US" altLang="en-US" b="0" baseline="-25000">
                <a:latin typeface="Comic Sans MS" panose="030F0702030302020204" pitchFamily="66" charset="0"/>
              </a:rPr>
              <a:t>1</a:t>
            </a:r>
            <a:r>
              <a:rPr lang="en-US" altLang="en-US" b="0">
                <a:latin typeface="Comic Sans MS" panose="030F0702030302020204" pitchFamily="66" charset="0"/>
              </a:rPr>
              <a:t>P</a:t>
            </a:r>
            <a:r>
              <a:rPr lang="en-US" altLang="en-US" b="0" baseline="-25000">
                <a:latin typeface="Comic Sans MS" panose="030F0702030302020204" pitchFamily="66" charset="0"/>
              </a:rPr>
              <a:t>0</a:t>
            </a:r>
            <a:r>
              <a:rPr lang="en-US" altLang="en-US" b="0">
                <a:latin typeface="Comic Sans MS" panose="030F0702030302020204" pitchFamily="66" charset="0"/>
              </a:rPr>
              <a:t>C</a:t>
            </a:r>
            <a:r>
              <a:rPr lang="en-US" altLang="en-US" b="0" baseline="-25000">
                <a:latin typeface="Comic Sans MS" panose="030F0702030302020204" pitchFamily="66" charset="0"/>
              </a:rPr>
              <a:t>0</a:t>
            </a:r>
            <a:r>
              <a:rPr lang="en-US" altLang="en-US" b="0">
                <a:latin typeface="Comic Sans MS" panose="030F0702030302020204" pitchFamily="66" charset="0"/>
              </a:rPr>
              <a:t>)</a:t>
            </a:r>
          </a:p>
          <a:p>
            <a:pPr algn="just">
              <a:buFont typeface="Wingdings 2" panose="05020102010507070707" pitchFamily="18" charset="2"/>
              <a:buNone/>
            </a:pPr>
            <a:r>
              <a:rPr lang="en-US" altLang="en-US" b="0">
                <a:latin typeface="Comic Sans MS" panose="030F0702030302020204" pitchFamily="66" charset="0"/>
              </a:rPr>
              <a:t>           = G</a:t>
            </a:r>
            <a:r>
              <a:rPr lang="en-US" altLang="en-US" b="0" baseline="-25000">
                <a:latin typeface="Comic Sans MS" panose="030F0702030302020204" pitchFamily="66" charset="0"/>
              </a:rPr>
              <a:t>3</a:t>
            </a:r>
            <a:r>
              <a:rPr lang="en-US" altLang="en-US" b="0">
                <a:latin typeface="Comic Sans MS" panose="030F0702030302020204" pitchFamily="66" charset="0"/>
              </a:rPr>
              <a:t>+P</a:t>
            </a:r>
            <a:r>
              <a:rPr lang="en-US" altLang="en-US" b="0" baseline="-25000">
                <a:latin typeface="Comic Sans MS" panose="030F0702030302020204" pitchFamily="66" charset="0"/>
              </a:rPr>
              <a:t>3</a:t>
            </a:r>
            <a:r>
              <a:rPr lang="en-US" altLang="en-US" b="0">
                <a:latin typeface="Comic Sans MS" panose="030F0702030302020204" pitchFamily="66" charset="0"/>
              </a:rPr>
              <a:t>G</a:t>
            </a:r>
            <a:r>
              <a:rPr lang="en-US" altLang="en-US" b="0" baseline="-25000">
                <a:latin typeface="Comic Sans MS" panose="030F0702030302020204" pitchFamily="66" charset="0"/>
              </a:rPr>
              <a:t>2</a:t>
            </a:r>
            <a:r>
              <a:rPr lang="en-US" altLang="en-US" b="0">
                <a:latin typeface="Comic Sans MS" panose="030F0702030302020204" pitchFamily="66" charset="0"/>
              </a:rPr>
              <a:t>+P</a:t>
            </a:r>
            <a:r>
              <a:rPr lang="en-US" altLang="en-US" b="0" baseline="-25000">
                <a:latin typeface="Comic Sans MS" panose="030F0702030302020204" pitchFamily="66" charset="0"/>
              </a:rPr>
              <a:t>3</a:t>
            </a:r>
            <a:r>
              <a:rPr lang="en-US" altLang="en-US" b="0">
                <a:latin typeface="Comic Sans MS" panose="030F0702030302020204" pitchFamily="66" charset="0"/>
              </a:rPr>
              <a:t>P</a:t>
            </a:r>
            <a:r>
              <a:rPr lang="en-US" altLang="en-US" b="0" baseline="-25000">
                <a:latin typeface="Comic Sans MS" panose="030F0702030302020204" pitchFamily="66" charset="0"/>
              </a:rPr>
              <a:t>2</a:t>
            </a:r>
            <a:r>
              <a:rPr lang="en-US" altLang="en-US" b="0">
                <a:latin typeface="Comic Sans MS" panose="030F0702030302020204" pitchFamily="66" charset="0"/>
              </a:rPr>
              <a:t>G</a:t>
            </a:r>
            <a:r>
              <a:rPr lang="en-US" altLang="en-US" b="0" baseline="-25000">
                <a:latin typeface="Comic Sans MS" panose="030F0702030302020204" pitchFamily="66" charset="0"/>
              </a:rPr>
              <a:t>1</a:t>
            </a:r>
            <a:r>
              <a:rPr lang="en-US" altLang="en-US" b="0">
                <a:latin typeface="Comic Sans MS" panose="030F0702030302020204" pitchFamily="66" charset="0"/>
              </a:rPr>
              <a:t>+P</a:t>
            </a:r>
            <a:r>
              <a:rPr lang="en-US" altLang="en-US" b="0" baseline="-25000">
                <a:latin typeface="Comic Sans MS" panose="030F0702030302020204" pitchFamily="66" charset="0"/>
              </a:rPr>
              <a:t>3</a:t>
            </a:r>
            <a:r>
              <a:rPr lang="en-US" altLang="en-US" b="0">
                <a:latin typeface="Comic Sans MS" panose="030F0702030302020204" pitchFamily="66" charset="0"/>
              </a:rPr>
              <a:t>P</a:t>
            </a:r>
            <a:r>
              <a:rPr lang="en-US" altLang="en-US" b="0" baseline="-25000">
                <a:latin typeface="Comic Sans MS" panose="030F0702030302020204" pitchFamily="66" charset="0"/>
              </a:rPr>
              <a:t>2</a:t>
            </a:r>
            <a:r>
              <a:rPr lang="en-US" altLang="en-US" b="0">
                <a:latin typeface="Comic Sans MS" panose="030F0702030302020204" pitchFamily="66" charset="0"/>
              </a:rPr>
              <a:t>P</a:t>
            </a:r>
            <a:r>
              <a:rPr lang="en-US" altLang="en-US" b="0" baseline="-25000">
                <a:latin typeface="Comic Sans MS" panose="030F0702030302020204" pitchFamily="66" charset="0"/>
              </a:rPr>
              <a:t>1</a:t>
            </a:r>
            <a:r>
              <a:rPr lang="en-US" altLang="en-US" b="0">
                <a:latin typeface="Comic Sans MS" panose="030F0702030302020204" pitchFamily="66" charset="0"/>
              </a:rPr>
              <a:t>G</a:t>
            </a:r>
            <a:r>
              <a:rPr lang="en-US" altLang="en-US" b="0" baseline="-25000">
                <a:latin typeface="Comic Sans MS" panose="030F0702030302020204" pitchFamily="66" charset="0"/>
              </a:rPr>
              <a:t>0</a:t>
            </a:r>
            <a:r>
              <a:rPr lang="en-US" altLang="en-US" b="0">
                <a:latin typeface="Comic Sans MS" panose="030F0702030302020204" pitchFamily="66" charset="0"/>
              </a:rPr>
              <a:t>+P</a:t>
            </a:r>
            <a:r>
              <a:rPr lang="en-US" altLang="en-US" b="0" baseline="-25000">
                <a:latin typeface="Comic Sans MS" panose="030F0702030302020204" pitchFamily="66" charset="0"/>
              </a:rPr>
              <a:t>3</a:t>
            </a:r>
            <a:r>
              <a:rPr lang="en-US" altLang="en-US" b="0">
                <a:latin typeface="Comic Sans MS" panose="030F0702030302020204" pitchFamily="66" charset="0"/>
              </a:rPr>
              <a:t>P</a:t>
            </a:r>
            <a:r>
              <a:rPr lang="en-US" altLang="en-US" b="0" baseline="-25000">
                <a:latin typeface="Comic Sans MS" panose="030F0702030302020204" pitchFamily="66" charset="0"/>
              </a:rPr>
              <a:t>2</a:t>
            </a:r>
            <a:r>
              <a:rPr lang="en-US" altLang="en-US" b="0">
                <a:latin typeface="Comic Sans MS" panose="030F0702030302020204" pitchFamily="66" charset="0"/>
              </a:rPr>
              <a:t>P</a:t>
            </a:r>
            <a:r>
              <a:rPr lang="en-US" altLang="en-US" b="0" baseline="-25000">
                <a:latin typeface="Comic Sans MS" panose="030F0702030302020204" pitchFamily="66" charset="0"/>
              </a:rPr>
              <a:t>1</a:t>
            </a:r>
            <a:r>
              <a:rPr lang="en-US" altLang="en-US" b="0">
                <a:latin typeface="Comic Sans MS" panose="030F0702030302020204" pitchFamily="66" charset="0"/>
              </a:rPr>
              <a:t>P</a:t>
            </a:r>
            <a:r>
              <a:rPr lang="en-US" altLang="en-US" b="0" baseline="-25000">
                <a:latin typeface="Comic Sans MS" panose="030F0702030302020204" pitchFamily="66" charset="0"/>
              </a:rPr>
              <a:t>0</a:t>
            </a:r>
            <a:r>
              <a:rPr lang="en-US" altLang="en-US" b="0">
                <a:latin typeface="Comic Sans MS" panose="030F0702030302020204" pitchFamily="66" charset="0"/>
              </a:rPr>
              <a:t>C</a:t>
            </a:r>
            <a:r>
              <a:rPr lang="en-US" altLang="en-US" b="0" baseline="-25000">
                <a:latin typeface="Comic Sans MS" panose="030F0702030302020204" pitchFamily="66" charset="0"/>
              </a:rPr>
              <a:t>0</a:t>
            </a:r>
          </a:p>
          <a:p>
            <a:pPr algn="just">
              <a:buFont typeface="Wingdings 2" panose="05020102010507070707" pitchFamily="18" charset="2"/>
              <a:buNone/>
            </a:pPr>
            <a:endParaRPr lang="en-US" altLang="en-US" b="0">
              <a:latin typeface="Comic Sans MS" panose="030F0702030302020204" pitchFamily="66" charset="0"/>
            </a:endParaRPr>
          </a:p>
        </p:txBody>
      </p:sp>
    </p:spTree>
    <p:extLst>
      <p:ext uri="{BB962C8B-B14F-4D97-AF65-F5344CB8AC3E}">
        <p14:creationId xmlns:p14="http://schemas.microsoft.com/office/powerpoint/2010/main" val="1546953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Slide Number Placeholder 2"/>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AA7A28A8-9B50-407C-82BA-EC7D8F796E5C}" type="slidenum">
              <a:rPr lang="en-US" altLang="en-US" smtClean="0">
                <a:solidFill>
                  <a:srgbClr val="FFFFFF"/>
                </a:solidFill>
                <a:latin typeface="Franklin Gothic Book" panose="020B0503020102020204" pitchFamily="34" charset="0"/>
              </a:rPr>
              <a:pPr/>
              <a:t>19</a:t>
            </a:fld>
            <a:endParaRPr lang="en-US" altLang="en-US">
              <a:solidFill>
                <a:srgbClr val="FFFFFF"/>
              </a:solidFill>
              <a:latin typeface="Franklin Gothic Book" panose="020B0503020102020204" pitchFamily="34" charset="0"/>
            </a:endParaRPr>
          </a:p>
        </p:txBody>
      </p:sp>
      <p:sp>
        <p:nvSpPr>
          <p:cNvPr id="32773" name="Content Placeholder 2"/>
          <p:cNvSpPr>
            <a:spLocks noGrp="1"/>
          </p:cNvSpPr>
          <p:nvPr>
            <p:ph sz="quarter" idx="1"/>
          </p:nvPr>
        </p:nvSpPr>
        <p:spPr>
          <a:xfrm>
            <a:off x="457200" y="685800"/>
            <a:ext cx="8229600" cy="5543890"/>
          </a:xfrm>
        </p:spPr>
        <p:txBody>
          <a:bodyPr/>
          <a:lstStyle/>
          <a:p>
            <a:pPr algn="just">
              <a:buFont typeface="Wingdings 2" panose="05020102010507070707" pitchFamily="18" charset="2"/>
              <a:buNone/>
            </a:pPr>
            <a:r>
              <a:rPr lang="en-US" altLang="en-US" b="0" u="sng" dirty="0">
                <a:solidFill>
                  <a:srgbClr val="FF0000"/>
                </a:solidFill>
                <a:latin typeface="Comic Sans MS" panose="030F0702030302020204" pitchFamily="66" charset="0"/>
              </a:rPr>
              <a:t>P</a:t>
            </a:r>
            <a:r>
              <a:rPr lang="en-US" altLang="en-US" b="0" u="sng" baseline="-25000" dirty="0">
                <a:solidFill>
                  <a:srgbClr val="FF0000"/>
                </a:solidFill>
                <a:latin typeface="Comic Sans MS" panose="030F0702030302020204" pitchFamily="66" charset="0"/>
              </a:rPr>
              <a:t>i</a:t>
            </a:r>
            <a:r>
              <a:rPr lang="en-US" altLang="en-US" b="0" u="sng" dirty="0">
                <a:solidFill>
                  <a:srgbClr val="FF0000"/>
                </a:solidFill>
                <a:latin typeface="Comic Sans MS" panose="030F0702030302020204" pitchFamily="66" charset="0"/>
              </a:rPr>
              <a:t> and G</a:t>
            </a:r>
            <a:r>
              <a:rPr lang="en-US" altLang="en-US" b="0" u="sng" baseline="-25000" dirty="0">
                <a:solidFill>
                  <a:srgbClr val="FF0000"/>
                </a:solidFill>
                <a:latin typeface="Comic Sans MS" panose="030F0702030302020204" pitchFamily="66" charset="0"/>
              </a:rPr>
              <a:t>i</a:t>
            </a:r>
            <a:r>
              <a:rPr lang="en-US" altLang="en-US" b="0" u="sng" dirty="0">
                <a:solidFill>
                  <a:srgbClr val="FF0000"/>
                </a:solidFill>
                <a:latin typeface="Comic Sans MS" panose="030F0702030302020204" pitchFamily="66" charset="0"/>
              </a:rPr>
              <a:t>:</a:t>
            </a:r>
          </a:p>
          <a:p>
            <a:pPr algn="just">
              <a:buFont typeface="Wingdings 2" panose="05020102010507070707" pitchFamily="18" charset="2"/>
              <a:buNone/>
            </a:pPr>
            <a:r>
              <a:rPr lang="en-US" altLang="en-US" dirty="0">
                <a:latin typeface="Comic Sans MS" panose="030F0702030302020204" pitchFamily="66" charset="0"/>
              </a:rPr>
              <a:t>All Pi and Gi are available after one gate delay.</a:t>
            </a:r>
          </a:p>
          <a:p>
            <a:pPr algn="just">
              <a:buFont typeface="Wingdings 2" panose="05020102010507070707" pitchFamily="18" charset="2"/>
              <a:buNone/>
            </a:pPr>
            <a:endParaRPr lang="en-US" altLang="en-US" dirty="0">
              <a:latin typeface="Comic Sans MS" panose="030F0702030302020204" pitchFamily="66" charset="0"/>
            </a:endParaRPr>
          </a:p>
          <a:p>
            <a:pPr algn="just">
              <a:buFont typeface="Wingdings 2" panose="05020102010507070707" pitchFamily="18" charset="2"/>
              <a:buNone/>
            </a:pPr>
            <a:r>
              <a:rPr lang="en-US" altLang="en-US" b="0" u="sng" dirty="0">
                <a:solidFill>
                  <a:srgbClr val="FF0000"/>
                </a:solidFill>
                <a:latin typeface="Comic Sans MS" panose="030F0702030302020204" pitchFamily="66" charset="0"/>
              </a:rPr>
              <a:t>C</a:t>
            </a:r>
            <a:r>
              <a:rPr lang="en-US" altLang="en-US" b="0" u="sng" baseline="-25000" dirty="0">
                <a:solidFill>
                  <a:srgbClr val="FF0000"/>
                </a:solidFill>
                <a:latin typeface="Comic Sans MS" panose="030F0702030302020204" pitchFamily="66" charset="0"/>
              </a:rPr>
              <a:t>i+1</a:t>
            </a:r>
            <a:r>
              <a:rPr lang="en-US" altLang="en-US" b="0" u="sng" dirty="0">
                <a:solidFill>
                  <a:srgbClr val="FF0000"/>
                </a:solidFill>
                <a:latin typeface="Comic Sans MS" panose="030F0702030302020204" pitchFamily="66" charset="0"/>
              </a:rPr>
              <a:t>:</a:t>
            </a:r>
          </a:p>
          <a:p>
            <a:pPr algn="just">
              <a:buFont typeface="Wingdings 2" panose="05020102010507070707" pitchFamily="18" charset="2"/>
              <a:buNone/>
            </a:pPr>
            <a:r>
              <a:rPr lang="en-US" altLang="en-US" dirty="0">
                <a:latin typeface="Comic Sans MS" panose="030F0702030302020204" pitchFamily="66" charset="0"/>
              </a:rPr>
              <a:t>All carries are available after three gate delays.</a:t>
            </a:r>
          </a:p>
          <a:p>
            <a:pPr algn="just">
              <a:buFont typeface="Wingdings 2" panose="05020102010507070707" pitchFamily="18" charset="2"/>
              <a:buNone/>
            </a:pPr>
            <a:endParaRPr lang="en-US" altLang="en-US" b="0" dirty="0">
              <a:latin typeface="Comic Sans MS" panose="030F0702030302020204" pitchFamily="66" charset="0"/>
            </a:endParaRPr>
          </a:p>
          <a:p>
            <a:pPr algn="just">
              <a:buFont typeface="Wingdings 2" panose="05020102010507070707" pitchFamily="18" charset="2"/>
              <a:buNone/>
            </a:pPr>
            <a:endParaRPr lang="en-US" altLang="en-US" b="0" dirty="0">
              <a:latin typeface="Comic Sans MS" panose="030F0702030302020204" pitchFamily="66" charset="0"/>
            </a:endParaRPr>
          </a:p>
          <a:p>
            <a:pPr algn="just">
              <a:buFont typeface="Wingdings 2" panose="05020102010507070707" pitchFamily="18" charset="2"/>
              <a:buNone/>
            </a:pPr>
            <a:r>
              <a:rPr lang="en-US" altLang="en-US" b="0" u="sng" dirty="0">
                <a:solidFill>
                  <a:srgbClr val="FF0000"/>
                </a:solidFill>
                <a:latin typeface="Comic Sans MS" panose="030F0702030302020204" pitchFamily="66" charset="0"/>
              </a:rPr>
              <a:t>Sum:</a:t>
            </a:r>
          </a:p>
          <a:p>
            <a:pPr algn="just">
              <a:buFont typeface="Wingdings 2" panose="05020102010507070707" pitchFamily="18" charset="2"/>
              <a:buNone/>
            </a:pPr>
            <a:r>
              <a:rPr lang="en-US" altLang="en-US" b="0" dirty="0">
                <a:latin typeface="Comic Sans MS" panose="030F0702030302020204" pitchFamily="66" charset="0"/>
              </a:rPr>
              <a:t>After a further XOR gate delay, all sum bits are available. So after four gate delays all sums are available.</a:t>
            </a:r>
          </a:p>
          <a:p>
            <a:pPr algn="just">
              <a:buFont typeface="Wingdings 2" panose="05020102010507070707" pitchFamily="18" charset="2"/>
              <a:buNone/>
            </a:pPr>
            <a:endParaRPr lang="en-US" altLang="en-US" b="0" dirty="0">
              <a:latin typeface="Comic Sans MS" panose="030F0702030302020204" pitchFamily="66" charset="0"/>
            </a:endParaRPr>
          </a:p>
        </p:txBody>
      </p:sp>
    </p:spTree>
    <p:extLst>
      <p:ext uri="{BB962C8B-B14F-4D97-AF65-F5344CB8AC3E}">
        <p14:creationId xmlns:p14="http://schemas.microsoft.com/office/powerpoint/2010/main" val="2479218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Slide Number Placeholder 2"/>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79167385-86C3-4F0A-992F-6492F02FAAD2}" type="slidenum">
              <a:rPr lang="en-US" altLang="en-US" smtClean="0">
                <a:solidFill>
                  <a:srgbClr val="FFFFFF"/>
                </a:solidFill>
                <a:latin typeface="Franklin Gothic Book" panose="020B0503020102020204" pitchFamily="34" charset="0"/>
              </a:rPr>
              <a:pPr/>
              <a:t>20</a:t>
            </a:fld>
            <a:endParaRPr lang="en-US" altLang="en-US">
              <a:solidFill>
                <a:srgbClr val="FFFFFF"/>
              </a:solidFill>
              <a:latin typeface="Franklin Gothic Book" panose="020B0503020102020204" pitchFamily="34" charset="0"/>
            </a:endParaRPr>
          </a:p>
        </p:txBody>
      </p:sp>
      <p:sp>
        <p:nvSpPr>
          <p:cNvPr id="33797" name="Content Placeholder 2"/>
          <p:cNvSpPr>
            <a:spLocks noGrp="1"/>
          </p:cNvSpPr>
          <p:nvPr>
            <p:ph sz="quarter" idx="1"/>
          </p:nvPr>
        </p:nvSpPr>
        <p:spPr>
          <a:xfrm>
            <a:off x="228600" y="1143000"/>
            <a:ext cx="8458200" cy="3227550"/>
          </a:xfrm>
        </p:spPr>
        <p:txBody>
          <a:bodyPr/>
          <a:lstStyle/>
          <a:p>
            <a:pPr algn="just"/>
            <a:r>
              <a:rPr lang="en-US" altLang="en-US" sz="2400" b="0" dirty="0">
                <a:latin typeface="Comic Sans MS" panose="030F0702030302020204" pitchFamily="66" charset="0"/>
              </a:rPr>
              <a:t>An adder implemented in this form is called a carry-look ahead adder.</a:t>
            </a:r>
          </a:p>
          <a:p>
            <a:pPr algn="just"/>
            <a:r>
              <a:rPr lang="en-US" altLang="en-US" sz="2400" b="0" dirty="0">
                <a:solidFill>
                  <a:srgbClr val="FF0000"/>
                </a:solidFill>
                <a:latin typeface="Comic Sans MS" panose="030F0702030302020204" pitchFamily="66" charset="0"/>
              </a:rPr>
              <a:t>Delay through the adder is 3 gate delays for all carry bits and 4 gate delays for all sum bits.</a:t>
            </a:r>
          </a:p>
          <a:p>
            <a:pPr algn="just"/>
            <a:r>
              <a:rPr lang="en-US" altLang="en-US" sz="2400" b="0" dirty="0">
                <a:solidFill>
                  <a:srgbClr val="FF0000"/>
                </a:solidFill>
                <a:latin typeface="Comic Sans MS" panose="030F0702030302020204" pitchFamily="66" charset="0"/>
              </a:rPr>
              <a:t>In comparison 4-bit ripple carry adder requires 7 gate delays for all sums and 8 gate delays for all carries.</a:t>
            </a:r>
          </a:p>
          <a:p>
            <a:pPr algn="just"/>
            <a:endParaRPr lang="en-US" altLang="en-US" sz="2400" b="0" dirty="0">
              <a:latin typeface="Comic Sans MS" panose="030F0702030302020204" pitchFamily="66" charset="0"/>
            </a:endParaRPr>
          </a:p>
          <a:p>
            <a:pPr marL="0" indent="0" algn="just">
              <a:buNone/>
            </a:pPr>
            <a:endParaRPr lang="en-US" altLang="en-US" b="0" dirty="0"/>
          </a:p>
        </p:txBody>
      </p:sp>
    </p:spTree>
    <p:extLst>
      <p:ext uri="{BB962C8B-B14F-4D97-AF65-F5344CB8AC3E}">
        <p14:creationId xmlns:p14="http://schemas.microsoft.com/office/powerpoint/2010/main" val="1200730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2209800"/>
            <a:ext cx="6623608" cy="854593"/>
          </a:xfrm>
        </p:spPr>
        <p:txBody>
          <a:bodyPr/>
          <a:lstStyle/>
          <a:p>
            <a:pPr fontAlgn="auto">
              <a:spcAft>
                <a:spcPts val="0"/>
              </a:spcAft>
              <a:defRPr/>
            </a:pPr>
            <a:r>
              <a:rPr lang="en-US" sz="6000" b="1">
                <a:solidFill>
                  <a:schemeClr val="tx2">
                    <a:lumMod val="50000"/>
                    <a:lumOff val="50000"/>
                  </a:schemeClr>
                </a:solidFill>
                <a:effectLst>
                  <a:outerShdw blurRad="38100" dist="38100" dir="2700000" algn="tl">
                    <a:srgbClr val="000000">
                      <a:alpha val="43137"/>
                    </a:srgbClr>
                  </a:outerShdw>
                </a:effectLst>
              </a:rPr>
              <a:t>MULTIPLICATION</a:t>
            </a:r>
          </a:p>
        </p:txBody>
      </p:sp>
      <p:sp>
        <p:nvSpPr>
          <p:cNvPr id="3" name="TextBox 2"/>
          <p:cNvSpPr txBox="1"/>
          <p:nvPr/>
        </p:nvSpPr>
        <p:spPr>
          <a:xfrm>
            <a:off x="2432608" y="3505200"/>
            <a:ext cx="6558992" cy="1200329"/>
          </a:xfrm>
          <a:prstGeom prst="rect">
            <a:avLst/>
          </a:prstGeom>
          <a:noFill/>
        </p:spPr>
        <p:txBody>
          <a:bodyPr wrap="square" rtlCol="0">
            <a:spAutoFit/>
          </a:bodyPr>
          <a:lstStyle/>
          <a:p>
            <a:pPr marL="342900" indent="-342900">
              <a:buAutoNum type="arabicPeriod"/>
            </a:pPr>
            <a:r>
              <a:rPr lang="en-US" b="1" dirty="0">
                <a:latin typeface="Times New Roman" panose="02020603050405020304" pitchFamily="18" charset="0"/>
                <a:cs typeface="Times New Roman" panose="02020603050405020304" pitchFamily="18" charset="0"/>
              </a:rPr>
              <a:t>Signed-operand Multiplication using Sign-Extension Method</a:t>
            </a:r>
          </a:p>
          <a:p>
            <a:endParaRPr lang="en-US" b="1" dirty="0">
              <a:solidFill>
                <a:srgbClr val="002060"/>
              </a:solidFill>
              <a:latin typeface="Times New Roman" panose="02020603050405020304" pitchFamily="18" charset="0"/>
              <a:cs typeface="Times New Roman" panose="02020603050405020304" pitchFamily="18" charset="0"/>
            </a:endParaRPr>
          </a:p>
          <a:p>
            <a:r>
              <a:rPr lang="en-US" altLang="en-US" b="1" dirty="0">
                <a:solidFill>
                  <a:srgbClr val="002060"/>
                </a:solidFill>
                <a:latin typeface="Times New Roman" panose="02020603050405020304" pitchFamily="18" charset="0"/>
                <a:cs typeface="Times New Roman" panose="02020603050405020304" pitchFamily="18" charset="0"/>
              </a:rPr>
              <a:t>2.   BOOTH’S Algorithm</a:t>
            </a:r>
            <a:endParaRPr lang="en-US" b="1" dirty="0">
              <a:solidFill>
                <a:srgbClr val="002060"/>
              </a:solidFill>
              <a:latin typeface="Times New Roman" panose="02020603050405020304" pitchFamily="18" charset="0"/>
              <a:cs typeface="Times New Roman" panose="02020603050405020304" pitchFamily="18" charset="0"/>
            </a:endParaRPr>
          </a:p>
          <a:p>
            <a:pPr marL="342900" indent="-342900">
              <a:buAutoNum type="arabicPeriod"/>
            </a:pPr>
            <a:endParaRPr lang="en-US" dirty="0"/>
          </a:p>
        </p:txBody>
      </p:sp>
    </p:spTree>
    <p:extLst>
      <p:ext uri="{BB962C8B-B14F-4D97-AF65-F5344CB8AC3E}">
        <p14:creationId xmlns:p14="http://schemas.microsoft.com/office/powerpoint/2010/main" val="4110314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4368183" cy="372603"/>
          </a:xfrm>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457200"/>
            <a:ext cx="8686800" cy="5715000"/>
          </a:xfrm>
        </p:spPr>
      </p:pic>
    </p:spTree>
    <p:extLst>
      <p:ext uri="{BB962C8B-B14F-4D97-AF65-F5344CB8AC3E}">
        <p14:creationId xmlns:p14="http://schemas.microsoft.com/office/powerpoint/2010/main" val="24008515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4368183" cy="372603"/>
          </a:xfrm>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457200"/>
            <a:ext cx="8915400" cy="5638800"/>
          </a:xfrm>
        </p:spPr>
      </p:pic>
    </p:spTree>
    <p:extLst>
      <p:ext uri="{BB962C8B-B14F-4D97-AF65-F5344CB8AC3E}">
        <p14:creationId xmlns:p14="http://schemas.microsoft.com/office/powerpoint/2010/main" val="1140880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C52597-6403-7B03-035C-0B760DD9943B}"/>
              </a:ext>
            </a:extLst>
          </p:cNvPr>
          <p:cNvSpPr txBox="1"/>
          <p:nvPr/>
        </p:nvSpPr>
        <p:spPr>
          <a:xfrm>
            <a:off x="411480" y="1168968"/>
            <a:ext cx="8311896" cy="2308324"/>
          </a:xfrm>
          <a:prstGeom prst="rect">
            <a:avLst/>
          </a:prstGeom>
          <a:noFill/>
        </p:spPr>
        <p:txBody>
          <a:bodyPr wrap="square">
            <a:spAutoFit/>
          </a:bodyPr>
          <a:lstStyle/>
          <a:p>
            <a:pPr>
              <a:buNone/>
            </a:pPr>
            <a:r>
              <a:rPr lang="en-US" sz="1600" dirty="0">
                <a:solidFill>
                  <a:schemeClr val="tx1"/>
                </a:solidFill>
              </a:rPr>
              <a:t>This process uses </a:t>
            </a:r>
            <a:r>
              <a:rPr lang="en-US" sz="1600" b="1" dirty="0">
                <a:solidFill>
                  <a:schemeClr val="tx1"/>
                </a:solidFill>
              </a:rPr>
              <a:t>add-shift</a:t>
            </a:r>
            <a:r>
              <a:rPr lang="en-US" sz="1600" dirty="0">
                <a:solidFill>
                  <a:schemeClr val="tx1"/>
                </a:solidFill>
              </a:rPr>
              <a:t> logic, similar to unsigned multiplication but includes sign handling.</a:t>
            </a:r>
          </a:p>
          <a:p>
            <a:pPr>
              <a:buNone/>
            </a:pPr>
            <a:endParaRPr lang="en-US" sz="1600" dirty="0">
              <a:solidFill>
                <a:schemeClr val="tx1"/>
              </a:solidFill>
            </a:endParaRPr>
          </a:p>
          <a:p>
            <a:pPr>
              <a:buNone/>
            </a:pPr>
            <a:r>
              <a:rPr lang="en-US" sz="1600" b="1" dirty="0">
                <a:solidFill>
                  <a:schemeClr val="tx1"/>
                </a:solidFill>
              </a:rPr>
              <a:t>Step 1: Registers Used</a:t>
            </a:r>
          </a:p>
          <a:p>
            <a:pPr>
              <a:buFont typeface="Arial" panose="020B0604020202020204" pitchFamily="34" charset="0"/>
              <a:buChar char="•"/>
            </a:pPr>
            <a:r>
              <a:rPr lang="en-US" sz="1600" b="1" dirty="0">
                <a:solidFill>
                  <a:schemeClr val="tx1"/>
                </a:solidFill>
              </a:rPr>
              <a:t>Register A</a:t>
            </a:r>
            <a:r>
              <a:rPr lang="en-US" sz="1600" dirty="0">
                <a:solidFill>
                  <a:schemeClr val="tx1"/>
                </a:solidFill>
              </a:rPr>
              <a:t> – Initially all 0s.</a:t>
            </a:r>
          </a:p>
          <a:p>
            <a:pPr>
              <a:buFont typeface="Arial" panose="020B0604020202020204" pitchFamily="34" charset="0"/>
              <a:buChar char="•"/>
            </a:pPr>
            <a:r>
              <a:rPr lang="en-US" sz="1600" b="1" dirty="0">
                <a:solidFill>
                  <a:schemeClr val="tx1"/>
                </a:solidFill>
              </a:rPr>
              <a:t>Register Q</a:t>
            </a:r>
            <a:r>
              <a:rPr lang="en-US" sz="1600" dirty="0">
                <a:solidFill>
                  <a:schemeClr val="tx1"/>
                </a:solidFill>
              </a:rPr>
              <a:t> – Multiplier (contains the bits of the number we are multiplying with).</a:t>
            </a:r>
          </a:p>
          <a:p>
            <a:pPr>
              <a:buFont typeface="Arial" panose="020B0604020202020204" pitchFamily="34" charset="0"/>
              <a:buChar char="•"/>
            </a:pPr>
            <a:r>
              <a:rPr lang="en-US" sz="1600" b="1" dirty="0">
                <a:solidFill>
                  <a:schemeClr val="tx1"/>
                </a:solidFill>
              </a:rPr>
              <a:t>Register M</a:t>
            </a:r>
            <a:r>
              <a:rPr lang="en-US" sz="1600" dirty="0">
                <a:solidFill>
                  <a:schemeClr val="tx1"/>
                </a:solidFill>
              </a:rPr>
              <a:t> – Multiplicand.</a:t>
            </a:r>
          </a:p>
          <a:p>
            <a:pPr>
              <a:buFont typeface="Arial" panose="020B0604020202020204" pitchFamily="34" charset="0"/>
              <a:buChar char="•"/>
            </a:pPr>
            <a:r>
              <a:rPr lang="en-US" sz="1600" b="1" dirty="0">
                <a:solidFill>
                  <a:schemeClr val="tx1"/>
                </a:solidFill>
              </a:rPr>
              <a:t>Register C</a:t>
            </a:r>
            <a:r>
              <a:rPr lang="en-US" sz="1600" dirty="0">
                <a:solidFill>
                  <a:schemeClr val="tx1"/>
                </a:solidFill>
              </a:rPr>
              <a:t> – Carry bit (initially 0).</a:t>
            </a:r>
          </a:p>
          <a:p>
            <a:pPr>
              <a:buFont typeface="Arial" panose="020B0604020202020204" pitchFamily="34" charset="0"/>
              <a:buChar char="•"/>
            </a:pPr>
            <a:r>
              <a:rPr lang="en-US" sz="1600" b="1" dirty="0">
                <a:solidFill>
                  <a:schemeClr val="tx1"/>
                </a:solidFill>
              </a:rPr>
              <a:t>Control sequencer</a:t>
            </a:r>
            <a:r>
              <a:rPr lang="en-US" sz="1600" dirty="0">
                <a:solidFill>
                  <a:schemeClr val="tx1"/>
                </a:solidFill>
              </a:rPr>
              <a:t> – Decides “Add” or “No Add” based on the multiplier bit.</a:t>
            </a:r>
          </a:p>
        </p:txBody>
      </p:sp>
      <p:sp>
        <p:nvSpPr>
          <p:cNvPr id="7" name="TextBox 6">
            <a:extLst>
              <a:ext uri="{FF2B5EF4-FFF2-40B4-BE49-F238E27FC236}">
                <a16:creationId xmlns:a16="http://schemas.microsoft.com/office/drawing/2014/main" id="{9F258461-44D1-FC33-BEF1-E6C8B0F52F70}"/>
              </a:ext>
            </a:extLst>
          </p:cNvPr>
          <p:cNvSpPr txBox="1"/>
          <p:nvPr/>
        </p:nvSpPr>
        <p:spPr>
          <a:xfrm>
            <a:off x="420624" y="3639312"/>
            <a:ext cx="8311896" cy="2308324"/>
          </a:xfrm>
          <a:prstGeom prst="rect">
            <a:avLst/>
          </a:prstGeom>
          <a:noFill/>
        </p:spPr>
        <p:txBody>
          <a:bodyPr wrap="square">
            <a:spAutoFit/>
          </a:bodyPr>
          <a:lstStyle/>
          <a:p>
            <a:pPr>
              <a:buNone/>
            </a:pPr>
            <a:r>
              <a:rPr lang="en-US" sz="1600" b="1" dirty="0">
                <a:solidFill>
                  <a:schemeClr val="tx1"/>
                </a:solidFill>
              </a:rPr>
              <a:t>Algorithm</a:t>
            </a:r>
          </a:p>
          <a:p>
            <a:pPr>
              <a:buFont typeface="+mj-lt"/>
              <a:buAutoNum type="arabicPeriod"/>
            </a:pPr>
            <a:r>
              <a:rPr lang="en-US" sz="1600" dirty="0">
                <a:solidFill>
                  <a:schemeClr val="tx1"/>
                </a:solidFill>
              </a:rPr>
              <a:t>Load the </a:t>
            </a:r>
            <a:r>
              <a:rPr lang="en-US" sz="1600" b="1" dirty="0">
                <a:solidFill>
                  <a:schemeClr val="tx1"/>
                </a:solidFill>
              </a:rPr>
              <a:t>multiplicand</a:t>
            </a:r>
            <a:r>
              <a:rPr lang="en-US" sz="1600" dirty="0">
                <a:solidFill>
                  <a:schemeClr val="tx1"/>
                </a:solidFill>
              </a:rPr>
              <a:t> (M), </a:t>
            </a:r>
            <a:r>
              <a:rPr lang="en-US" sz="1600" b="1" dirty="0">
                <a:solidFill>
                  <a:schemeClr val="tx1"/>
                </a:solidFill>
              </a:rPr>
              <a:t>multiplier</a:t>
            </a:r>
            <a:r>
              <a:rPr lang="en-US" sz="1600" dirty="0">
                <a:solidFill>
                  <a:schemeClr val="tx1"/>
                </a:solidFill>
              </a:rPr>
              <a:t> (Q), set </a:t>
            </a:r>
            <a:r>
              <a:rPr lang="en-US" sz="1600" b="1" dirty="0">
                <a:solidFill>
                  <a:schemeClr val="tx1"/>
                </a:solidFill>
              </a:rPr>
              <a:t>A = 0</a:t>
            </a:r>
            <a:r>
              <a:rPr lang="en-US" sz="1600" dirty="0">
                <a:solidFill>
                  <a:schemeClr val="tx1"/>
                </a:solidFill>
              </a:rPr>
              <a:t> and </a:t>
            </a:r>
            <a:r>
              <a:rPr lang="en-US" sz="1600" b="1" dirty="0">
                <a:solidFill>
                  <a:schemeClr val="tx1"/>
                </a:solidFill>
              </a:rPr>
              <a:t>C = 0</a:t>
            </a:r>
            <a:r>
              <a:rPr lang="en-US" sz="1600" dirty="0">
                <a:solidFill>
                  <a:schemeClr val="tx1"/>
                </a:solidFill>
              </a:rPr>
              <a:t>.</a:t>
            </a:r>
          </a:p>
          <a:p>
            <a:pPr>
              <a:buFont typeface="+mj-lt"/>
              <a:buAutoNum type="arabicPeriod"/>
            </a:pPr>
            <a:r>
              <a:rPr lang="en-US" sz="1600" dirty="0">
                <a:solidFill>
                  <a:schemeClr val="tx1"/>
                </a:solidFill>
              </a:rPr>
              <a:t>Check the </a:t>
            </a:r>
            <a:r>
              <a:rPr lang="en-US" sz="1600" b="1" dirty="0">
                <a:solidFill>
                  <a:schemeClr val="tx1"/>
                </a:solidFill>
              </a:rPr>
              <a:t>least significant bit (LSB)</a:t>
            </a:r>
            <a:r>
              <a:rPr lang="en-US" sz="1600" dirty="0">
                <a:solidFill>
                  <a:schemeClr val="tx1"/>
                </a:solidFill>
              </a:rPr>
              <a:t> of Q (Q₀):</a:t>
            </a:r>
          </a:p>
          <a:p>
            <a:pPr marL="742950" lvl="1" indent="-285750">
              <a:buFont typeface="+mj-lt"/>
              <a:buAutoNum type="arabicPeriod"/>
            </a:pPr>
            <a:r>
              <a:rPr lang="en-US" sz="1600" dirty="0">
                <a:solidFill>
                  <a:schemeClr val="tx1"/>
                </a:solidFill>
              </a:rPr>
              <a:t>If Q₀ = 1 → </a:t>
            </a:r>
            <a:r>
              <a:rPr lang="en-US" sz="1600" b="1" dirty="0">
                <a:solidFill>
                  <a:schemeClr val="tx1"/>
                </a:solidFill>
              </a:rPr>
              <a:t>Add</a:t>
            </a:r>
            <a:r>
              <a:rPr lang="en-US" sz="1600" dirty="0">
                <a:solidFill>
                  <a:schemeClr val="tx1"/>
                </a:solidFill>
              </a:rPr>
              <a:t> M to A.</a:t>
            </a:r>
          </a:p>
          <a:p>
            <a:pPr marL="742950" lvl="1" indent="-285750">
              <a:buFont typeface="+mj-lt"/>
              <a:buAutoNum type="arabicPeriod"/>
            </a:pPr>
            <a:r>
              <a:rPr lang="en-US" sz="1600" dirty="0">
                <a:solidFill>
                  <a:schemeClr val="tx1"/>
                </a:solidFill>
              </a:rPr>
              <a:t>If Q₀ = 0 → </a:t>
            </a:r>
            <a:r>
              <a:rPr lang="en-US" sz="1600" b="1" dirty="0">
                <a:solidFill>
                  <a:schemeClr val="tx1"/>
                </a:solidFill>
              </a:rPr>
              <a:t>No Add</a:t>
            </a:r>
            <a:r>
              <a:rPr lang="en-US" sz="1600" dirty="0">
                <a:solidFill>
                  <a:schemeClr val="tx1"/>
                </a:solidFill>
              </a:rPr>
              <a:t>.</a:t>
            </a:r>
          </a:p>
          <a:p>
            <a:pPr>
              <a:buFont typeface="+mj-lt"/>
              <a:buAutoNum type="arabicPeriod"/>
            </a:pPr>
            <a:r>
              <a:rPr lang="en-US" sz="1600" dirty="0">
                <a:solidFill>
                  <a:schemeClr val="tx1"/>
                </a:solidFill>
              </a:rPr>
              <a:t>Perform </a:t>
            </a:r>
            <a:r>
              <a:rPr lang="en-US" sz="1600" b="1" dirty="0">
                <a:solidFill>
                  <a:schemeClr val="tx1"/>
                </a:solidFill>
              </a:rPr>
              <a:t>Arithmetic Shift Right (ASR)</a:t>
            </a:r>
            <a:r>
              <a:rPr lang="en-US" sz="1600" dirty="0">
                <a:solidFill>
                  <a:schemeClr val="tx1"/>
                </a:solidFill>
              </a:rPr>
              <a:t> — this shifts A, Q, and C together (keeping sign).</a:t>
            </a:r>
          </a:p>
          <a:p>
            <a:pPr>
              <a:buFont typeface="+mj-lt"/>
              <a:buAutoNum type="arabicPeriod"/>
            </a:pPr>
            <a:r>
              <a:rPr lang="en-US" sz="1600" dirty="0">
                <a:solidFill>
                  <a:schemeClr val="tx1"/>
                </a:solidFill>
              </a:rPr>
              <a:t>Repeat steps 2–3 for the number of bits in Q.</a:t>
            </a:r>
          </a:p>
          <a:p>
            <a:pPr>
              <a:buFont typeface="+mj-lt"/>
              <a:buAutoNum type="arabicPeriod"/>
            </a:pPr>
            <a:r>
              <a:rPr lang="en-US" sz="1600" dirty="0">
                <a:solidFill>
                  <a:schemeClr val="tx1"/>
                </a:solidFill>
              </a:rPr>
              <a:t>Final product is found by combining A and Q.</a:t>
            </a:r>
          </a:p>
        </p:txBody>
      </p:sp>
    </p:spTree>
    <p:extLst>
      <p:ext uri="{BB962C8B-B14F-4D97-AF65-F5344CB8AC3E}">
        <p14:creationId xmlns:p14="http://schemas.microsoft.com/office/powerpoint/2010/main" val="14185921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3C7879-7157-A7D5-F282-336613A6A347}"/>
              </a:ext>
            </a:extLst>
          </p:cNvPr>
          <p:cNvGraphicFramePr>
            <a:graphicFrameLocks noGrp="1"/>
          </p:cNvGraphicFramePr>
          <p:nvPr>
            <p:extLst>
              <p:ext uri="{D42A27DB-BD31-4B8C-83A1-F6EECF244321}">
                <p14:modId xmlns:p14="http://schemas.microsoft.com/office/powerpoint/2010/main" val="3291930114"/>
              </p:ext>
            </p:extLst>
          </p:nvPr>
        </p:nvGraphicFramePr>
        <p:xfrm>
          <a:off x="681253" y="1169626"/>
          <a:ext cx="6796990" cy="2748876"/>
        </p:xfrm>
        <a:graphic>
          <a:graphicData uri="http://schemas.openxmlformats.org/drawingml/2006/table">
            <a:tbl>
              <a:tblPr/>
              <a:tblGrid>
                <a:gridCol w="3398495">
                  <a:extLst>
                    <a:ext uri="{9D8B030D-6E8A-4147-A177-3AD203B41FA5}">
                      <a16:colId xmlns:a16="http://schemas.microsoft.com/office/drawing/2014/main" val="2902979674"/>
                    </a:ext>
                  </a:extLst>
                </a:gridCol>
                <a:gridCol w="3398495">
                  <a:extLst>
                    <a:ext uri="{9D8B030D-6E8A-4147-A177-3AD203B41FA5}">
                      <a16:colId xmlns:a16="http://schemas.microsoft.com/office/drawing/2014/main" val="2250270455"/>
                    </a:ext>
                  </a:extLst>
                </a:gridCol>
              </a:tblGrid>
              <a:tr h="316753">
                <a:tc>
                  <a:txBody>
                    <a:bodyPr/>
                    <a:lstStyle/>
                    <a:p>
                      <a:pPr algn="l">
                        <a:buNone/>
                      </a:pPr>
                      <a:r>
                        <a:rPr lang="en-CA" sz="1600"/>
                        <a:t>Component</a:t>
                      </a:r>
                    </a:p>
                  </a:txBody>
                  <a:tcPr marL="79188" marR="79188" marT="39594" marB="39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CA" sz="1600"/>
                        <a:t>Function</a:t>
                      </a:r>
                    </a:p>
                  </a:txBody>
                  <a:tcPr marL="79188" marR="79188" marT="39594" marB="39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6091798"/>
                  </a:ext>
                </a:extLst>
              </a:tr>
              <a:tr h="316753">
                <a:tc>
                  <a:txBody>
                    <a:bodyPr/>
                    <a:lstStyle/>
                    <a:p>
                      <a:pPr algn="l">
                        <a:buNone/>
                      </a:pPr>
                      <a:r>
                        <a:rPr lang="en-CA" sz="1600" b="1"/>
                        <a:t>Register A</a:t>
                      </a:r>
                      <a:endParaRPr lang="en-CA" sz="1600"/>
                    </a:p>
                  </a:txBody>
                  <a:tcPr marL="79188" marR="79188" marT="39594" marB="39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CA" sz="1600"/>
                        <a:t>Accumulates partial sums</a:t>
                      </a:r>
                    </a:p>
                  </a:txBody>
                  <a:tcPr marL="79188" marR="79188" marT="39594" marB="39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4485057"/>
                  </a:ext>
                </a:extLst>
              </a:tr>
              <a:tr h="316753">
                <a:tc>
                  <a:txBody>
                    <a:bodyPr/>
                    <a:lstStyle/>
                    <a:p>
                      <a:pPr algn="l">
                        <a:buNone/>
                      </a:pPr>
                      <a:r>
                        <a:rPr lang="en-CA" sz="1600" b="1"/>
                        <a:t>Register Q</a:t>
                      </a:r>
                      <a:endParaRPr lang="en-CA" sz="1600"/>
                    </a:p>
                  </a:txBody>
                  <a:tcPr marL="79188" marR="79188" marT="39594" marB="39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CA" sz="1600"/>
                        <a:t>Holds multiplier bits</a:t>
                      </a:r>
                    </a:p>
                  </a:txBody>
                  <a:tcPr marL="79188" marR="79188" marT="39594" marB="39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1850983"/>
                  </a:ext>
                </a:extLst>
              </a:tr>
              <a:tr h="316753">
                <a:tc>
                  <a:txBody>
                    <a:bodyPr/>
                    <a:lstStyle/>
                    <a:p>
                      <a:pPr algn="l">
                        <a:buNone/>
                      </a:pPr>
                      <a:r>
                        <a:rPr lang="en-CA" sz="1600" b="1"/>
                        <a:t>Register M</a:t>
                      </a:r>
                      <a:endParaRPr lang="en-CA" sz="1600"/>
                    </a:p>
                  </a:txBody>
                  <a:tcPr marL="79188" marR="79188" marT="39594" marB="39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CA" sz="1600"/>
                        <a:t>Holds multiplicand bits</a:t>
                      </a:r>
                    </a:p>
                  </a:txBody>
                  <a:tcPr marL="79188" marR="79188" marT="39594" marB="39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2482801"/>
                  </a:ext>
                </a:extLst>
              </a:tr>
              <a:tr h="316753">
                <a:tc>
                  <a:txBody>
                    <a:bodyPr/>
                    <a:lstStyle/>
                    <a:p>
                      <a:pPr algn="l">
                        <a:buNone/>
                      </a:pPr>
                      <a:r>
                        <a:rPr lang="en-CA" sz="1600" b="1"/>
                        <a:t>Register C</a:t>
                      </a:r>
                      <a:endParaRPr lang="en-CA" sz="1600"/>
                    </a:p>
                  </a:txBody>
                  <a:tcPr marL="79188" marR="79188" marT="39594" marB="39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CA" sz="1600"/>
                        <a:t>Carry bit during addition</a:t>
                      </a:r>
                    </a:p>
                  </a:txBody>
                  <a:tcPr marL="79188" marR="79188" marT="39594" marB="39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8716218"/>
                  </a:ext>
                </a:extLst>
              </a:tr>
              <a:tr h="554318">
                <a:tc>
                  <a:txBody>
                    <a:bodyPr/>
                    <a:lstStyle/>
                    <a:p>
                      <a:pPr algn="l">
                        <a:buNone/>
                      </a:pPr>
                      <a:r>
                        <a:rPr lang="en-CA" sz="1600" b="1"/>
                        <a:t>Control Sequencer</a:t>
                      </a:r>
                      <a:endParaRPr lang="en-CA" sz="1600"/>
                    </a:p>
                  </a:txBody>
                  <a:tcPr marL="79188" marR="79188" marT="39594" marB="39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a:t>Decides add/no-add and shift operations</a:t>
                      </a:r>
                    </a:p>
                  </a:txBody>
                  <a:tcPr marL="79188" marR="79188" marT="39594" marB="39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3329517"/>
                  </a:ext>
                </a:extLst>
              </a:tr>
              <a:tr h="554318">
                <a:tc>
                  <a:txBody>
                    <a:bodyPr/>
                    <a:lstStyle/>
                    <a:p>
                      <a:pPr algn="l">
                        <a:buNone/>
                      </a:pPr>
                      <a:r>
                        <a:rPr lang="en-CA" sz="1600" b="1"/>
                        <a:t>Sign Extension</a:t>
                      </a:r>
                      <a:endParaRPr lang="en-CA" sz="1600"/>
                    </a:p>
                  </a:txBody>
                  <a:tcPr marL="79188" marR="79188" marT="39594" marB="39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t>Keeps sign bit consistent after each shift</a:t>
                      </a:r>
                    </a:p>
                  </a:txBody>
                  <a:tcPr marL="79188" marR="79188" marT="39594" marB="395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4199987"/>
                  </a:ext>
                </a:extLst>
              </a:tr>
            </a:tbl>
          </a:graphicData>
        </a:graphic>
      </p:graphicFrame>
      <p:sp>
        <p:nvSpPr>
          <p:cNvPr id="6" name="TextBox 5">
            <a:extLst>
              <a:ext uri="{FF2B5EF4-FFF2-40B4-BE49-F238E27FC236}">
                <a16:creationId xmlns:a16="http://schemas.microsoft.com/office/drawing/2014/main" id="{71818E2D-7E43-1E70-7A2B-60B2B3E60D5A}"/>
              </a:ext>
            </a:extLst>
          </p:cNvPr>
          <p:cNvSpPr txBox="1"/>
          <p:nvPr/>
        </p:nvSpPr>
        <p:spPr>
          <a:xfrm>
            <a:off x="438912" y="4349972"/>
            <a:ext cx="7818120" cy="923330"/>
          </a:xfrm>
          <a:prstGeom prst="rect">
            <a:avLst/>
          </a:prstGeom>
          <a:noFill/>
        </p:spPr>
        <p:txBody>
          <a:bodyPr wrap="square">
            <a:spAutoFit/>
          </a:bodyPr>
          <a:lstStyle/>
          <a:p>
            <a:r>
              <a:rPr lang="en-US" dirty="0">
                <a:solidFill>
                  <a:schemeClr val="tx1"/>
                </a:solidFill>
              </a:rPr>
              <a:t>The </a:t>
            </a:r>
            <a:r>
              <a:rPr lang="en-US" b="1" dirty="0">
                <a:solidFill>
                  <a:schemeClr val="tx1"/>
                </a:solidFill>
              </a:rPr>
              <a:t>sign extension method</a:t>
            </a:r>
            <a:r>
              <a:rPr lang="en-US" dirty="0">
                <a:solidFill>
                  <a:schemeClr val="tx1"/>
                </a:solidFill>
              </a:rPr>
              <a:t> ensures that when you shift right (ASR), the </a:t>
            </a:r>
            <a:r>
              <a:rPr lang="en-US" b="1" dirty="0">
                <a:solidFill>
                  <a:schemeClr val="tx1"/>
                </a:solidFill>
              </a:rPr>
              <a:t>sign bit (MSB)</a:t>
            </a:r>
            <a:r>
              <a:rPr lang="en-US" dirty="0">
                <a:solidFill>
                  <a:schemeClr val="tx1"/>
                </a:solidFill>
              </a:rPr>
              <a:t> is </a:t>
            </a:r>
            <a:r>
              <a:rPr lang="en-US" b="1" dirty="0">
                <a:solidFill>
                  <a:schemeClr val="tx1"/>
                </a:solidFill>
              </a:rPr>
              <a:t>preserved</a:t>
            </a:r>
            <a:r>
              <a:rPr lang="en-US" dirty="0">
                <a:solidFill>
                  <a:schemeClr val="tx1"/>
                </a:solidFill>
              </a:rPr>
              <a:t>, keeping negative numbers valid in 2’s complement form throughout the operation.</a:t>
            </a:r>
            <a:endParaRPr lang="en-CA" dirty="0">
              <a:solidFill>
                <a:schemeClr val="tx1"/>
              </a:solidFill>
            </a:endParaRPr>
          </a:p>
        </p:txBody>
      </p:sp>
    </p:spTree>
    <p:extLst>
      <p:ext uri="{BB962C8B-B14F-4D97-AF65-F5344CB8AC3E}">
        <p14:creationId xmlns:p14="http://schemas.microsoft.com/office/powerpoint/2010/main" val="23557583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0392"/>
            <a:ext cx="4368183" cy="372603"/>
          </a:xfrm>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609600"/>
            <a:ext cx="9144000" cy="5638800"/>
          </a:xfrm>
        </p:spPr>
      </p:pic>
    </p:spTree>
    <p:extLst>
      <p:ext uri="{BB962C8B-B14F-4D97-AF65-F5344CB8AC3E}">
        <p14:creationId xmlns:p14="http://schemas.microsoft.com/office/powerpoint/2010/main" val="21870399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idx="1"/>
          </p:nvPr>
        </p:nvSpPr>
        <p:spPr>
          <a:xfrm>
            <a:off x="481885" y="1166813"/>
            <a:ext cx="8229600" cy="805349"/>
          </a:xfrm>
        </p:spPr>
        <p:txBody>
          <a:bodyPr/>
          <a:lstStyle/>
          <a:p>
            <a:pPr algn="just">
              <a:lnSpc>
                <a:spcPct val="90000"/>
              </a:lnSpc>
            </a:pPr>
            <a:r>
              <a:rPr lang="en-US" altLang="zh-CN" sz="2000" dirty="0">
                <a:latin typeface="Times New Roman" panose="02020603050405020304" pitchFamily="18" charset="0"/>
                <a:cs typeface="Times New Roman" panose="02020603050405020304" pitchFamily="18" charset="0"/>
              </a:rPr>
              <a:t>Considering 2’s-complement signed operands, what will happen to </a:t>
            </a:r>
          </a:p>
          <a:p>
            <a:pPr marL="0" indent="0" algn="just">
              <a:lnSpc>
                <a:spcPct val="90000"/>
              </a:lnSpc>
              <a:buNone/>
            </a:pPr>
            <a:r>
              <a:rPr lang="en-US" altLang="zh-CN" sz="2000" dirty="0">
                <a:latin typeface="Times New Roman" panose="02020603050405020304" pitchFamily="18" charset="0"/>
                <a:cs typeface="Times New Roman" panose="02020603050405020304" pitchFamily="18" charset="0"/>
              </a:rPr>
              <a:t>(-13)</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(+11) if following the same method of unsigned multiplication? </a:t>
            </a:r>
          </a:p>
        </p:txBody>
      </p:sp>
      <p:sp>
        <p:nvSpPr>
          <p:cNvPr id="86020" name="Rectangle 4"/>
          <p:cNvSpPr>
            <a:spLocks noChangeArrowheads="1"/>
          </p:cNvSpPr>
          <p:nvPr/>
        </p:nvSpPr>
        <p:spPr bwMode="auto">
          <a:xfrm>
            <a:off x="2085975" y="5848351"/>
            <a:ext cx="360045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600">
                <a:solidFill>
                  <a:srgbClr val="000000"/>
                </a:solidFill>
                <a:latin typeface="Nimbus Roman No9 L"/>
              </a:rPr>
              <a:t>Sign extension of negative multiplicand.</a:t>
            </a:r>
            <a:endParaRPr lang="en-CA" altLang="zh-CN" sz="2400">
              <a:latin typeface="Times New Roman" panose="02020603050405020304" pitchFamily="18" charset="0"/>
            </a:endParaRPr>
          </a:p>
        </p:txBody>
      </p:sp>
      <p:sp>
        <p:nvSpPr>
          <p:cNvPr id="86023" name="Rectangle 7"/>
          <p:cNvSpPr>
            <a:spLocks noChangeArrowheads="1"/>
          </p:cNvSpPr>
          <p:nvPr/>
        </p:nvSpPr>
        <p:spPr bwMode="auto">
          <a:xfrm>
            <a:off x="4860925" y="3432175"/>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24" name="Rectangle 8"/>
          <p:cNvSpPr>
            <a:spLocks noChangeArrowheads="1"/>
          </p:cNvSpPr>
          <p:nvPr/>
        </p:nvSpPr>
        <p:spPr bwMode="auto">
          <a:xfrm>
            <a:off x="4172023" y="3443407"/>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sp>
        <p:nvSpPr>
          <p:cNvPr id="86025" name="Line 9"/>
          <p:cNvSpPr>
            <a:spLocks noChangeShapeType="1"/>
          </p:cNvSpPr>
          <p:nvPr/>
        </p:nvSpPr>
        <p:spPr bwMode="auto">
          <a:xfrm flipH="1" flipV="1">
            <a:off x="1752600" y="3310395"/>
            <a:ext cx="4745038" cy="2178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26" name="Rectangle 10"/>
          <p:cNvSpPr>
            <a:spLocks noChangeArrowheads="1"/>
          </p:cNvSpPr>
          <p:nvPr/>
        </p:nvSpPr>
        <p:spPr bwMode="auto">
          <a:xfrm>
            <a:off x="4547534" y="3431545"/>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sp>
        <p:nvSpPr>
          <p:cNvPr id="86027" name="Rectangle 11"/>
          <p:cNvSpPr>
            <a:spLocks noChangeArrowheads="1"/>
          </p:cNvSpPr>
          <p:nvPr/>
        </p:nvSpPr>
        <p:spPr bwMode="auto">
          <a:xfrm>
            <a:off x="2943157" y="3422294"/>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sp>
        <p:nvSpPr>
          <p:cNvPr id="86028" name="Rectangle 12"/>
          <p:cNvSpPr>
            <a:spLocks noChangeArrowheads="1"/>
          </p:cNvSpPr>
          <p:nvPr/>
        </p:nvSpPr>
        <p:spPr bwMode="auto">
          <a:xfrm>
            <a:off x="3405188" y="3432175"/>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sp>
        <p:nvSpPr>
          <p:cNvPr id="86029" name="Rectangle 13"/>
          <p:cNvSpPr>
            <a:spLocks noChangeArrowheads="1"/>
          </p:cNvSpPr>
          <p:nvPr/>
        </p:nvSpPr>
        <p:spPr bwMode="auto">
          <a:xfrm>
            <a:off x="3804489" y="3450402"/>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sp>
        <p:nvSpPr>
          <p:cNvPr id="86030" name="Rectangle 14"/>
          <p:cNvSpPr>
            <a:spLocks noChangeArrowheads="1"/>
          </p:cNvSpPr>
          <p:nvPr/>
        </p:nvSpPr>
        <p:spPr bwMode="auto">
          <a:xfrm>
            <a:off x="5224463" y="3432175"/>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31" name="Rectangle 15"/>
          <p:cNvSpPr>
            <a:spLocks noChangeArrowheads="1"/>
          </p:cNvSpPr>
          <p:nvPr/>
        </p:nvSpPr>
        <p:spPr bwMode="auto">
          <a:xfrm>
            <a:off x="5588000" y="3432175"/>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32" name="Rectangle 16"/>
          <p:cNvSpPr>
            <a:spLocks noChangeArrowheads="1"/>
          </p:cNvSpPr>
          <p:nvPr/>
        </p:nvSpPr>
        <p:spPr bwMode="auto">
          <a:xfrm>
            <a:off x="5951538" y="3432175"/>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33" name="Rectangle 17"/>
          <p:cNvSpPr>
            <a:spLocks noChangeArrowheads="1"/>
          </p:cNvSpPr>
          <p:nvPr/>
        </p:nvSpPr>
        <p:spPr bwMode="auto">
          <a:xfrm>
            <a:off x="6316663" y="3432175"/>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52" name="Line 36"/>
          <p:cNvSpPr>
            <a:spLocks noChangeShapeType="1"/>
          </p:cNvSpPr>
          <p:nvPr/>
        </p:nvSpPr>
        <p:spPr bwMode="auto">
          <a:xfrm flipH="1">
            <a:off x="3000375" y="5414963"/>
            <a:ext cx="3497263" cy="158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53" name="Rectangle 37"/>
          <p:cNvSpPr>
            <a:spLocks noChangeArrowheads="1"/>
          </p:cNvSpPr>
          <p:nvPr/>
        </p:nvSpPr>
        <p:spPr bwMode="auto">
          <a:xfrm>
            <a:off x="4860925" y="511016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54" name="Rectangle 38"/>
          <p:cNvSpPr>
            <a:spLocks noChangeArrowheads="1"/>
          </p:cNvSpPr>
          <p:nvPr/>
        </p:nvSpPr>
        <p:spPr bwMode="auto">
          <a:xfrm>
            <a:off x="4497388" y="511016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dirty="0">
                <a:solidFill>
                  <a:srgbClr val="000000"/>
                </a:solidFill>
                <a:latin typeface="Nimbus Roman No9 L"/>
              </a:rPr>
              <a:t>0</a:t>
            </a:r>
            <a:endParaRPr lang="en-CA" altLang="zh-CN" sz="2400" dirty="0">
              <a:latin typeface="Times New Roman" panose="02020603050405020304" pitchFamily="18" charset="0"/>
            </a:endParaRPr>
          </a:p>
        </p:txBody>
      </p:sp>
      <p:sp>
        <p:nvSpPr>
          <p:cNvPr id="86055" name="Rectangle 39"/>
          <p:cNvSpPr>
            <a:spLocks noChangeArrowheads="1"/>
          </p:cNvSpPr>
          <p:nvPr/>
        </p:nvSpPr>
        <p:spPr bwMode="auto">
          <a:xfrm>
            <a:off x="4132263" y="511016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56" name="Rectangle 40"/>
          <p:cNvSpPr>
            <a:spLocks noChangeArrowheads="1"/>
          </p:cNvSpPr>
          <p:nvPr/>
        </p:nvSpPr>
        <p:spPr bwMode="auto">
          <a:xfrm>
            <a:off x="3768725" y="511016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57" name="Rectangle 41"/>
          <p:cNvSpPr>
            <a:spLocks noChangeArrowheads="1"/>
          </p:cNvSpPr>
          <p:nvPr/>
        </p:nvSpPr>
        <p:spPr bwMode="auto">
          <a:xfrm>
            <a:off x="3405188" y="511016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58" name="Rectangle 42"/>
          <p:cNvSpPr>
            <a:spLocks noChangeArrowheads="1"/>
          </p:cNvSpPr>
          <p:nvPr/>
        </p:nvSpPr>
        <p:spPr bwMode="auto">
          <a:xfrm>
            <a:off x="2985096" y="5110163"/>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86059" name="Rectangle 43"/>
          <p:cNvSpPr>
            <a:spLocks noChangeArrowheads="1"/>
          </p:cNvSpPr>
          <p:nvPr/>
        </p:nvSpPr>
        <p:spPr bwMode="auto">
          <a:xfrm>
            <a:off x="5224463" y="46863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60" name="Rectangle 44"/>
          <p:cNvSpPr>
            <a:spLocks noChangeArrowheads="1"/>
          </p:cNvSpPr>
          <p:nvPr/>
        </p:nvSpPr>
        <p:spPr bwMode="auto">
          <a:xfrm>
            <a:off x="4860925" y="46863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61" name="Rectangle 45"/>
          <p:cNvSpPr>
            <a:spLocks noChangeArrowheads="1"/>
          </p:cNvSpPr>
          <p:nvPr/>
        </p:nvSpPr>
        <p:spPr bwMode="auto">
          <a:xfrm>
            <a:off x="4497388" y="46863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62" name="Rectangle 46"/>
          <p:cNvSpPr>
            <a:spLocks noChangeArrowheads="1"/>
          </p:cNvSpPr>
          <p:nvPr/>
        </p:nvSpPr>
        <p:spPr bwMode="auto">
          <a:xfrm>
            <a:off x="4132263" y="46863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63" name="Rectangle 47"/>
          <p:cNvSpPr>
            <a:spLocks noChangeArrowheads="1"/>
          </p:cNvSpPr>
          <p:nvPr/>
        </p:nvSpPr>
        <p:spPr bwMode="auto">
          <a:xfrm>
            <a:off x="3768725" y="46863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64" name="Rectangle 48"/>
          <p:cNvSpPr>
            <a:spLocks noChangeArrowheads="1"/>
          </p:cNvSpPr>
          <p:nvPr/>
        </p:nvSpPr>
        <p:spPr bwMode="auto">
          <a:xfrm>
            <a:off x="3405188" y="4686300"/>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sp>
        <p:nvSpPr>
          <p:cNvPr id="86065" name="Rectangle 49"/>
          <p:cNvSpPr>
            <a:spLocks noChangeArrowheads="1"/>
          </p:cNvSpPr>
          <p:nvPr/>
        </p:nvSpPr>
        <p:spPr bwMode="auto">
          <a:xfrm>
            <a:off x="2986647" y="4695645"/>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sp>
        <p:nvSpPr>
          <p:cNvPr id="86066" name="Rectangle 50"/>
          <p:cNvSpPr>
            <a:spLocks noChangeArrowheads="1"/>
          </p:cNvSpPr>
          <p:nvPr/>
        </p:nvSpPr>
        <p:spPr bwMode="auto">
          <a:xfrm>
            <a:off x="5588000" y="432276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67" name="Rectangle 51"/>
          <p:cNvSpPr>
            <a:spLocks noChangeArrowheads="1"/>
          </p:cNvSpPr>
          <p:nvPr/>
        </p:nvSpPr>
        <p:spPr bwMode="auto">
          <a:xfrm>
            <a:off x="5224463" y="432276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68" name="Rectangle 52"/>
          <p:cNvSpPr>
            <a:spLocks noChangeArrowheads="1"/>
          </p:cNvSpPr>
          <p:nvPr/>
        </p:nvSpPr>
        <p:spPr bwMode="auto">
          <a:xfrm>
            <a:off x="4860925" y="432276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69" name="Rectangle 53"/>
          <p:cNvSpPr>
            <a:spLocks noChangeArrowheads="1"/>
          </p:cNvSpPr>
          <p:nvPr/>
        </p:nvSpPr>
        <p:spPr bwMode="auto">
          <a:xfrm>
            <a:off x="4497388" y="432276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70" name="Rectangle 54"/>
          <p:cNvSpPr>
            <a:spLocks noChangeArrowheads="1"/>
          </p:cNvSpPr>
          <p:nvPr/>
        </p:nvSpPr>
        <p:spPr bwMode="auto">
          <a:xfrm>
            <a:off x="4132263" y="432276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71" name="Rectangle 55"/>
          <p:cNvSpPr>
            <a:spLocks noChangeArrowheads="1"/>
          </p:cNvSpPr>
          <p:nvPr/>
        </p:nvSpPr>
        <p:spPr bwMode="auto">
          <a:xfrm>
            <a:off x="3768725" y="4322763"/>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86072" name="Rectangle 56"/>
          <p:cNvSpPr>
            <a:spLocks noChangeArrowheads="1"/>
          </p:cNvSpPr>
          <p:nvPr/>
        </p:nvSpPr>
        <p:spPr bwMode="auto">
          <a:xfrm>
            <a:off x="3405188" y="4322763"/>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86073" name="Rectangle 57"/>
          <p:cNvSpPr>
            <a:spLocks noChangeArrowheads="1"/>
          </p:cNvSpPr>
          <p:nvPr/>
        </p:nvSpPr>
        <p:spPr bwMode="auto">
          <a:xfrm>
            <a:off x="2979117" y="4322661"/>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86074" name="Line 58"/>
          <p:cNvSpPr>
            <a:spLocks noChangeShapeType="1"/>
          </p:cNvSpPr>
          <p:nvPr/>
        </p:nvSpPr>
        <p:spPr bwMode="auto">
          <a:xfrm>
            <a:off x="4273550" y="4100513"/>
            <a:ext cx="1588" cy="158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75" name="Rectangle 59"/>
          <p:cNvSpPr>
            <a:spLocks noChangeArrowheads="1"/>
          </p:cNvSpPr>
          <p:nvPr/>
        </p:nvSpPr>
        <p:spPr bwMode="auto">
          <a:xfrm>
            <a:off x="5951538" y="3876675"/>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76" name="Rectangle 60"/>
          <p:cNvSpPr>
            <a:spLocks noChangeArrowheads="1"/>
          </p:cNvSpPr>
          <p:nvPr/>
        </p:nvSpPr>
        <p:spPr bwMode="auto">
          <a:xfrm>
            <a:off x="5588000" y="3876675"/>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77" name="Rectangle 61"/>
          <p:cNvSpPr>
            <a:spLocks noChangeArrowheads="1"/>
          </p:cNvSpPr>
          <p:nvPr/>
        </p:nvSpPr>
        <p:spPr bwMode="auto">
          <a:xfrm>
            <a:off x="5224463" y="3876675"/>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78" name="Rectangle 62"/>
          <p:cNvSpPr>
            <a:spLocks noChangeArrowheads="1"/>
          </p:cNvSpPr>
          <p:nvPr/>
        </p:nvSpPr>
        <p:spPr bwMode="auto">
          <a:xfrm>
            <a:off x="4860925" y="3876675"/>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79" name="Rectangle 63"/>
          <p:cNvSpPr>
            <a:spLocks noChangeArrowheads="1"/>
          </p:cNvSpPr>
          <p:nvPr/>
        </p:nvSpPr>
        <p:spPr bwMode="auto">
          <a:xfrm>
            <a:off x="4497388" y="3876675"/>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80" name="Rectangle 64"/>
          <p:cNvSpPr>
            <a:spLocks noChangeArrowheads="1"/>
          </p:cNvSpPr>
          <p:nvPr/>
        </p:nvSpPr>
        <p:spPr bwMode="auto">
          <a:xfrm>
            <a:off x="4132262" y="3898556"/>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sp>
        <p:nvSpPr>
          <p:cNvPr id="86081" name="Rectangle 65"/>
          <p:cNvSpPr>
            <a:spLocks noChangeArrowheads="1"/>
          </p:cNvSpPr>
          <p:nvPr/>
        </p:nvSpPr>
        <p:spPr bwMode="auto">
          <a:xfrm>
            <a:off x="3768725" y="3876675"/>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sp>
        <p:nvSpPr>
          <p:cNvPr id="86082" name="Rectangle 66"/>
          <p:cNvSpPr>
            <a:spLocks noChangeArrowheads="1"/>
          </p:cNvSpPr>
          <p:nvPr/>
        </p:nvSpPr>
        <p:spPr bwMode="auto">
          <a:xfrm>
            <a:off x="3405188" y="3876675"/>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sp>
        <p:nvSpPr>
          <p:cNvPr id="86083" name="Rectangle 67"/>
          <p:cNvSpPr>
            <a:spLocks noChangeArrowheads="1"/>
          </p:cNvSpPr>
          <p:nvPr/>
        </p:nvSpPr>
        <p:spPr bwMode="auto">
          <a:xfrm>
            <a:off x="2964488" y="3875215"/>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grpSp>
        <p:nvGrpSpPr>
          <p:cNvPr id="14" name="Group 13"/>
          <p:cNvGrpSpPr/>
          <p:nvPr/>
        </p:nvGrpSpPr>
        <p:grpSpPr>
          <a:xfrm>
            <a:off x="7037059" y="5567928"/>
            <a:ext cx="523875" cy="212725"/>
            <a:chOff x="6619875" y="5556250"/>
            <a:chExt cx="523875" cy="212725"/>
          </a:xfrm>
        </p:grpSpPr>
        <p:sp>
          <p:nvSpPr>
            <p:cNvPr id="86089" name="Rectangle 73"/>
            <p:cNvSpPr>
              <a:spLocks noChangeArrowheads="1"/>
            </p:cNvSpPr>
            <p:nvPr/>
          </p:nvSpPr>
          <p:spPr bwMode="auto">
            <a:xfrm>
              <a:off x="6800850" y="5556250"/>
              <a:ext cx="2952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143</a:t>
              </a:r>
              <a:endParaRPr lang="en-CA" altLang="zh-CN" sz="2400">
                <a:latin typeface="Times New Roman" panose="02020603050405020304" pitchFamily="18" charset="0"/>
              </a:endParaRPr>
            </a:p>
          </p:txBody>
        </p:sp>
        <p:sp>
          <p:nvSpPr>
            <p:cNvPr id="86090" name="Rectangle 74"/>
            <p:cNvSpPr>
              <a:spLocks noChangeArrowheads="1"/>
            </p:cNvSpPr>
            <p:nvPr/>
          </p:nvSpPr>
          <p:spPr bwMode="auto">
            <a:xfrm>
              <a:off x="6700838" y="5556250"/>
              <a:ext cx="587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a:t>
              </a:r>
              <a:endParaRPr lang="en-CA" altLang="zh-CN" sz="2400">
                <a:latin typeface="Times New Roman" panose="02020603050405020304" pitchFamily="18" charset="0"/>
              </a:endParaRPr>
            </a:p>
          </p:txBody>
        </p:sp>
        <p:sp>
          <p:nvSpPr>
            <p:cNvPr id="86091" name="Rectangle 75"/>
            <p:cNvSpPr>
              <a:spLocks noChangeArrowheads="1"/>
            </p:cNvSpPr>
            <p:nvPr/>
          </p:nvSpPr>
          <p:spPr bwMode="auto">
            <a:xfrm>
              <a:off x="6619875" y="5556250"/>
              <a:ext cx="587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Symbol" panose="05050102010706020507" pitchFamily="18" charset="2"/>
                </a:rPr>
                <a:t>(</a:t>
              </a:r>
              <a:endParaRPr lang="en-CA" altLang="zh-CN" sz="2400">
                <a:latin typeface="Times New Roman" panose="02020603050405020304" pitchFamily="18" charset="0"/>
              </a:endParaRPr>
            </a:p>
          </p:txBody>
        </p:sp>
        <p:sp>
          <p:nvSpPr>
            <p:cNvPr id="86092" name="Rectangle 76"/>
            <p:cNvSpPr>
              <a:spLocks noChangeArrowheads="1"/>
            </p:cNvSpPr>
            <p:nvPr/>
          </p:nvSpPr>
          <p:spPr bwMode="auto">
            <a:xfrm>
              <a:off x="7085013" y="5556250"/>
              <a:ext cx="587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Symbol" panose="05050102010706020507" pitchFamily="18" charset="2"/>
                </a:rPr>
                <a:t>)</a:t>
              </a:r>
              <a:endParaRPr lang="en-CA" altLang="zh-CN" sz="2400">
                <a:latin typeface="Times New Roman" panose="02020603050405020304" pitchFamily="18" charset="0"/>
              </a:endParaRPr>
            </a:p>
          </p:txBody>
        </p:sp>
      </p:grpSp>
      <p:sp>
        <p:nvSpPr>
          <p:cNvPr id="86097" name="Rectangle 81"/>
          <p:cNvSpPr>
            <a:spLocks noChangeArrowheads="1"/>
          </p:cNvSpPr>
          <p:nvPr/>
        </p:nvSpPr>
        <p:spPr bwMode="auto">
          <a:xfrm>
            <a:off x="1403350" y="4200525"/>
            <a:ext cx="13414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Sign extension is</a:t>
            </a:r>
            <a:endParaRPr lang="en-CA" altLang="zh-CN" sz="2400">
              <a:latin typeface="Times New Roman" panose="02020603050405020304" pitchFamily="18" charset="0"/>
            </a:endParaRPr>
          </a:p>
        </p:txBody>
      </p:sp>
      <p:sp>
        <p:nvSpPr>
          <p:cNvPr id="86098" name="Rectangle 82"/>
          <p:cNvSpPr>
            <a:spLocks noChangeArrowheads="1"/>
          </p:cNvSpPr>
          <p:nvPr/>
        </p:nvSpPr>
        <p:spPr bwMode="auto">
          <a:xfrm>
            <a:off x="1504950" y="4383088"/>
            <a:ext cx="10842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shown in blue</a:t>
            </a:r>
            <a:endParaRPr lang="en-CA" altLang="zh-CN" sz="2400">
              <a:latin typeface="Times New Roman" panose="02020603050405020304" pitchFamily="18" charset="0"/>
            </a:endParaRPr>
          </a:p>
        </p:txBody>
      </p:sp>
      <p:sp>
        <p:nvSpPr>
          <p:cNvPr id="83" name="Title 3"/>
          <p:cNvSpPr txBox="1">
            <a:spLocks/>
          </p:cNvSpPr>
          <p:nvPr/>
        </p:nvSpPr>
        <p:spPr bwMode="auto">
          <a:xfrm>
            <a:off x="329485" y="342236"/>
            <a:ext cx="8382000" cy="609600"/>
          </a:xfrm>
          <a:prstGeom prst="rect">
            <a:avLst/>
          </a:prstGeom>
          <a:noFill/>
          <a:ln w="9525">
            <a:noFill/>
            <a:miter lim="800000"/>
            <a:headEnd/>
            <a:tailEnd/>
          </a:ln>
        </p:spPr>
        <p:txBody>
          <a:bodyPr bIns="91440" anchor="b"/>
          <a:lstStyle/>
          <a:p>
            <a:pPr algn="ctr">
              <a:defRPr/>
            </a:pPr>
            <a:r>
              <a:rPr lang="en-US" sz="2400" b="1" u="sng" dirty="0">
                <a:solidFill>
                  <a:srgbClr val="002060"/>
                </a:solidFill>
                <a:latin typeface="Times New Roman" panose="02020603050405020304" pitchFamily="18" charset="0"/>
                <a:ea typeface="+mj-ea"/>
                <a:cs typeface="Times New Roman" panose="02020603050405020304" pitchFamily="18" charset="0"/>
              </a:rPr>
              <a:t>Signed-operand Multiplication(Sign Extension Method) </a:t>
            </a:r>
          </a:p>
        </p:txBody>
      </p:sp>
      <p:sp>
        <p:nvSpPr>
          <p:cNvPr id="2" name="TextBox 1"/>
          <p:cNvSpPr txBox="1"/>
          <p:nvPr/>
        </p:nvSpPr>
        <p:spPr>
          <a:xfrm>
            <a:off x="152400" y="2301507"/>
            <a:ext cx="4011580" cy="98488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(-13)    Multiplicand </a:t>
            </a:r>
          </a:p>
          <a:p>
            <a:r>
              <a:rPr lang="en-US" dirty="0">
                <a:latin typeface="Times New Roman" panose="02020603050405020304" pitchFamily="18" charset="0"/>
                <a:cs typeface="Times New Roman" panose="02020603050405020304" pitchFamily="18" charset="0"/>
              </a:rPr>
              <a:t>X </a:t>
            </a:r>
          </a:p>
          <a:p>
            <a:r>
              <a:rPr lang="en-US" dirty="0">
                <a:latin typeface="Times New Roman" panose="02020603050405020304" pitchFamily="18" charset="0"/>
                <a:cs typeface="Times New Roman" panose="02020603050405020304" pitchFamily="18" charset="0"/>
              </a:rPr>
              <a:t>        (+11)     </a:t>
            </a:r>
            <a:r>
              <a:rPr lang="en-US" sz="2000" dirty="0">
                <a:latin typeface="Times New Roman" panose="02020603050405020304" pitchFamily="18" charset="0"/>
                <a:cs typeface="Times New Roman" panose="02020603050405020304" pitchFamily="18" charset="0"/>
              </a:rPr>
              <a:t>Multiplier</a:t>
            </a:r>
          </a:p>
        </p:txBody>
      </p:sp>
      <p:grpSp>
        <p:nvGrpSpPr>
          <p:cNvPr id="9" name="Group 8"/>
          <p:cNvGrpSpPr/>
          <p:nvPr/>
        </p:nvGrpSpPr>
        <p:grpSpPr>
          <a:xfrm>
            <a:off x="2797175" y="2423438"/>
            <a:ext cx="5138618" cy="240705"/>
            <a:chOff x="2797175" y="2423438"/>
            <a:chExt cx="5138618" cy="240705"/>
          </a:xfrm>
        </p:grpSpPr>
        <p:sp>
          <p:nvSpPr>
            <p:cNvPr id="86094" name="Rectangle 78"/>
            <p:cNvSpPr>
              <a:spLocks noChangeArrowheads="1"/>
            </p:cNvSpPr>
            <p:nvPr/>
          </p:nvSpPr>
          <p:spPr bwMode="auto">
            <a:xfrm>
              <a:off x="6721861" y="2444020"/>
              <a:ext cx="53219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a:t>
              </a:r>
              <a:r>
                <a:rPr lang="en-CA" altLang="zh-CN" sz="1200">
                  <a:solidFill>
                    <a:srgbClr val="000000"/>
                  </a:solidFill>
                  <a:latin typeface="Nimbus Roman No9 L"/>
                </a:rPr>
                <a:t>5</a:t>
              </a:r>
              <a:r>
                <a:rPr lang="en-CA" altLang="zh-CN" sz="1400">
                  <a:solidFill>
                    <a:srgbClr val="000000"/>
                  </a:solidFill>
                  <a:latin typeface="Nimbus Roman No9 L"/>
                </a:rPr>
                <a:t> bits)</a:t>
              </a:r>
              <a:endParaRPr lang="en-CA" altLang="zh-CN" sz="2400">
                <a:latin typeface="Times New Roman" panose="02020603050405020304" pitchFamily="18" charset="0"/>
              </a:endParaRPr>
            </a:p>
          </p:txBody>
        </p:sp>
        <p:grpSp>
          <p:nvGrpSpPr>
            <p:cNvPr id="8" name="Group 7"/>
            <p:cNvGrpSpPr/>
            <p:nvPr/>
          </p:nvGrpSpPr>
          <p:grpSpPr>
            <a:xfrm>
              <a:off x="2797175" y="2423438"/>
              <a:ext cx="5138618" cy="240705"/>
              <a:chOff x="2797175" y="2423438"/>
              <a:chExt cx="5138618" cy="240705"/>
            </a:xfrm>
          </p:grpSpPr>
          <p:sp>
            <p:nvSpPr>
              <p:cNvPr id="86021" name="Rectangle 5"/>
              <p:cNvSpPr>
                <a:spLocks noChangeArrowheads="1"/>
              </p:cNvSpPr>
              <p:nvPr/>
            </p:nvSpPr>
            <p:spPr bwMode="auto">
              <a:xfrm>
                <a:off x="4811645" y="2423438"/>
                <a:ext cx="1376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37" name="Rectangle 21"/>
              <p:cNvSpPr>
                <a:spLocks noChangeArrowheads="1"/>
              </p:cNvSpPr>
              <p:nvPr/>
            </p:nvSpPr>
            <p:spPr bwMode="auto">
              <a:xfrm>
                <a:off x="6211027" y="2439422"/>
                <a:ext cx="20406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38" name="Rectangle 22"/>
              <p:cNvSpPr>
                <a:spLocks noChangeArrowheads="1"/>
              </p:cNvSpPr>
              <p:nvPr/>
            </p:nvSpPr>
            <p:spPr bwMode="auto">
              <a:xfrm>
                <a:off x="5915798" y="2438400"/>
                <a:ext cx="14373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39" name="Rectangle 23"/>
              <p:cNvSpPr>
                <a:spLocks noChangeArrowheads="1"/>
              </p:cNvSpPr>
              <p:nvPr/>
            </p:nvSpPr>
            <p:spPr bwMode="auto">
              <a:xfrm>
                <a:off x="5613242" y="2439422"/>
                <a:ext cx="7318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41" name="Rectangle 25"/>
              <p:cNvSpPr>
                <a:spLocks noChangeArrowheads="1"/>
              </p:cNvSpPr>
              <p:nvPr/>
            </p:nvSpPr>
            <p:spPr bwMode="auto">
              <a:xfrm>
                <a:off x="5148161" y="2428187"/>
                <a:ext cx="14770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88" name="Rectangle 72"/>
              <p:cNvSpPr>
                <a:spLocks noChangeArrowheads="1"/>
              </p:cNvSpPr>
              <p:nvPr/>
            </p:nvSpPr>
            <p:spPr bwMode="auto">
              <a:xfrm>
                <a:off x="7343514" y="2448699"/>
                <a:ext cx="59227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Symbol" panose="05050102010706020507" pitchFamily="18" charset="2"/>
                  </a:rPr>
                  <a:t> </a:t>
                </a:r>
                <a:endParaRPr lang="en-CA" altLang="zh-CN" sz="2400">
                  <a:latin typeface="Times New Roman" panose="02020603050405020304" pitchFamily="18" charset="0"/>
                </a:endParaRPr>
              </a:p>
            </p:txBody>
          </p:sp>
          <p:cxnSp>
            <p:nvCxnSpPr>
              <p:cNvPr id="4" name="Straight Arrow Connector 3"/>
              <p:cNvCxnSpPr/>
              <p:nvPr/>
            </p:nvCxnSpPr>
            <p:spPr bwMode="auto">
              <a:xfrm>
                <a:off x="2797175" y="2546122"/>
                <a:ext cx="1851025" cy="0"/>
              </a:xfrm>
              <a:prstGeom prst="straightConnector1">
                <a:avLst/>
              </a:prstGeom>
              <a:noFill/>
              <a:ln w="12700" cap="flat" cmpd="sng" algn="ctr">
                <a:solidFill>
                  <a:schemeClr val="tx1"/>
                </a:solidFill>
                <a:prstDash val="solid"/>
                <a:round/>
                <a:headEnd type="none" w="med" len="med"/>
                <a:tailEnd type="triangle"/>
              </a:ln>
              <a:effectLst/>
            </p:spPr>
          </p:cxnSp>
        </p:grpSp>
      </p:grpSp>
      <p:grpSp>
        <p:nvGrpSpPr>
          <p:cNvPr id="10" name="Group 9"/>
          <p:cNvGrpSpPr/>
          <p:nvPr/>
        </p:nvGrpSpPr>
        <p:grpSpPr>
          <a:xfrm>
            <a:off x="2843212" y="3008313"/>
            <a:ext cx="4410846" cy="215444"/>
            <a:chOff x="2843212" y="3008313"/>
            <a:chExt cx="4410846" cy="215444"/>
          </a:xfrm>
        </p:grpSpPr>
        <p:sp>
          <p:nvSpPr>
            <p:cNvPr id="86022" name="Rectangle 6"/>
            <p:cNvSpPr>
              <a:spLocks noChangeArrowheads="1"/>
            </p:cNvSpPr>
            <p:nvPr/>
          </p:nvSpPr>
          <p:spPr bwMode="auto">
            <a:xfrm>
              <a:off x="4860925" y="300831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34" name="Rectangle 18"/>
            <p:cNvSpPr>
              <a:spLocks noChangeArrowheads="1"/>
            </p:cNvSpPr>
            <p:nvPr/>
          </p:nvSpPr>
          <p:spPr bwMode="auto">
            <a:xfrm>
              <a:off x="6316663" y="300831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35" name="Rectangle 19"/>
            <p:cNvSpPr>
              <a:spLocks noChangeArrowheads="1"/>
            </p:cNvSpPr>
            <p:nvPr/>
          </p:nvSpPr>
          <p:spPr bwMode="auto">
            <a:xfrm>
              <a:off x="5951538" y="300831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36" name="Rectangle 20"/>
            <p:cNvSpPr>
              <a:spLocks noChangeArrowheads="1"/>
            </p:cNvSpPr>
            <p:nvPr/>
          </p:nvSpPr>
          <p:spPr bwMode="auto">
            <a:xfrm>
              <a:off x="5588000" y="300831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40" name="Rectangle 24"/>
            <p:cNvSpPr>
              <a:spLocks noChangeArrowheads="1"/>
            </p:cNvSpPr>
            <p:nvPr/>
          </p:nvSpPr>
          <p:spPr bwMode="auto">
            <a:xfrm>
              <a:off x="5224463" y="300831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cxnSp>
          <p:nvCxnSpPr>
            <p:cNvPr id="85" name="Straight Arrow Connector 84"/>
            <p:cNvCxnSpPr/>
            <p:nvPr/>
          </p:nvCxnSpPr>
          <p:spPr bwMode="auto">
            <a:xfrm>
              <a:off x="2843212" y="3075792"/>
              <a:ext cx="1851025" cy="0"/>
            </a:xfrm>
            <a:prstGeom prst="straightConnector1">
              <a:avLst/>
            </a:prstGeom>
            <a:noFill/>
            <a:ln w="12700" cap="flat" cmpd="sng" algn="ctr">
              <a:solidFill>
                <a:schemeClr val="tx1"/>
              </a:solidFill>
              <a:prstDash val="solid"/>
              <a:round/>
              <a:headEnd type="none" w="med" len="med"/>
              <a:tailEnd type="triangle"/>
            </a:ln>
            <a:effectLst/>
          </p:spPr>
        </p:cxnSp>
        <p:sp>
          <p:nvSpPr>
            <p:cNvPr id="101" name="Rectangle 78"/>
            <p:cNvSpPr>
              <a:spLocks noChangeArrowheads="1"/>
            </p:cNvSpPr>
            <p:nvPr/>
          </p:nvSpPr>
          <p:spPr bwMode="auto">
            <a:xfrm>
              <a:off x="6721861" y="3008313"/>
              <a:ext cx="53219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a:t>
              </a:r>
              <a:r>
                <a:rPr lang="en-CA" altLang="zh-CN" sz="1200">
                  <a:solidFill>
                    <a:srgbClr val="000000"/>
                  </a:solidFill>
                  <a:latin typeface="Nimbus Roman No9 L"/>
                </a:rPr>
                <a:t>5</a:t>
              </a:r>
              <a:r>
                <a:rPr lang="en-CA" altLang="zh-CN" sz="1400">
                  <a:solidFill>
                    <a:srgbClr val="000000"/>
                  </a:solidFill>
                  <a:latin typeface="Nimbus Roman No9 L"/>
                </a:rPr>
                <a:t> bits)</a:t>
              </a:r>
              <a:endParaRPr lang="en-CA" altLang="zh-CN" sz="2400">
                <a:latin typeface="Times New Roman" panose="02020603050405020304" pitchFamily="18" charset="0"/>
              </a:endParaRPr>
            </a:p>
          </p:txBody>
        </p:sp>
      </p:grpSp>
      <p:grpSp>
        <p:nvGrpSpPr>
          <p:cNvPr id="12" name="Group 11"/>
          <p:cNvGrpSpPr/>
          <p:nvPr/>
        </p:nvGrpSpPr>
        <p:grpSpPr>
          <a:xfrm>
            <a:off x="2841649" y="3413650"/>
            <a:ext cx="1969996" cy="235809"/>
            <a:chOff x="908531" y="3644900"/>
            <a:chExt cx="1969996" cy="235809"/>
          </a:xfrm>
        </p:grpSpPr>
        <p:sp>
          <p:nvSpPr>
            <p:cNvPr id="11" name="Rectangle 10"/>
            <p:cNvSpPr/>
            <p:nvPr/>
          </p:nvSpPr>
          <p:spPr bwMode="auto">
            <a:xfrm>
              <a:off x="2138955" y="3650623"/>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06" name="Rectangle 105"/>
            <p:cNvSpPr/>
            <p:nvPr/>
          </p:nvSpPr>
          <p:spPr bwMode="auto">
            <a:xfrm>
              <a:off x="1321830" y="3644900"/>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07" name="Rectangle 106"/>
            <p:cNvSpPr/>
            <p:nvPr/>
          </p:nvSpPr>
          <p:spPr bwMode="auto">
            <a:xfrm>
              <a:off x="2544157" y="3653544"/>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08" name="Rectangle 107"/>
            <p:cNvSpPr/>
            <p:nvPr/>
          </p:nvSpPr>
          <p:spPr bwMode="auto">
            <a:xfrm>
              <a:off x="1729272" y="3644900"/>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09" name="Rectangle 108"/>
            <p:cNvSpPr/>
            <p:nvPr/>
          </p:nvSpPr>
          <p:spPr bwMode="auto">
            <a:xfrm>
              <a:off x="908531" y="3644900"/>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grpSp>
      <p:grpSp>
        <p:nvGrpSpPr>
          <p:cNvPr id="129" name="Group 128"/>
          <p:cNvGrpSpPr/>
          <p:nvPr/>
        </p:nvGrpSpPr>
        <p:grpSpPr>
          <a:xfrm>
            <a:off x="2835370" y="3852174"/>
            <a:ext cx="1579240" cy="235383"/>
            <a:chOff x="1321830" y="3644900"/>
            <a:chExt cx="1579240" cy="235383"/>
          </a:xfrm>
        </p:grpSpPr>
        <p:sp>
          <p:nvSpPr>
            <p:cNvPr id="130" name="Rectangle 129"/>
            <p:cNvSpPr/>
            <p:nvPr/>
          </p:nvSpPr>
          <p:spPr bwMode="auto">
            <a:xfrm>
              <a:off x="2138955" y="3650623"/>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31" name="Rectangle 130"/>
            <p:cNvSpPr/>
            <p:nvPr/>
          </p:nvSpPr>
          <p:spPr bwMode="auto">
            <a:xfrm>
              <a:off x="1321830" y="3644900"/>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32" name="Rectangle 131"/>
            <p:cNvSpPr/>
            <p:nvPr/>
          </p:nvSpPr>
          <p:spPr bwMode="auto">
            <a:xfrm>
              <a:off x="2566700" y="3653118"/>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33" name="Rectangle 132"/>
            <p:cNvSpPr/>
            <p:nvPr/>
          </p:nvSpPr>
          <p:spPr bwMode="auto">
            <a:xfrm>
              <a:off x="1729272" y="3644900"/>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grpSp>
      <p:grpSp>
        <p:nvGrpSpPr>
          <p:cNvPr id="135" name="Group 134"/>
          <p:cNvGrpSpPr/>
          <p:nvPr/>
        </p:nvGrpSpPr>
        <p:grpSpPr>
          <a:xfrm>
            <a:off x="2835370" y="4289622"/>
            <a:ext cx="1149255" cy="235809"/>
            <a:chOff x="1729272" y="3644900"/>
            <a:chExt cx="1149255" cy="235809"/>
          </a:xfrm>
        </p:grpSpPr>
        <p:sp>
          <p:nvSpPr>
            <p:cNvPr id="136" name="Rectangle 135"/>
            <p:cNvSpPr/>
            <p:nvPr/>
          </p:nvSpPr>
          <p:spPr bwMode="auto">
            <a:xfrm>
              <a:off x="2138955" y="3650623"/>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38" name="Rectangle 137"/>
            <p:cNvSpPr/>
            <p:nvPr/>
          </p:nvSpPr>
          <p:spPr bwMode="auto">
            <a:xfrm>
              <a:off x="2544157" y="3653544"/>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39" name="Rectangle 138"/>
            <p:cNvSpPr/>
            <p:nvPr/>
          </p:nvSpPr>
          <p:spPr bwMode="auto">
            <a:xfrm>
              <a:off x="1729272" y="3644900"/>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grpSp>
      <p:grpSp>
        <p:nvGrpSpPr>
          <p:cNvPr id="140" name="Group 139"/>
          <p:cNvGrpSpPr/>
          <p:nvPr/>
        </p:nvGrpSpPr>
        <p:grpSpPr>
          <a:xfrm>
            <a:off x="2862432" y="4690715"/>
            <a:ext cx="739572" cy="230086"/>
            <a:chOff x="2138955" y="3650623"/>
            <a:chExt cx="739572" cy="230086"/>
          </a:xfrm>
        </p:grpSpPr>
        <p:sp>
          <p:nvSpPr>
            <p:cNvPr id="141" name="Rectangle 140"/>
            <p:cNvSpPr/>
            <p:nvPr/>
          </p:nvSpPr>
          <p:spPr bwMode="auto">
            <a:xfrm>
              <a:off x="2138955" y="3650623"/>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42" name="Rectangle 141"/>
            <p:cNvSpPr/>
            <p:nvPr/>
          </p:nvSpPr>
          <p:spPr bwMode="auto">
            <a:xfrm>
              <a:off x="2544157" y="3653544"/>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grpSp>
      <p:sp>
        <p:nvSpPr>
          <p:cNvPr id="149" name="Rectangle 148"/>
          <p:cNvSpPr/>
          <p:nvPr/>
        </p:nvSpPr>
        <p:spPr bwMode="auto">
          <a:xfrm>
            <a:off x="2852235" y="5075916"/>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86042" name="Rectangle 26"/>
          <p:cNvSpPr>
            <a:spLocks noChangeArrowheads="1"/>
          </p:cNvSpPr>
          <p:nvPr/>
        </p:nvSpPr>
        <p:spPr bwMode="auto">
          <a:xfrm>
            <a:off x="6365875" y="5554746"/>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44" name="Rectangle 28"/>
          <p:cNvSpPr>
            <a:spLocks noChangeArrowheads="1"/>
          </p:cNvSpPr>
          <p:nvPr/>
        </p:nvSpPr>
        <p:spPr bwMode="auto">
          <a:xfrm>
            <a:off x="5585980" y="556792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45" name="Rectangle 29"/>
          <p:cNvSpPr>
            <a:spLocks noChangeArrowheads="1"/>
          </p:cNvSpPr>
          <p:nvPr/>
        </p:nvSpPr>
        <p:spPr bwMode="auto">
          <a:xfrm>
            <a:off x="5262769" y="5554745"/>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46" name="Rectangle 30"/>
          <p:cNvSpPr>
            <a:spLocks noChangeArrowheads="1"/>
          </p:cNvSpPr>
          <p:nvPr/>
        </p:nvSpPr>
        <p:spPr bwMode="auto">
          <a:xfrm>
            <a:off x="4860925" y="55562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47" name="Rectangle 31"/>
          <p:cNvSpPr>
            <a:spLocks noChangeArrowheads="1"/>
          </p:cNvSpPr>
          <p:nvPr/>
        </p:nvSpPr>
        <p:spPr bwMode="auto">
          <a:xfrm>
            <a:off x="4497388" y="55562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48" name="Rectangle 32"/>
          <p:cNvSpPr>
            <a:spLocks noChangeArrowheads="1"/>
          </p:cNvSpPr>
          <p:nvPr/>
        </p:nvSpPr>
        <p:spPr bwMode="auto">
          <a:xfrm>
            <a:off x="4132263" y="55562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49" name="Rectangle 33"/>
          <p:cNvSpPr>
            <a:spLocks noChangeArrowheads="1"/>
          </p:cNvSpPr>
          <p:nvPr/>
        </p:nvSpPr>
        <p:spPr bwMode="auto">
          <a:xfrm>
            <a:off x="3768725" y="55562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50" name="Rectangle 34"/>
          <p:cNvSpPr>
            <a:spLocks noChangeArrowheads="1"/>
          </p:cNvSpPr>
          <p:nvPr/>
        </p:nvSpPr>
        <p:spPr bwMode="auto">
          <a:xfrm>
            <a:off x="3405188" y="55562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51" name="Rectangle 35"/>
          <p:cNvSpPr>
            <a:spLocks noChangeArrowheads="1"/>
          </p:cNvSpPr>
          <p:nvPr/>
        </p:nvSpPr>
        <p:spPr bwMode="auto">
          <a:xfrm>
            <a:off x="2992850" y="5554747"/>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153" name="Rectangle 28"/>
          <p:cNvSpPr>
            <a:spLocks noChangeArrowheads="1"/>
          </p:cNvSpPr>
          <p:nvPr/>
        </p:nvSpPr>
        <p:spPr bwMode="auto">
          <a:xfrm flipH="1">
            <a:off x="5951538" y="5565209"/>
            <a:ext cx="27408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 0</a:t>
            </a:r>
            <a:endParaRPr lang="en-CA" altLang="zh-CN" sz="2400">
              <a:latin typeface="Times New Roman" panose="02020603050405020304" pitchFamily="18" charset="0"/>
            </a:endParaRPr>
          </a:p>
        </p:txBody>
      </p:sp>
    </p:spTree>
    <p:extLst>
      <p:ext uri="{BB962C8B-B14F-4D97-AF65-F5344CB8AC3E}">
        <p14:creationId xmlns:p14="http://schemas.microsoft.com/office/powerpoint/2010/main" val="3674403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019">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601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60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6033"/>
                                        </p:tgtEl>
                                        <p:attrNameLst>
                                          <p:attrName>style.visibility</p:attrName>
                                        </p:attrNameLst>
                                      </p:cBhvr>
                                      <p:to>
                                        <p:strVal val="visible"/>
                                      </p:to>
                                    </p:set>
                                    <p:animEffect transition="in" filter="fade">
                                      <p:cBhvr>
                                        <p:cTn id="33" dur="500"/>
                                        <p:tgtEl>
                                          <p:spTgt spid="86033"/>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8603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8603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8603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8602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8602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8602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86029"/>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8602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86027"/>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86075"/>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86076"/>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86077"/>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86078"/>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86079"/>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129"/>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86080"/>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86081"/>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86082"/>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86083"/>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86066"/>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86067"/>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0" nodeType="clickEffect">
                                  <p:stCondLst>
                                    <p:cond delay="0"/>
                                  </p:stCondLst>
                                  <p:childTnLst>
                                    <p:set>
                                      <p:cBhvr>
                                        <p:cTn id="125" dur="1" fill="hold">
                                          <p:stCondLst>
                                            <p:cond delay="0"/>
                                          </p:stCondLst>
                                        </p:cTn>
                                        <p:tgtEl>
                                          <p:spTgt spid="86068"/>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86069"/>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grpId="0" nodeType="clickEffect">
                                  <p:stCondLst>
                                    <p:cond delay="0"/>
                                  </p:stCondLst>
                                  <p:childTnLst>
                                    <p:set>
                                      <p:cBhvr>
                                        <p:cTn id="133" dur="1" fill="hold">
                                          <p:stCondLst>
                                            <p:cond delay="0"/>
                                          </p:stCondLst>
                                        </p:cTn>
                                        <p:tgtEl>
                                          <p:spTgt spid="86070"/>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nodeType="clickEffect">
                                  <p:stCondLst>
                                    <p:cond delay="0"/>
                                  </p:stCondLst>
                                  <p:childTnLst>
                                    <p:set>
                                      <p:cBhvr>
                                        <p:cTn id="137" dur="1" fill="hold">
                                          <p:stCondLst>
                                            <p:cond delay="0"/>
                                          </p:stCondLst>
                                        </p:cTn>
                                        <p:tgtEl>
                                          <p:spTgt spid="135"/>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grpId="0" nodeType="clickEffect">
                                  <p:stCondLst>
                                    <p:cond delay="0"/>
                                  </p:stCondLst>
                                  <p:childTnLst>
                                    <p:set>
                                      <p:cBhvr>
                                        <p:cTn id="141" dur="1" fill="hold">
                                          <p:stCondLst>
                                            <p:cond delay="0"/>
                                          </p:stCondLst>
                                        </p:cTn>
                                        <p:tgtEl>
                                          <p:spTgt spid="86071"/>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grpId="0" nodeType="clickEffect">
                                  <p:stCondLst>
                                    <p:cond delay="0"/>
                                  </p:stCondLst>
                                  <p:childTnLst>
                                    <p:set>
                                      <p:cBhvr>
                                        <p:cTn id="145" dur="1" fill="hold">
                                          <p:stCondLst>
                                            <p:cond delay="0"/>
                                          </p:stCondLst>
                                        </p:cTn>
                                        <p:tgtEl>
                                          <p:spTgt spid="86072"/>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grpId="0" nodeType="clickEffect">
                                  <p:stCondLst>
                                    <p:cond delay="0"/>
                                  </p:stCondLst>
                                  <p:childTnLst>
                                    <p:set>
                                      <p:cBhvr>
                                        <p:cTn id="149" dur="1" fill="hold">
                                          <p:stCondLst>
                                            <p:cond delay="0"/>
                                          </p:stCondLst>
                                        </p:cTn>
                                        <p:tgtEl>
                                          <p:spTgt spid="86073"/>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grpId="0" nodeType="clickEffect">
                                  <p:stCondLst>
                                    <p:cond delay="0"/>
                                  </p:stCondLst>
                                  <p:childTnLst>
                                    <p:set>
                                      <p:cBhvr>
                                        <p:cTn id="153" dur="1" fill="hold">
                                          <p:stCondLst>
                                            <p:cond delay="0"/>
                                          </p:stCondLst>
                                        </p:cTn>
                                        <p:tgtEl>
                                          <p:spTgt spid="86059"/>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grpId="0" nodeType="clickEffect">
                                  <p:stCondLst>
                                    <p:cond delay="0"/>
                                  </p:stCondLst>
                                  <p:childTnLst>
                                    <p:set>
                                      <p:cBhvr>
                                        <p:cTn id="157" dur="1" fill="hold">
                                          <p:stCondLst>
                                            <p:cond delay="0"/>
                                          </p:stCondLst>
                                        </p:cTn>
                                        <p:tgtEl>
                                          <p:spTgt spid="86060"/>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grpId="0" nodeType="clickEffect">
                                  <p:stCondLst>
                                    <p:cond delay="0"/>
                                  </p:stCondLst>
                                  <p:childTnLst>
                                    <p:set>
                                      <p:cBhvr>
                                        <p:cTn id="161" dur="1" fill="hold">
                                          <p:stCondLst>
                                            <p:cond delay="0"/>
                                          </p:stCondLst>
                                        </p:cTn>
                                        <p:tgtEl>
                                          <p:spTgt spid="86061"/>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grpId="0" nodeType="clickEffect">
                                  <p:stCondLst>
                                    <p:cond delay="0"/>
                                  </p:stCondLst>
                                  <p:childTnLst>
                                    <p:set>
                                      <p:cBhvr>
                                        <p:cTn id="165" dur="1" fill="hold">
                                          <p:stCondLst>
                                            <p:cond delay="0"/>
                                          </p:stCondLst>
                                        </p:cTn>
                                        <p:tgtEl>
                                          <p:spTgt spid="86062"/>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0"/>
                                          </p:stCondLst>
                                        </p:cTn>
                                        <p:tgtEl>
                                          <p:spTgt spid="86063"/>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nodeType="clickEffect">
                                  <p:stCondLst>
                                    <p:cond delay="0"/>
                                  </p:stCondLst>
                                  <p:childTnLst>
                                    <p:set>
                                      <p:cBhvr>
                                        <p:cTn id="173" dur="1" fill="hold">
                                          <p:stCondLst>
                                            <p:cond delay="0"/>
                                          </p:stCondLst>
                                        </p:cTn>
                                        <p:tgtEl>
                                          <p:spTgt spid="140"/>
                                        </p:tgtEl>
                                        <p:attrNameLst>
                                          <p:attrName>style.visibility</p:attrName>
                                        </p:attrNameLst>
                                      </p:cBhvr>
                                      <p:to>
                                        <p:strVal val="visible"/>
                                      </p:to>
                                    </p:set>
                                  </p:childTnLst>
                                </p:cTn>
                              </p:par>
                            </p:childTnLst>
                          </p:cTn>
                        </p:par>
                      </p:childTnLst>
                    </p:cTn>
                  </p:par>
                  <p:par>
                    <p:cTn id="174" fill="hold">
                      <p:stCondLst>
                        <p:cond delay="indefinite"/>
                      </p:stCondLst>
                      <p:childTnLst>
                        <p:par>
                          <p:cTn id="175" fill="hold">
                            <p:stCondLst>
                              <p:cond delay="0"/>
                            </p:stCondLst>
                            <p:childTnLst>
                              <p:par>
                                <p:cTn id="176" presetID="1" presetClass="entr" presetSubtype="0" fill="hold" grpId="0" nodeType="clickEffect">
                                  <p:stCondLst>
                                    <p:cond delay="0"/>
                                  </p:stCondLst>
                                  <p:childTnLst>
                                    <p:set>
                                      <p:cBhvr>
                                        <p:cTn id="177" dur="1" fill="hold">
                                          <p:stCondLst>
                                            <p:cond delay="0"/>
                                          </p:stCondLst>
                                        </p:cTn>
                                        <p:tgtEl>
                                          <p:spTgt spid="86064"/>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1" presetClass="entr" presetSubtype="0" fill="hold" grpId="0" nodeType="clickEffect">
                                  <p:stCondLst>
                                    <p:cond delay="0"/>
                                  </p:stCondLst>
                                  <p:childTnLst>
                                    <p:set>
                                      <p:cBhvr>
                                        <p:cTn id="181" dur="1" fill="hold">
                                          <p:stCondLst>
                                            <p:cond delay="0"/>
                                          </p:stCondLst>
                                        </p:cTn>
                                        <p:tgtEl>
                                          <p:spTgt spid="86065"/>
                                        </p:tgtEl>
                                        <p:attrNameLst>
                                          <p:attrName>style.visibility</p:attrName>
                                        </p:attrNameLst>
                                      </p:cBhvr>
                                      <p:to>
                                        <p:strVal val="visible"/>
                                      </p:to>
                                    </p:set>
                                  </p:childTnLst>
                                </p:cTn>
                              </p:par>
                            </p:childTnLst>
                          </p:cTn>
                        </p:par>
                      </p:childTnLst>
                    </p:cTn>
                  </p:par>
                  <p:par>
                    <p:cTn id="182" fill="hold">
                      <p:stCondLst>
                        <p:cond delay="indefinite"/>
                      </p:stCondLst>
                      <p:childTnLst>
                        <p:par>
                          <p:cTn id="183" fill="hold">
                            <p:stCondLst>
                              <p:cond delay="0"/>
                            </p:stCondLst>
                            <p:childTnLst>
                              <p:par>
                                <p:cTn id="184" presetID="1" presetClass="entr" presetSubtype="0" fill="hold" grpId="0" nodeType="clickEffect">
                                  <p:stCondLst>
                                    <p:cond delay="0"/>
                                  </p:stCondLst>
                                  <p:childTnLst>
                                    <p:set>
                                      <p:cBhvr>
                                        <p:cTn id="185" dur="1" fill="hold">
                                          <p:stCondLst>
                                            <p:cond delay="0"/>
                                          </p:stCondLst>
                                        </p:cTn>
                                        <p:tgtEl>
                                          <p:spTgt spid="86053"/>
                                        </p:tgtEl>
                                        <p:attrNameLst>
                                          <p:attrName>style.visibility</p:attrName>
                                        </p:attrNameLst>
                                      </p:cBhvr>
                                      <p:to>
                                        <p:strVal val="visible"/>
                                      </p:to>
                                    </p:set>
                                  </p:childTnLst>
                                </p:cTn>
                              </p:par>
                            </p:childTnLst>
                          </p:cTn>
                        </p:par>
                      </p:childTnLst>
                    </p:cTn>
                  </p:par>
                  <p:par>
                    <p:cTn id="186" fill="hold">
                      <p:stCondLst>
                        <p:cond delay="indefinite"/>
                      </p:stCondLst>
                      <p:childTnLst>
                        <p:par>
                          <p:cTn id="187" fill="hold">
                            <p:stCondLst>
                              <p:cond delay="0"/>
                            </p:stCondLst>
                            <p:childTnLst>
                              <p:par>
                                <p:cTn id="188" presetID="1" presetClass="entr" presetSubtype="0" fill="hold" grpId="0" nodeType="clickEffect">
                                  <p:stCondLst>
                                    <p:cond delay="0"/>
                                  </p:stCondLst>
                                  <p:childTnLst>
                                    <p:set>
                                      <p:cBhvr>
                                        <p:cTn id="189" dur="1" fill="hold">
                                          <p:stCondLst>
                                            <p:cond delay="0"/>
                                          </p:stCondLst>
                                        </p:cTn>
                                        <p:tgtEl>
                                          <p:spTgt spid="86054"/>
                                        </p:tgtEl>
                                        <p:attrNameLst>
                                          <p:attrName>style.visibility</p:attrName>
                                        </p:attrNameLst>
                                      </p:cBhvr>
                                      <p:to>
                                        <p:strVal val="visible"/>
                                      </p:to>
                                    </p:set>
                                  </p:childTnLst>
                                </p:cTn>
                              </p:par>
                            </p:childTnLst>
                          </p:cTn>
                        </p:par>
                      </p:childTnLst>
                    </p:cTn>
                  </p:par>
                  <p:par>
                    <p:cTn id="190" fill="hold">
                      <p:stCondLst>
                        <p:cond delay="indefinite"/>
                      </p:stCondLst>
                      <p:childTnLst>
                        <p:par>
                          <p:cTn id="191" fill="hold">
                            <p:stCondLst>
                              <p:cond delay="0"/>
                            </p:stCondLst>
                            <p:childTnLst>
                              <p:par>
                                <p:cTn id="192" presetID="1" presetClass="entr" presetSubtype="0" fill="hold" grpId="0" nodeType="clickEffect">
                                  <p:stCondLst>
                                    <p:cond delay="0"/>
                                  </p:stCondLst>
                                  <p:childTnLst>
                                    <p:set>
                                      <p:cBhvr>
                                        <p:cTn id="193" dur="1" fill="hold">
                                          <p:stCondLst>
                                            <p:cond delay="0"/>
                                          </p:stCondLst>
                                        </p:cTn>
                                        <p:tgtEl>
                                          <p:spTgt spid="86055"/>
                                        </p:tgtEl>
                                        <p:attrNameLst>
                                          <p:attrName>style.visibility</p:attrName>
                                        </p:attrNameLst>
                                      </p:cBhvr>
                                      <p:to>
                                        <p:strVal val="visible"/>
                                      </p:to>
                                    </p:set>
                                  </p:childTnLst>
                                </p:cTn>
                              </p:par>
                            </p:childTnLst>
                          </p:cTn>
                        </p:par>
                      </p:childTnLst>
                    </p:cTn>
                  </p:par>
                  <p:par>
                    <p:cTn id="194" fill="hold">
                      <p:stCondLst>
                        <p:cond delay="indefinite"/>
                      </p:stCondLst>
                      <p:childTnLst>
                        <p:par>
                          <p:cTn id="195" fill="hold">
                            <p:stCondLst>
                              <p:cond delay="0"/>
                            </p:stCondLst>
                            <p:childTnLst>
                              <p:par>
                                <p:cTn id="196" presetID="1" presetClass="entr" presetSubtype="0" fill="hold" grpId="0" nodeType="clickEffect">
                                  <p:stCondLst>
                                    <p:cond delay="0"/>
                                  </p:stCondLst>
                                  <p:childTnLst>
                                    <p:set>
                                      <p:cBhvr>
                                        <p:cTn id="197" dur="1" fill="hold">
                                          <p:stCondLst>
                                            <p:cond delay="0"/>
                                          </p:stCondLst>
                                        </p:cTn>
                                        <p:tgtEl>
                                          <p:spTgt spid="86056"/>
                                        </p:tgtEl>
                                        <p:attrNameLst>
                                          <p:attrName>style.visibility</p:attrName>
                                        </p:attrNameLst>
                                      </p:cBhvr>
                                      <p:to>
                                        <p:strVal val="visible"/>
                                      </p:to>
                                    </p:set>
                                  </p:childTnLst>
                                </p:cTn>
                              </p:par>
                            </p:childTnLst>
                          </p:cTn>
                        </p:par>
                      </p:childTnLst>
                    </p:cTn>
                  </p:par>
                  <p:par>
                    <p:cTn id="198" fill="hold">
                      <p:stCondLst>
                        <p:cond delay="indefinite"/>
                      </p:stCondLst>
                      <p:childTnLst>
                        <p:par>
                          <p:cTn id="199" fill="hold">
                            <p:stCondLst>
                              <p:cond delay="0"/>
                            </p:stCondLst>
                            <p:childTnLst>
                              <p:par>
                                <p:cTn id="200" presetID="1" presetClass="entr" presetSubtype="0" fill="hold" grpId="0" nodeType="clickEffect">
                                  <p:stCondLst>
                                    <p:cond delay="0"/>
                                  </p:stCondLst>
                                  <p:childTnLst>
                                    <p:set>
                                      <p:cBhvr>
                                        <p:cTn id="201" dur="1" fill="hold">
                                          <p:stCondLst>
                                            <p:cond delay="0"/>
                                          </p:stCondLst>
                                        </p:cTn>
                                        <p:tgtEl>
                                          <p:spTgt spid="86057"/>
                                        </p:tgtEl>
                                        <p:attrNameLst>
                                          <p:attrName>style.visibility</p:attrName>
                                        </p:attrNameLst>
                                      </p:cBhvr>
                                      <p:to>
                                        <p:strVal val="visible"/>
                                      </p:to>
                                    </p:set>
                                  </p:childTnLst>
                                </p:cTn>
                              </p:par>
                            </p:childTnLst>
                          </p:cTn>
                        </p:par>
                      </p:childTnLst>
                    </p:cTn>
                  </p:par>
                  <p:par>
                    <p:cTn id="202" fill="hold">
                      <p:stCondLst>
                        <p:cond delay="indefinite"/>
                      </p:stCondLst>
                      <p:childTnLst>
                        <p:par>
                          <p:cTn id="203" fill="hold">
                            <p:stCondLst>
                              <p:cond delay="0"/>
                            </p:stCondLst>
                            <p:childTnLst>
                              <p:par>
                                <p:cTn id="204" presetID="1" presetClass="entr" presetSubtype="0" fill="hold" grpId="0" nodeType="clickEffect">
                                  <p:stCondLst>
                                    <p:cond delay="0"/>
                                  </p:stCondLst>
                                  <p:childTnLst>
                                    <p:set>
                                      <p:cBhvr>
                                        <p:cTn id="205" dur="1" fill="hold">
                                          <p:stCondLst>
                                            <p:cond delay="0"/>
                                          </p:stCondLst>
                                        </p:cTn>
                                        <p:tgtEl>
                                          <p:spTgt spid="149"/>
                                        </p:tgtEl>
                                        <p:attrNameLst>
                                          <p:attrName>style.visibility</p:attrName>
                                        </p:attrNameLst>
                                      </p:cBhvr>
                                      <p:to>
                                        <p:strVal val="visible"/>
                                      </p:to>
                                    </p:set>
                                  </p:childTnLst>
                                </p:cTn>
                              </p:par>
                            </p:childTnLst>
                          </p:cTn>
                        </p:par>
                      </p:childTnLst>
                    </p:cTn>
                  </p:par>
                  <p:par>
                    <p:cTn id="206" fill="hold">
                      <p:stCondLst>
                        <p:cond delay="indefinite"/>
                      </p:stCondLst>
                      <p:childTnLst>
                        <p:par>
                          <p:cTn id="207" fill="hold">
                            <p:stCondLst>
                              <p:cond delay="0"/>
                            </p:stCondLst>
                            <p:childTnLst>
                              <p:par>
                                <p:cTn id="208" presetID="1" presetClass="entr" presetSubtype="0" fill="hold" grpId="0" nodeType="clickEffect">
                                  <p:stCondLst>
                                    <p:cond delay="0"/>
                                  </p:stCondLst>
                                  <p:childTnLst>
                                    <p:set>
                                      <p:cBhvr>
                                        <p:cTn id="209" dur="1" fill="hold">
                                          <p:stCondLst>
                                            <p:cond delay="0"/>
                                          </p:stCondLst>
                                        </p:cTn>
                                        <p:tgtEl>
                                          <p:spTgt spid="86058"/>
                                        </p:tgtEl>
                                        <p:attrNameLst>
                                          <p:attrName>style.visibility</p:attrName>
                                        </p:attrNameLst>
                                      </p:cBhvr>
                                      <p:to>
                                        <p:strVal val="visible"/>
                                      </p:to>
                                    </p:set>
                                  </p:childTnLst>
                                </p:cTn>
                              </p:par>
                            </p:childTnLst>
                          </p:cTn>
                        </p:par>
                      </p:childTnLst>
                    </p:cTn>
                  </p:par>
                  <p:par>
                    <p:cTn id="210" fill="hold">
                      <p:stCondLst>
                        <p:cond delay="indefinite"/>
                      </p:stCondLst>
                      <p:childTnLst>
                        <p:par>
                          <p:cTn id="211" fill="hold">
                            <p:stCondLst>
                              <p:cond delay="0"/>
                            </p:stCondLst>
                            <p:childTnLst>
                              <p:par>
                                <p:cTn id="212" presetID="1" presetClass="entr" presetSubtype="0" fill="hold" grpId="0" nodeType="clickEffect">
                                  <p:stCondLst>
                                    <p:cond delay="0"/>
                                  </p:stCondLst>
                                  <p:childTnLst>
                                    <p:set>
                                      <p:cBhvr>
                                        <p:cTn id="213" dur="1" fill="hold">
                                          <p:stCondLst>
                                            <p:cond delay="0"/>
                                          </p:stCondLst>
                                        </p:cTn>
                                        <p:tgtEl>
                                          <p:spTgt spid="86052"/>
                                        </p:tgtEl>
                                        <p:attrNameLst>
                                          <p:attrName>style.visibility</p:attrName>
                                        </p:attrNameLst>
                                      </p:cBhvr>
                                      <p:to>
                                        <p:strVal val="visible"/>
                                      </p:to>
                                    </p:set>
                                  </p:childTnLst>
                                </p:cTn>
                              </p:par>
                            </p:childTnLst>
                          </p:cTn>
                        </p:par>
                      </p:childTnLst>
                    </p:cTn>
                  </p:par>
                  <p:par>
                    <p:cTn id="214" fill="hold">
                      <p:stCondLst>
                        <p:cond delay="indefinite"/>
                      </p:stCondLst>
                      <p:childTnLst>
                        <p:par>
                          <p:cTn id="215" fill="hold">
                            <p:stCondLst>
                              <p:cond delay="0"/>
                            </p:stCondLst>
                            <p:childTnLst>
                              <p:par>
                                <p:cTn id="216" presetID="1" presetClass="entr" presetSubtype="0" fill="hold" grpId="0" nodeType="clickEffect">
                                  <p:stCondLst>
                                    <p:cond delay="0"/>
                                  </p:stCondLst>
                                  <p:childTnLst>
                                    <p:set>
                                      <p:cBhvr>
                                        <p:cTn id="217" dur="1" fill="hold">
                                          <p:stCondLst>
                                            <p:cond delay="0"/>
                                          </p:stCondLst>
                                        </p:cTn>
                                        <p:tgtEl>
                                          <p:spTgt spid="86097"/>
                                        </p:tgtEl>
                                        <p:attrNameLst>
                                          <p:attrName>style.visibility</p:attrName>
                                        </p:attrNameLst>
                                      </p:cBhvr>
                                      <p:to>
                                        <p:strVal val="visible"/>
                                      </p:to>
                                    </p:set>
                                  </p:childTnLst>
                                </p:cTn>
                              </p:par>
                              <p:par>
                                <p:cTn id="218" presetID="1" presetClass="entr" presetSubtype="0" fill="hold" grpId="0" nodeType="withEffect">
                                  <p:stCondLst>
                                    <p:cond delay="0"/>
                                  </p:stCondLst>
                                  <p:childTnLst>
                                    <p:set>
                                      <p:cBhvr>
                                        <p:cTn id="219" dur="1" fill="hold">
                                          <p:stCondLst>
                                            <p:cond delay="0"/>
                                          </p:stCondLst>
                                        </p:cTn>
                                        <p:tgtEl>
                                          <p:spTgt spid="86098"/>
                                        </p:tgtEl>
                                        <p:attrNameLst>
                                          <p:attrName>style.visibility</p:attrName>
                                        </p:attrNameLst>
                                      </p:cBhvr>
                                      <p:to>
                                        <p:strVal val="visible"/>
                                      </p:to>
                                    </p:set>
                                  </p:childTnLst>
                                </p:cTn>
                              </p:par>
                            </p:childTnLst>
                          </p:cTn>
                        </p:par>
                      </p:childTnLst>
                    </p:cTn>
                  </p:par>
                  <p:par>
                    <p:cTn id="220" fill="hold">
                      <p:stCondLst>
                        <p:cond delay="indefinite"/>
                      </p:stCondLst>
                      <p:childTnLst>
                        <p:par>
                          <p:cTn id="221" fill="hold">
                            <p:stCondLst>
                              <p:cond delay="0"/>
                            </p:stCondLst>
                            <p:childTnLst>
                              <p:par>
                                <p:cTn id="222" presetID="1" presetClass="entr" presetSubtype="0" fill="hold" grpId="0" nodeType="clickEffect">
                                  <p:stCondLst>
                                    <p:cond delay="0"/>
                                  </p:stCondLst>
                                  <p:childTnLst>
                                    <p:set>
                                      <p:cBhvr>
                                        <p:cTn id="223" dur="1" fill="hold">
                                          <p:stCondLst>
                                            <p:cond delay="0"/>
                                          </p:stCondLst>
                                        </p:cTn>
                                        <p:tgtEl>
                                          <p:spTgt spid="86042"/>
                                        </p:tgtEl>
                                        <p:attrNameLst>
                                          <p:attrName>style.visibility</p:attrName>
                                        </p:attrNameLst>
                                      </p:cBhvr>
                                      <p:to>
                                        <p:strVal val="visible"/>
                                      </p:to>
                                    </p:set>
                                  </p:childTnLst>
                                </p:cTn>
                              </p:par>
                            </p:childTnLst>
                          </p:cTn>
                        </p:par>
                      </p:childTnLst>
                    </p:cTn>
                  </p:par>
                  <p:par>
                    <p:cTn id="224" fill="hold">
                      <p:stCondLst>
                        <p:cond delay="indefinite"/>
                      </p:stCondLst>
                      <p:childTnLst>
                        <p:par>
                          <p:cTn id="225" fill="hold">
                            <p:stCondLst>
                              <p:cond delay="0"/>
                            </p:stCondLst>
                            <p:childTnLst>
                              <p:par>
                                <p:cTn id="226" presetID="1" presetClass="entr" presetSubtype="0" fill="hold" grpId="0" nodeType="clickEffect">
                                  <p:stCondLst>
                                    <p:cond delay="0"/>
                                  </p:stCondLst>
                                  <p:childTnLst>
                                    <p:set>
                                      <p:cBhvr>
                                        <p:cTn id="227" dur="1" fill="hold">
                                          <p:stCondLst>
                                            <p:cond delay="0"/>
                                          </p:stCondLst>
                                        </p:cTn>
                                        <p:tgtEl>
                                          <p:spTgt spid="153"/>
                                        </p:tgtEl>
                                        <p:attrNameLst>
                                          <p:attrName>style.visibility</p:attrName>
                                        </p:attrNameLst>
                                      </p:cBhvr>
                                      <p:to>
                                        <p:strVal val="visible"/>
                                      </p:to>
                                    </p:set>
                                  </p:childTnLst>
                                </p:cTn>
                              </p:par>
                            </p:childTnLst>
                          </p:cTn>
                        </p:par>
                      </p:childTnLst>
                    </p:cTn>
                  </p:par>
                  <p:par>
                    <p:cTn id="228" fill="hold">
                      <p:stCondLst>
                        <p:cond delay="indefinite"/>
                      </p:stCondLst>
                      <p:childTnLst>
                        <p:par>
                          <p:cTn id="229" fill="hold">
                            <p:stCondLst>
                              <p:cond delay="0"/>
                            </p:stCondLst>
                            <p:childTnLst>
                              <p:par>
                                <p:cTn id="230" presetID="1" presetClass="entr" presetSubtype="0" fill="hold" grpId="0" nodeType="clickEffect">
                                  <p:stCondLst>
                                    <p:cond delay="0"/>
                                  </p:stCondLst>
                                  <p:childTnLst>
                                    <p:set>
                                      <p:cBhvr>
                                        <p:cTn id="231" dur="1" fill="hold">
                                          <p:stCondLst>
                                            <p:cond delay="0"/>
                                          </p:stCondLst>
                                        </p:cTn>
                                        <p:tgtEl>
                                          <p:spTgt spid="86044"/>
                                        </p:tgtEl>
                                        <p:attrNameLst>
                                          <p:attrName>style.visibility</p:attrName>
                                        </p:attrNameLst>
                                      </p:cBhvr>
                                      <p:to>
                                        <p:strVal val="visible"/>
                                      </p:to>
                                    </p:set>
                                  </p:childTnLst>
                                </p:cTn>
                              </p:par>
                            </p:childTnLst>
                          </p:cTn>
                        </p:par>
                      </p:childTnLst>
                    </p:cTn>
                  </p:par>
                  <p:par>
                    <p:cTn id="232" fill="hold">
                      <p:stCondLst>
                        <p:cond delay="indefinite"/>
                      </p:stCondLst>
                      <p:childTnLst>
                        <p:par>
                          <p:cTn id="233" fill="hold">
                            <p:stCondLst>
                              <p:cond delay="0"/>
                            </p:stCondLst>
                            <p:childTnLst>
                              <p:par>
                                <p:cTn id="234" presetID="1" presetClass="entr" presetSubtype="0" fill="hold" grpId="0" nodeType="clickEffect">
                                  <p:stCondLst>
                                    <p:cond delay="0"/>
                                  </p:stCondLst>
                                  <p:childTnLst>
                                    <p:set>
                                      <p:cBhvr>
                                        <p:cTn id="235" dur="1" fill="hold">
                                          <p:stCondLst>
                                            <p:cond delay="0"/>
                                          </p:stCondLst>
                                        </p:cTn>
                                        <p:tgtEl>
                                          <p:spTgt spid="86045"/>
                                        </p:tgtEl>
                                        <p:attrNameLst>
                                          <p:attrName>style.visibility</p:attrName>
                                        </p:attrNameLst>
                                      </p:cBhvr>
                                      <p:to>
                                        <p:strVal val="visible"/>
                                      </p:to>
                                    </p:set>
                                  </p:childTnLst>
                                </p:cTn>
                              </p:par>
                            </p:childTnLst>
                          </p:cTn>
                        </p:par>
                      </p:childTnLst>
                    </p:cTn>
                  </p:par>
                  <p:par>
                    <p:cTn id="236" fill="hold">
                      <p:stCondLst>
                        <p:cond delay="indefinite"/>
                      </p:stCondLst>
                      <p:childTnLst>
                        <p:par>
                          <p:cTn id="237" fill="hold">
                            <p:stCondLst>
                              <p:cond delay="0"/>
                            </p:stCondLst>
                            <p:childTnLst>
                              <p:par>
                                <p:cTn id="238" presetID="1" presetClass="entr" presetSubtype="0" fill="hold" grpId="0" nodeType="clickEffect">
                                  <p:stCondLst>
                                    <p:cond delay="0"/>
                                  </p:stCondLst>
                                  <p:childTnLst>
                                    <p:set>
                                      <p:cBhvr>
                                        <p:cTn id="239" dur="1" fill="hold">
                                          <p:stCondLst>
                                            <p:cond delay="0"/>
                                          </p:stCondLst>
                                        </p:cTn>
                                        <p:tgtEl>
                                          <p:spTgt spid="86046"/>
                                        </p:tgtEl>
                                        <p:attrNameLst>
                                          <p:attrName>style.visibility</p:attrName>
                                        </p:attrNameLst>
                                      </p:cBhvr>
                                      <p:to>
                                        <p:strVal val="visible"/>
                                      </p:to>
                                    </p:set>
                                  </p:childTnLst>
                                </p:cTn>
                              </p:par>
                            </p:childTnLst>
                          </p:cTn>
                        </p:par>
                      </p:childTnLst>
                    </p:cTn>
                  </p:par>
                  <p:par>
                    <p:cTn id="240" fill="hold">
                      <p:stCondLst>
                        <p:cond delay="indefinite"/>
                      </p:stCondLst>
                      <p:childTnLst>
                        <p:par>
                          <p:cTn id="241" fill="hold">
                            <p:stCondLst>
                              <p:cond delay="0"/>
                            </p:stCondLst>
                            <p:childTnLst>
                              <p:par>
                                <p:cTn id="242" presetID="1" presetClass="entr" presetSubtype="0" fill="hold" grpId="0" nodeType="clickEffect">
                                  <p:stCondLst>
                                    <p:cond delay="0"/>
                                  </p:stCondLst>
                                  <p:childTnLst>
                                    <p:set>
                                      <p:cBhvr>
                                        <p:cTn id="243" dur="1" fill="hold">
                                          <p:stCondLst>
                                            <p:cond delay="0"/>
                                          </p:stCondLst>
                                        </p:cTn>
                                        <p:tgtEl>
                                          <p:spTgt spid="86047"/>
                                        </p:tgtEl>
                                        <p:attrNameLst>
                                          <p:attrName>style.visibility</p:attrName>
                                        </p:attrNameLst>
                                      </p:cBhvr>
                                      <p:to>
                                        <p:strVal val="visible"/>
                                      </p:to>
                                    </p:set>
                                  </p:childTnLst>
                                </p:cTn>
                              </p:par>
                            </p:childTnLst>
                          </p:cTn>
                        </p:par>
                      </p:childTnLst>
                    </p:cTn>
                  </p:par>
                  <p:par>
                    <p:cTn id="244" fill="hold">
                      <p:stCondLst>
                        <p:cond delay="indefinite"/>
                      </p:stCondLst>
                      <p:childTnLst>
                        <p:par>
                          <p:cTn id="245" fill="hold">
                            <p:stCondLst>
                              <p:cond delay="0"/>
                            </p:stCondLst>
                            <p:childTnLst>
                              <p:par>
                                <p:cTn id="246" presetID="1" presetClass="entr" presetSubtype="0" fill="hold" grpId="0" nodeType="clickEffect">
                                  <p:stCondLst>
                                    <p:cond delay="0"/>
                                  </p:stCondLst>
                                  <p:childTnLst>
                                    <p:set>
                                      <p:cBhvr>
                                        <p:cTn id="247" dur="1" fill="hold">
                                          <p:stCondLst>
                                            <p:cond delay="0"/>
                                          </p:stCondLst>
                                        </p:cTn>
                                        <p:tgtEl>
                                          <p:spTgt spid="86048"/>
                                        </p:tgtEl>
                                        <p:attrNameLst>
                                          <p:attrName>style.visibility</p:attrName>
                                        </p:attrNameLst>
                                      </p:cBhvr>
                                      <p:to>
                                        <p:strVal val="visible"/>
                                      </p:to>
                                    </p:set>
                                  </p:childTnLst>
                                </p:cTn>
                              </p:par>
                            </p:childTnLst>
                          </p:cTn>
                        </p:par>
                      </p:childTnLst>
                    </p:cTn>
                  </p:par>
                  <p:par>
                    <p:cTn id="248" fill="hold">
                      <p:stCondLst>
                        <p:cond delay="indefinite"/>
                      </p:stCondLst>
                      <p:childTnLst>
                        <p:par>
                          <p:cTn id="249" fill="hold">
                            <p:stCondLst>
                              <p:cond delay="0"/>
                            </p:stCondLst>
                            <p:childTnLst>
                              <p:par>
                                <p:cTn id="250" presetID="1" presetClass="entr" presetSubtype="0" fill="hold" grpId="0" nodeType="clickEffect">
                                  <p:stCondLst>
                                    <p:cond delay="0"/>
                                  </p:stCondLst>
                                  <p:childTnLst>
                                    <p:set>
                                      <p:cBhvr>
                                        <p:cTn id="251" dur="1" fill="hold">
                                          <p:stCondLst>
                                            <p:cond delay="0"/>
                                          </p:stCondLst>
                                        </p:cTn>
                                        <p:tgtEl>
                                          <p:spTgt spid="86049"/>
                                        </p:tgtEl>
                                        <p:attrNameLst>
                                          <p:attrName>style.visibility</p:attrName>
                                        </p:attrNameLst>
                                      </p:cBhvr>
                                      <p:to>
                                        <p:strVal val="visible"/>
                                      </p:to>
                                    </p:set>
                                  </p:childTnLst>
                                </p:cTn>
                              </p:par>
                            </p:childTnLst>
                          </p:cTn>
                        </p:par>
                      </p:childTnLst>
                    </p:cTn>
                  </p:par>
                  <p:par>
                    <p:cTn id="252" fill="hold">
                      <p:stCondLst>
                        <p:cond delay="indefinite"/>
                      </p:stCondLst>
                      <p:childTnLst>
                        <p:par>
                          <p:cTn id="253" fill="hold">
                            <p:stCondLst>
                              <p:cond delay="0"/>
                            </p:stCondLst>
                            <p:childTnLst>
                              <p:par>
                                <p:cTn id="254" presetID="1" presetClass="entr" presetSubtype="0" fill="hold" grpId="0" nodeType="clickEffect">
                                  <p:stCondLst>
                                    <p:cond delay="0"/>
                                  </p:stCondLst>
                                  <p:childTnLst>
                                    <p:set>
                                      <p:cBhvr>
                                        <p:cTn id="255" dur="1" fill="hold">
                                          <p:stCondLst>
                                            <p:cond delay="0"/>
                                          </p:stCondLst>
                                        </p:cTn>
                                        <p:tgtEl>
                                          <p:spTgt spid="86050"/>
                                        </p:tgtEl>
                                        <p:attrNameLst>
                                          <p:attrName>style.visibility</p:attrName>
                                        </p:attrNameLst>
                                      </p:cBhvr>
                                      <p:to>
                                        <p:strVal val="visible"/>
                                      </p:to>
                                    </p:set>
                                  </p:childTnLst>
                                </p:cTn>
                              </p:par>
                            </p:childTnLst>
                          </p:cTn>
                        </p:par>
                      </p:childTnLst>
                    </p:cTn>
                  </p:par>
                  <p:par>
                    <p:cTn id="256" fill="hold">
                      <p:stCondLst>
                        <p:cond delay="indefinite"/>
                      </p:stCondLst>
                      <p:childTnLst>
                        <p:par>
                          <p:cTn id="257" fill="hold">
                            <p:stCondLst>
                              <p:cond delay="0"/>
                            </p:stCondLst>
                            <p:childTnLst>
                              <p:par>
                                <p:cTn id="258" presetID="1" presetClass="entr" presetSubtype="0" fill="hold" grpId="0" nodeType="clickEffect">
                                  <p:stCondLst>
                                    <p:cond delay="0"/>
                                  </p:stCondLst>
                                  <p:childTnLst>
                                    <p:set>
                                      <p:cBhvr>
                                        <p:cTn id="259" dur="1" fill="hold">
                                          <p:stCondLst>
                                            <p:cond delay="0"/>
                                          </p:stCondLst>
                                        </p:cTn>
                                        <p:tgtEl>
                                          <p:spTgt spid="86051"/>
                                        </p:tgtEl>
                                        <p:attrNameLst>
                                          <p:attrName>style.visibility</p:attrName>
                                        </p:attrNameLst>
                                      </p:cBhvr>
                                      <p:to>
                                        <p:strVal val="visible"/>
                                      </p:to>
                                    </p:set>
                                  </p:childTnLst>
                                </p:cTn>
                              </p:par>
                            </p:childTnLst>
                          </p:cTn>
                        </p:par>
                      </p:childTnLst>
                    </p:cTn>
                  </p:par>
                  <p:par>
                    <p:cTn id="260" fill="hold">
                      <p:stCondLst>
                        <p:cond delay="indefinite"/>
                      </p:stCondLst>
                      <p:childTnLst>
                        <p:par>
                          <p:cTn id="261" fill="hold">
                            <p:stCondLst>
                              <p:cond delay="0"/>
                            </p:stCondLst>
                            <p:childTnLst>
                              <p:par>
                                <p:cTn id="262" presetID="1" presetClass="entr" presetSubtype="0" fill="hold" nodeType="clickEffect">
                                  <p:stCondLst>
                                    <p:cond delay="0"/>
                                  </p:stCondLst>
                                  <p:childTnLst>
                                    <p:set>
                                      <p:cBhvr>
                                        <p:cTn id="263" dur="1" fill="hold">
                                          <p:stCondLst>
                                            <p:cond delay="0"/>
                                          </p:stCondLst>
                                        </p:cTn>
                                        <p:tgtEl>
                                          <p:spTgt spid="14"/>
                                        </p:tgtEl>
                                        <p:attrNameLst>
                                          <p:attrName>style.visibility</p:attrName>
                                        </p:attrNameLst>
                                      </p:cBhvr>
                                      <p:to>
                                        <p:strVal val="visible"/>
                                      </p:to>
                                    </p:set>
                                  </p:childTnLst>
                                </p:cTn>
                              </p:par>
                            </p:childTnLst>
                          </p:cTn>
                        </p:par>
                      </p:childTnLst>
                    </p:cTn>
                  </p:par>
                  <p:par>
                    <p:cTn id="264" fill="hold">
                      <p:stCondLst>
                        <p:cond delay="indefinite"/>
                      </p:stCondLst>
                      <p:childTnLst>
                        <p:par>
                          <p:cTn id="265" fill="hold">
                            <p:stCondLst>
                              <p:cond delay="0"/>
                            </p:stCondLst>
                            <p:childTnLst>
                              <p:par>
                                <p:cTn id="266" presetID="1" presetClass="entr" presetSubtype="0" fill="hold" grpId="0" nodeType="clickEffect">
                                  <p:stCondLst>
                                    <p:cond delay="0"/>
                                  </p:stCondLst>
                                  <p:childTnLst>
                                    <p:set>
                                      <p:cBhvr>
                                        <p:cTn id="267" dur="1" fill="hold">
                                          <p:stCondLst>
                                            <p:cond delay="0"/>
                                          </p:stCondLst>
                                        </p:cTn>
                                        <p:tgtEl>
                                          <p:spTgt spid="860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p:bldP spid="86023" grpId="0"/>
      <p:bldP spid="86024" grpId="0"/>
      <p:bldP spid="86025" grpId="0" animBg="1"/>
      <p:bldP spid="86026" grpId="0"/>
      <p:bldP spid="86027" grpId="0"/>
      <p:bldP spid="86028" grpId="0"/>
      <p:bldP spid="86029" grpId="0"/>
      <p:bldP spid="86030" grpId="0"/>
      <p:bldP spid="86031" grpId="0"/>
      <p:bldP spid="86032" grpId="0"/>
      <p:bldP spid="86033" grpId="0"/>
      <p:bldP spid="86052" grpId="0" animBg="1"/>
      <p:bldP spid="86053" grpId="0"/>
      <p:bldP spid="86054" grpId="0"/>
      <p:bldP spid="86055" grpId="0"/>
      <p:bldP spid="86056" grpId="0"/>
      <p:bldP spid="86057" grpId="0"/>
      <p:bldP spid="86058" grpId="0"/>
      <p:bldP spid="86059" grpId="0"/>
      <p:bldP spid="86060" grpId="0"/>
      <p:bldP spid="86061" grpId="0"/>
      <p:bldP spid="86062" grpId="0"/>
      <p:bldP spid="86063" grpId="0"/>
      <p:bldP spid="86064" grpId="0"/>
      <p:bldP spid="86065" grpId="0"/>
      <p:bldP spid="86066" grpId="0"/>
      <p:bldP spid="86067" grpId="0"/>
      <p:bldP spid="86068" grpId="0"/>
      <p:bldP spid="86069" grpId="0"/>
      <p:bldP spid="86070" grpId="0"/>
      <p:bldP spid="86071" grpId="0"/>
      <p:bldP spid="86072" grpId="0"/>
      <p:bldP spid="86073" grpId="0"/>
      <p:bldP spid="86075" grpId="0"/>
      <p:bldP spid="86076" grpId="0"/>
      <p:bldP spid="86077" grpId="0"/>
      <p:bldP spid="86078" grpId="0"/>
      <p:bldP spid="86079" grpId="0"/>
      <p:bldP spid="86080" grpId="0"/>
      <p:bldP spid="86081" grpId="0"/>
      <p:bldP spid="86082" grpId="0"/>
      <p:bldP spid="86083" grpId="0"/>
      <p:bldP spid="86097" grpId="0"/>
      <p:bldP spid="86098" grpId="0"/>
      <p:bldP spid="83" grpId="0"/>
      <p:bldP spid="2" grpId="0"/>
      <p:bldP spid="149" grpId="0" animBg="1"/>
      <p:bldP spid="86042" grpId="0"/>
      <p:bldP spid="86044" grpId="0"/>
      <p:bldP spid="86045" grpId="0"/>
      <p:bldP spid="86046" grpId="0"/>
      <p:bldP spid="86047" grpId="0"/>
      <p:bldP spid="86048" grpId="0"/>
      <p:bldP spid="86049" grpId="0"/>
      <p:bldP spid="86050" grpId="0"/>
      <p:bldP spid="86051" grpId="0"/>
      <p:bldP spid="15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12C89C-B796-AE68-2E0B-0261F0128A61}"/>
              </a:ext>
            </a:extLst>
          </p:cNvPr>
          <p:cNvSpPr txBox="1"/>
          <p:nvPr/>
        </p:nvSpPr>
        <p:spPr>
          <a:xfrm>
            <a:off x="544068" y="1106299"/>
            <a:ext cx="8055864" cy="1569660"/>
          </a:xfrm>
          <a:prstGeom prst="rect">
            <a:avLst/>
          </a:prstGeom>
          <a:noFill/>
        </p:spPr>
        <p:txBody>
          <a:bodyPr wrap="square">
            <a:spAutoFit/>
          </a:bodyPr>
          <a:lstStyle/>
          <a:p>
            <a:pPr>
              <a:buNone/>
            </a:pPr>
            <a:r>
              <a:rPr lang="en-US" sz="1600" b="1" dirty="0">
                <a:solidFill>
                  <a:schemeClr val="tx1"/>
                </a:solidFill>
              </a:rPr>
              <a:t>Sign Extension</a:t>
            </a:r>
          </a:p>
          <a:p>
            <a:pPr>
              <a:buNone/>
            </a:pPr>
            <a:r>
              <a:rPr lang="en-US" sz="1600" dirty="0">
                <a:solidFill>
                  <a:schemeClr val="tx1"/>
                </a:solidFill>
              </a:rPr>
              <a:t>To handle signed multiplication using the same method as unsigned multiplication, the negative multiplicand is </a:t>
            </a:r>
            <a:r>
              <a:rPr lang="en-US" sz="1600" b="1" dirty="0">
                <a:solidFill>
                  <a:schemeClr val="tx1"/>
                </a:solidFill>
              </a:rPr>
              <a:t>sign-extended</a:t>
            </a:r>
            <a:r>
              <a:rPr lang="en-US" sz="1600" dirty="0">
                <a:solidFill>
                  <a:schemeClr val="tx1"/>
                </a:solidFill>
              </a:rPr>
              <a:t>. That means its sign bit (</a:t>
            </a:r>
            <a:r>
              <a:rPr lang="en-US" sz="1600" dirty="0">
                <a:solidFill>
                  <a:schemeClr val="tx1"/>
                </a:solidFill>
                <a:latin typeface="Courier New" panose="02070309020205020404" pitchFamily="49" charset="0"/>
              </a:rPr>
              <a:t>1</a:t>
            </a:r>
            <a:r>
              <a:rPr lang="en-US" sz="1600" dirty="0">
                <a:solidFill>
                  <a:schemeClr val="tx1"/>
                </a:solidFill>
              </a:rPr>
              <a:t> for negative) is replicated across the extended bits to preserve its value during the shift-and-add process.</a:t>
            </a:r>
          </a:p>
          <a:p>
            <a:pPr>
              <a:buNone/>
            </a:pPr>
            <a:r>
              <a:rPr lang="en-US" sz="1600" dirty="0">
                <a:solidFill>
                  <a:schemeClr val="tx1"/>
                </a:solidFill>
              </a:rPr>
              <a:t>So, </a:t>
            </a:r>
            <a:r>
              <a:rPr lang="en-US" sz="1600" dirty="0">
                <a:solidFill>
                  <a:schemeClr val="tx1"/>
                </a:solidFill>
                <a:latin typeface="Courier New" panose="02070309020205020404" pitchFamily="49" charset="0"/>
              </a:rPr>
              <a:t>10011</a:t>
            </a:r>
            <a:r>
              <a:rPr lang="en-US" sz="1600" dirty="0">
                <a:solidFill>
                  <a:schemeClr val="tx1"/>
                </a:solidFill>
              </a:rPr>
              <a:t> becomes </a:t>
            </a:r>
            <a:r>
              <a:rPr lang="en-US" sz="1600" dirty="0">
                <a:solidFill>
                  <a:schemeClr val="tx1"/>
                </a:solidFill>
                <a:latin typeface="Courier New" panose="02070309020205020404" pitchFamily="49" charset="0"/>
              </a:rPr>
              <a:t>111110011</a:t>
            </a:r>
            <a:r>
              <a:rPr lang="en-US" sz="1600" dirty="0">
                <a:solidFill>
                  <a:schemeClr val="tx1"/>
                </a:solidFill>
              </a:rPr>
              <a:t> (extended to 9 bits).</a:t>
            </a:r>
          </a:p>
        </p:txBody>
      </p:sp>
      <p:sp>
        <p:nvSpPr>
          <p:cNvPr id="7" name="TextBox 6">
            <a:extLst>
              <a:ext uri="{FF2B5EF4-FFF2-40B4-BE49-F238E27FC236}">
                <a16:creationId xmlns:a16="http://schemas.microsoft.com/office/drawing/2014/main" id="{96B1C93F-F35B-E798-ABB8-878CA444B18A}"/>
              </a:ext>
            </a:extLst>
          </p:cNvPr>
          <p:cNvSpPr txBox="1"/>
          <p:nvPr/>
        </p:nvSpPr>
        <p:spPr>
          <a:xfrm>
            <a:off x="544068" y="2922181"/>
            <a:ext cx="8339328" cy="2554545"/>
          </a:xfrm>
          <a:prstGeom prst="rect">
            <a:avLst/>
          </a:prstGeom>
          <a:noFill/>
        </p:spPr>
        <p:txBody>
          <a:bodyPr wrap="square">
            <a:spAutoFit/>
          </a:bodyPr>
          <a:lstStyle/>
          <a:p>
            <a:pPr>
              <a:buNone/>
            </a:pPr>
            <a:r>
              <a:rPr lang="en-US" sz="1600" b="1" dirty="0">
                <a:solidFill>
                  <a:schemeClr val="tx1"/>
                </a:solidFill>
              </a:rPr>
              <a:t>Partial Products</a:t>
            </a:r>
          </a:p>
          <a:p>
            <a:pPr>
              <a:buNone/>
            </a:pPr>
            <a:r>
              <a:rPr lang="en-US" sz="1600" dirty="0">
                <a:solidFill>
                  <a:schemeClr val="tx1"/>
                </a:solidFill>
              </a:rPr>
              <a:t>Each bit of the multiplier is used to generate a partial product:</a:t>
            </a:r>
          </a:p>
          <a:p>
            <a:pPr>
              <a:buFont typeface="Arial" panose="020B0604020202020204" pitchFamily="34" charset="0"/>
              <a:buChar char="•"/>
            </a:pPr>
            <a:r>
              <a:rPr lang="en-US" sz="1600" dirty="0">
                <a:solidFill>
                  <a:schemeClr val="tx1"/>
                </a:solidFill>
              </a:rPr>
              <a:t>If the bit is </a:t>
            </a:r>
            <a:r>
              <a:rPr lang="en-US" sz="1600" dirty="0">
                <a:solidFill>
                  <a:schemeClr val="tx1"/>
                </a:solidFill>
                <a:latin typeface="Courier New" panose="02070309020205020404" pitchFamily="49" charset="0"/>
              </a:rPr>
              <a:t>1</a:t>
            </a:r>
            <a:r>
              <a:rPr lang="en-US" sz="1600" dirty="0">
                <a:solidFill>
                  <a:schemeClr val="tx1"/>
                </a:solidFill>
              </a:rPr>
              <a:t>, the extended multiplicand is added.</a:t>
            </a:r>
          </a:p>
          <a:p>
            <a:pPr>
              <a:buFont typeface="Arial" panose="020B0604020202020204" pitchFamily="34" charset="0"/>
              <a:buChar char="•"/>
            </a:pPr>
            <a:r>
              <a:rPr lang="en-US" sz="1600" dirty="0">
                <a:solidFill>
                  <a:schemeClr val="tx1"/>
                </a:solidFill>
              </a:rPr>
              <a:t>If the bit is </a:t>
            </a:r>
            <a:r>
              <a:rPr lang="en-US" sz="1600" dirty="0">
                <a:solidFill>
                  <a:schemeClr val="tx1"/>
                </a:solidFill>
                <a:latin typeface="Courier New" panose="02070309020205020404" pitchFamily="49" charset="0"/>
              </a:rPr>
              <a:t>0</a:t>
            </a:r>
            <a:r>
              <a:rPr lang="en-US" sz="1600" dirty="0">
                <a:solidFill>
                  <a:schemeClr val="tx1"/>
                </a:solidFill>
              </a:rPr>
              <a:t>, a row of zeros is added. Each partial product is shifted left according to its bit position.</a:t>
            </a:r>
          </a:p>
          <a:p>
            <a:pPr>
              <a:buFont typeface="Arial" panose="020B0604020202020204" pitchFamily="34" charset="0"/>
              <a:buChar char="•"/>
            </a:pPr>
            <a:endParaRPr lang="en-US" sz="1600" dirty="0">
              <a:solidFill>
                <a:schemeClr val="tx1"/>
              </a:solidFill>
            </a:endParaRPr>
          </a:p>
          <a:p>
            <a:pPr>
              <a:buNone/>
            </a:pPr>
            <a:r>
              <a:rPr lang="en-US" sz="1600" b="1" dirty="0">
                <a:solidFill>
                  <a:schemeClr val="tx1"/>
                </a:solidFill>
              </a:rPr>
              <a:t>Summation</a:t>
            </a:r>
          </a:p>
          <a:p>
            <a:pPr>
              <a:buNone/>
            </a:pPr>
            <a:r>
              <a:rPr lang="en-US" sz="1600" dirty="0">
                <a:solidFill>
                  <a:schemeClr val="tx1"/>
                </a:solidFill>
              </a:rPr>
              <a:t>All partial products are added together, just like in unsigned multiplication. Because the multiplicand was sign-extended, the result correctly reflects the signed nature of the operation.</a:t>
            </a:r>
          </a:p>
        </p:txBody>
      </p:sp>
    </p:spTree>
    <p:extLst>
      <p:ext uri="{BB962C8B-B14F-4D97-AF65-F5344CB8AC3E}">
        <p14:creationId xmlns:p14="http://schemas.microsoft.com/office/powerpoint/2010/main" val="4109750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5460394-C09D-C54D-CFED-35BA1C16978C}"/>
                  </a:ext>
                </a:extLst>
              </p:cNvPr>
              <p:cNvSpPr txBox="1"/>
              <p:nvPr/>
            </p:nvSpPr>
            <p:spPr>
              <a:xfrm>
                <a:off x="786384" y="1409391"/>
                <a:ext cx="7891272" cy="2031325"/>
              </a:xfrm>
              <a:prstGeom prst="rect">
                <a:avLst/>
              </a:prstGeom>
              <a:noFill/>
            </p:spPr>
            <p:txBody>
              <a:bodyPr wrap="square">
                <a:spAutoFit/>
              </a:bodyPr>
              <a:lstStyle/>
              <a:p>
                <a:pPr>
                  <a:buNone/>
                </a:pPr>
                <a:r>
                  <a:rPr lang="en-CA" dirty="0">
                    <a:solidFill>
                      <a:schemeClr val="tx1"/>
                    </a:solidFill>
                  </a:rPr>
                  <a:t>The sum of all partial products yields </a:t>
                </a:r>
                <a:r>
                  <a:rPr lang="en-CA" b="1" dirty="0">
                    <a:solidFill>
                      <a:schemeClr val="tx1"/>
                    </a:solidFill>
                  </a:rPr>
                  <a:t>-143</a:t>
                </a:r>
                <a:r>
                  <a:rPr lang="en-CA" dirty="0">
                    <a:solidFill>
                      <a:schemeClr val="tx1"/>
                    </a:solidFill>
                  </a:rPr>
                  <a:t>, which is the correct result of </a:t>
                </a:r>
                <a14:m>
                  <m:oMath xmlns:m="http://schemas.openxmlformats.org/officeDocument/2006/math">
                    <m:d>
                      <m:dPr>
                        <m:ctrlPr>
                          <a:rPr lang="ar-AE" i="1">
                            <a:solidFill>
                              <a:schemeClr val="tx1"/>
                            </a:solidFill>
                            <a:latin typeface="Cambria Math" panose="02040503050406030204" pitchFamily="18" charset="0"/>
                          </a:rPr>
                        </m:ctrlPr>
                      </m:dPr>
                      <m:e>
                        <m:r>
                          <a:rPr lang="ar-AE">
                            <a:solidFill>
                              <a:schemeClr val="tx1"/>
                            </a:solidFill>
                            <a:latin typeface="Cambria Math" panose="02040503050406030204" pitchFamily="18" charset="0"/>
                          </a:rPr>
                          <m:t>−</m:t>
                        </m:r>
                        <m:r>
                          <a:rPr lang="ar-AE" i="0">
                            <a:solidFill>
                              <a:schemeClr val="tx1"/>
                            </a:solidFill>
                            <a:latin typeface="Cambria Math" panose="02040503050406030204" pitchFamily="18" charset="0"/>
                          </a:rPr>
                          <m:t>13</m:t>
                        </m:r>
                      </m:e>
                    </m:d>
                    <m:r>
                      <a:rPr lang="ar-AE" i="0">
                        <a:solidFill>
                          <a:schemeClr val="tx1"/>
                        </a:solidFill>
                        <a:latin typeface="Cambria Math" panose="02040503050406030204" pitchFamily="18" charset="0"/>
                      </a:rPr>
                      <m:t>×</m:t>
                    </m:r>
                    <m:d>
                      <m:dPr>
                        <m:ctrlPr>
                          <a:rPr lang="ar-AE" i="1">
                            <a:solidFill>
                              <a:schemeClr val="tx1"/>
                            </a:solidFill>
                            <a:latin typeface="Cambria Math" panose="02040503050406030204" pitchFamily="18" charset="0"/>
                          </a:rPr>
                        </m:ctrlPr>
                      </m:dPr>
                      <m:e>
                        <m:r>
                          <a:rPr lang="ar-AE" i="0">
                            <a:solidFill>
                              <a:schemeClr val="tx1"/>
                            </a:solidFill>
                            <a:latin typeface="Cambria Math" panose="02040503050406030204" pitchFamily="18" charset="0"/>
                          </a:rPr>
                          <m:t>+</m:t>
                        </m:r>
                        <m:r>
                          <a:rPr lang="ar-AE" i="0">
                            <a:solidFill>
                              <a:schemeClr val="tx1"/>
                            </a:solidFill>
                            <a:latin typeface="Cambria Math" panose="02040503050406030204" pitchFamily="18" charset="0"/>
                          </a:rPr>
                          <m:t>11</m:t>
                        </m:r>
                      </m:e>
                    </m:d>
                  </m:oMath>
                </a14:m>
                <a:r>
                  <a:rPr lang="ar-AE" dirty="0">
                    <a:solidFill>
                      <a:schemeClr val="tx1"/>
                    </a:solidFill>
                  </a:rPr>
                  <a:t>.</a:t>
                </a:r>
              </a:p>
              <a:p>
                <a:pPr>
                  <a:buNone/>
                </a:pPr>
                <a:endParaRPr lang="en-CA" b="1" dirty="0">
                  <a:solidFill>
                    <a:schemeClr val="tx1"/>
                  </a:solidFill>
                </a:endParaRPr>
              </a:p>
              <a:p>
                <a:pPr>
                  <a:buNone/>
                </a:pPr>
                <a:r>
                  <a:rPr lang="en-CA" b="1" dirty="0">
                    <a:solidFill>
                      <a:schemeClr val="tx1"/>
                    </a:solidFill>
                  </a:rPr>
                  <a:t>Why Sign Extension Works</a:t>
                </a:r>
              </a:p>
              <a:p>
                <a:pPr>
                  <a:buNone/>
                </a:pPr>
                <a:r>
                  <a:rPr lang="en-CA" dirty="0">
                    <a:solidFill>
                      <a:schemeClr val="tx1"/>
                    </a:solidFill>
                  </a:rPr>
                  <a:t>Sign extension ensures that the negative value maintains its integrity across the bit shifts. Without it, the multiplication would treat the number as unsigned, leading to incorrect results.</a:t>
                </a:r>
              </a:p>
            </p:txBody>
          </p:sp>
        </mc:Choice>
        <mc:Fallback xmlns="">
          <p:sp>
            <p:nvSpPr>
              <p:cNvPr id="5" name="TextBox 4">
                <a:extLst>
                  <a:ext uri="{FF2B5EF4-FFF2-40B4-BE49-F238E27FC236}">
                    <a16:creationId xmlns:a16="http://schemas.microsoft.com/office/drawing/2014/main" id="{C5460394-C09D-C54D-CFED-35BA1C16978C}"/>
                  </a:ext>
                </a:extLst>
              </p:cNvPr>
              <p:cNvSpPr txBox="1">
                <a:spLocks noRot="1" noChangeAspect="1" noMove="1" noResize="1" noEditPoints="1" noAdjustHandles="1" noChangeArrowheads="1" noChangeShapeType="1" noTextEdit="1"/>
              </p:cNvSpPr>
              <p:nvPr/>
            </p:nvSpPr>
            <p:spPr>
              <a:xfrm>
                <a:off x="786384" y="1409391"/>
                <a:ext cx="7891272" cy="2031325"/>
              </a:xfrm>
              <a:prstGeom prst="rect">
                <a:avLst/>
              </a:prstGeom>
              <a:blipFill>
                <a:blip r:embed="rId2"/>
                <a:stretch>
                  <a:fillRect l="-618" t="-1502" r="-927" b="-3904"/>
                </a:stretch>
              </a:blipFill>
            </p:spPr>
            <p:txBody>
              <a:bodyPr/>
              <a:lstStyle/>
              <a:p>
                <a:r>
                  <a:rPr lang="en-CA">
                    <a:noFill/>
                  </a:rPr>
                  <a:t> </a:t>
                </a:r>
              </a:p>
            </p:txBody>
          </p:sp>
        </mc:Fallback>
      </mc:AlternateContent>
    </p:spTree>
    <p:extLst>
      <p:ext uri="{BB962C8B-B14F-4D97-AF65-F5344CB8AC3E}">
        <p14:creationId xmlns:p14="http://schemas.microsoft.com/office/powerpoint/2010/main" val="11532328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2209800"/>
            <a:ext cx="6623608" cy="854593"/>
          </a:xfrm>
        </p:spPr>
        <p:txBody>
          <a:bodyPr/>
          <a:lstStyle/>
          <a:p>
            <a:pPr fontAlgn="auto">
              <a:spcAft>
                <a:spcPts val="0"/>
              </a:spcAft>
              <a:defRPr/>
            </a:pPr>
            <a:r>
              <a:rPr lang="en-US" sz="6000" b="1">
                <a:solidFill>
                  <a:schemeClr val="tx2">
                    <a:lumMod val="50000"/>
                    <a:lumOff val="50000"/>
                  </a:schemeClr>
                </a:solidFill>
                <a:effectLst>
                  <a:outerShdw blurRad="38100" dist="38100" dir="2700000" algn="tl">
                    <a:srgbClr val="000000">
                      <a:alpha val="43137"/>
                    </a:srgbClr>
                  </a:outerShdw>
                </a:effectLst>
              </a:rPr>
              <a:t>MULTIPLICATION</a:t>
            </a:r>
          </a:p>
        </p:txBody>
      </p:sp>
      <p:sp>
        <p:nvSpPr>
          <p:cNvPr id="3" name="TextBox 2"/>
          <p:cNvSpPr txBox="1"/>
          <p:nvPr/>
        </p:nvSpPr>
        <p:spPr>
          <a:xfrm>
            <a:off x="2432608" y="3505200"/>
            <a:ext cx="6558992" cy="923330"/>
          </a:xfrm>
          <a:prstGeom prst="rect">
            <a:avLst/>
          </a:prstGeom>
          <a:noFill/>
        </p:spPr>
        <p:txBody>
          <a:bodyPr wrap="square" rtlCol="0">
            <a:spAutoFit/>
          </a:bodyPr>
          <a:lstStyle/>
          <a:p>
            <a:endParaRPr lang="en-US" b="1">
              <a:solidFill>
                <a:srgbClr val="002060"/>
              </a:solidFill>
              <a:latin typeface="Times New Roman" panose="02020603050405020304" pitchFamily="18" charset="0"/>
              <a:cs typeface="Times New Roman" panose="02020603050405020304" pitchFamily="18" charset="0"/>
            </a:endParaRPr>
          </a:p>
          <a:p>
            <a:r>
              <a:rPr lang="en-US" altLang="en-US" b="1">
                <a:solidFill>
                  <a:srgbClr val="002060"/>
                </a:solidFill>
                <a:latin typeface="Times New Roman" panose="02020603050405020304" pitchFamily="18" charset="0"/>
                <a:cs typeface="Times New Roman" panose="02020603050405020304" pitchFamily="18" charset="0"/>
              </a:rPr>
              <a:t>  BOOTH’S Algorithm</a:t>
            </a:r>
            <a:endParaRPr lang="en-US" b="1">
              <a:solidFill>
                <a:srgbClr val="002060"/>
              </a:solidFill>
              <a:latin typeface="Times New Roman" panose="02020603050405020304" pitchFamily="18" charset="0"/>
              <a:cs typeface="Times New Roman" panose="02020603050405020304" pitchFamily="18" charset="0"/>
            </a:endParaRPr>
          </a:p>
          <a:p>
            <a:pPr marL="342900" indent="-342900">
              <a:buAutoNum type="arabicPeriod"/>
            </a:pPr>
            <a:endParaRPr lang="en-US"/>
          </a:p>
        </p:txBody>
      </p:sp>
    </p:spTree>
    <p:extLst>
      <p:ext uri="{BB962C8B-B14F-4D97-AF65-F5344CB8AC3E}">
        <p14:creationId xmlns:p14="http://schemas.microsoft.com/office/powerpoint/2010/main" val="6765589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ChangeArrowheads="1"/>
          </p:cNvSpPr>
          <p:nvPr>
            <p:ph type="title"/>
          </p:nvPr>
        </p:nvSpPr>
        <p:spPr/>
        <p:txBody>
          <a:bodyPr/>
          <a:lstStyle/>
          <a:p>
            <a:r>
              <a:rPr lang="en-US" altLang="zh-CN"/>
              <a:t>Signed Multiplication</a:t>
            </a:r>
          </a:p>
        </p:txBody>
      </p:sp>
      <p:sp>
        <p:nvSpPr>
          <p:cNvPr id="87043" name="Rectangle 3"/>
          <p:cNvSpPr>
            <a:spLocks noGrp="1" noChangeArrowheads="1"/>
          </p:cNvSpPr>
          <p:nvPr>
            <p:ph idx="1"/>
          </p:nvPr>
        </p:nvSpPr>
        <p:spPr/>
        <p:txBody>
          <a:bodyPr/>
          <a:lstStyle/>
          <a:p>
            <a:pPr>
              <a:lnSpc>
                <a:spcPct val="90000"/>
              </a:lnSpc>
            </a:pPr>
            <a:r>
              <a:rPr lang="en-US" altLang="zh-CN">
                <a:ea typeface="SimSun" panose="02010600030101010101" pitchFamily="2" charset="-122"/>
              </a:rPr>
              <a:t>For a negative multiplier, a straightforward solution is to form the 2’s-complement of both the multiplier and the multiplicand and proceed as in the case of a positive multiplier.</a:t>
            </a:r>
          </a:p>
          <a:p>
            <a:pPr>
              <a:lnSpc>
                <a:spcPct val="90000"/>
              </a:lnSpc>
            </a:pPr>
            <a:r>
              <a:rPr lang="en-US" altLang="zh-CN">
                <a:ea typeface="SimSun" panose="02010600030101010101" pitchFamily="2" charset="-122"/>
              </a:rPr>
              <a:t>This is possible because complementation of both operands does not change the value or the sign of the product.</a:t>
            </a:r>
          </a:p>
          <a:p>
            <a:pPr>
              <a:lnSpc>
                <a:spcPct val="90000"/>
              </a:lnSpc>
            </a:pPr>
            <a:r>
              <a:rPr lang="en-US" altLang="zh-CN">
                <a:ea typeface="SimSun" panose="02010600030101010101" pitchFamily="2" charset="-122"/>
              </a:rPr>
              <a:t>A technique that works equally well for both negative and positive multipliers – Booth algorithm.</a:t>
            </a:r>
          </a:p>
        </p:txBody>
      </p:sp>
    </p:spTree>
    <p:extLst>
      <p:ext uri="{BB962C8B-B14F-4D97-AF65-F5344CB8AC3E}">
        <p14:creationId xmlns:p14="http://schemas.microsoft.com/office/powerpoint/2010/main" val="41954262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ChangeArrowheads="1"/>
          </p:cNvSpPr>
          <p:nvPr>
            <p:ph type="title"/>
          </p:nvPr>
        </p:nvSpPr>
        <p:spPr/>
        <p:txBody>
          <a:bodyPr/>
          <a:lstStyle/>
          <a:p>
            <a:r>
              <a:rPr lang="en-US" altLang="zh-CN"/>
              <a:t>Booth Algorithm</a:t>
            </a:r>
          </a:p>
        </p:txBody>
      </p:sp>
      <p:sp>
        <p:nvSpPr>
          <p:cNvPr id="88067" name="Rectangle 3"/>
          <p:cNvSpPr>
            <a:spLocks noGrp="1" noChangeArrowheads="1"/>
          </p:cNvSpPr>
          <p:nvPr>
            <p:ph idx="1"/>
          </p:nvPr>
        </p:nvSpPr>
        <p:spPr>
          <a:xfrm>
            <a:off x="457200" y="1719263"/>
            <a:ext cx="8229600" cy="1785937"/>
          </a:xfrm>
        </p:spPr>
        <p:txBody>
          <a:bodyPr/>
          <a:lstStyle/>
          <a:p>
            <a:pPr>
              <a:lnSpc>
                <a:spcPct val="90000"/>
              </a:lnSpc>
            </a:pPr>
            <a:r>
              <a:rPr lang="en-US" altLang="zh-CN">
                <a:ea typeface="SimSun" panose="02010600030101010101" pitchFamily="2" charset="-122"/>
              </a:rPr>
              <a:t>Consider in a multiplication, the multiplier is positive 0011110, how many appropriately shifted versions of the multiplicand are added in a standard procedure?</a:t>
            </a:r>
          </a:p>
        </p:txBody>
      </p:sp>
      <p:sp>
        <p:nvSpPr>
          <p:cNvPr id="88068" name="Rectangle 4"/>
          <p:cNvSpPr>
            <a:spLocks noChangeArrowheads="1"/>
          </p:cNvSpPr>
          <p:nvPr/>
        </p:nvSpPr>
        <p:spPr bwMode="auto">
          <a:xfrm>
            <a:off x="4581525" y="360203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69" name="Rectangle 5"/>
          <p:cNvSpPr>
            <a:spLocks noChangeArrowheads="1"/>
          </p:cNvSpPr>
          <p:nvPr/>
        </p:nvSpPr>
        <p:spPr bwMode="auto">
          <a:xfrm>
            <a:off x="4581525" y="378936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70" name="Rectangle 6"/>
          <p:cNvSpPr>
            <a:spLocks noChangeArrowheads="1"/>
          </p:cNvSpPr>
          <p:nvPr/>
        </p:nvSpPr>
        <p:spPr bwMode="auto">
          <a:xfrm>
            <a:off x="4799013" y="378936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71" name="Rectangle 7"/>
          <p:cNvSpPr>
            <a:spLocks noChangeArrowheads="1"/>
          </p:cNvSpPr>
          <p:nvPr/>
        </p:nvSpPr>
        <p:spPr bwMode="auto">
          <a:xfrm>
            <a:off x="4799013" y="360203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072" name="Rectangle 8"/>
          <p:cNvSpPr>
            <a:spLocks noChangeArrowheads="1"/>
          </p:cNvSpPr>
          <p:nvPr/>
        </p:nvSpPr>
        <p:spPr bwMode="auto">
          <a:xfrm>
            <a:off x="5029200" y="360203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73" name="Rectangle 9"/>
          <p:cNvSpPr>
            <a:spLocks noChangeArrowheads="1"/>
          </p:cNvSpPr>
          <p:nvPr/>
        </p:nvSpPr>
        <p:spPr bwMode="auto">
          <a:xfrm>
            <a:off x="5246688" y="360203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074" name="Rectangle 10"/>
          <p:cNvSpPr>
            <a:spLocks noChangeArrowheads="1"/>
          </p:cNvSpPr>
          <p:nvPr/>
        </p:nvSpPr>
        <p:spPr bwMode="auto">
          <a:xfrm>
            <a:off x="5462588" y="360203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075" name="Rectangle 11"/>
          <p:cNvSpPr>
            <a:spLocks noChangeArrowheads="1"/>
          </p:cNvSpPr>
          <p:nvPr/>
        </p:nvSpPr>
        <p:spPr bwMode="auto">
          <a:xfrm>
            <a:off x="5694363" y="360203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76" name="Rectangle 12"/>
          <p:cNvSpPr>
            <a:spLocks noChangeArrowheads="1"/>
          </p:cNvSpPr>
          <p:nvPr/>
        </p:nvSpPr>
        <p:spPr bwMode="auto">
          <a:xfrm>
            <a:off x="5910263" y="360203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077" name="Rectangle 13"/>
          <p:cNvSpPr>
            <a:spLocks noChangeArrowheads="1"/>
          </p:cNvSpPr>
          <p:nvPr/>
        </p:nvSpPr>
        <p:spPr bwMode="auto">
          <a:xfrm>
            <a:off x="5910263" y="378936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78" name="Line 14"/>
          <p:cNvSpPr>
            <a:spLocks noChangeShapeType="1"/>
          </p:cNvSpPr>
          <p:nvPr/>
        </p:nvSpPr>
        <p:spPr bwMode="auto">
          <a:xfrm flipH="1">
            <a:off x="4524375" y="3976688"/>
            <a:ext cx="1501775" cy="15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8079" name="Rectangle 15"/>
          <p:cNvSpPr>
            <a:spLocks noChangeArrowheads="1"/>
          </p:cNvSpPr>
          <p:nvPr/>
        </p:nvSpPr>
        <p:spPr bwMode="auto">
          <a:xfrm>
            <a:off x="4581525" y="400526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80" name="Rectangle 16"/>
          <p:cNvSpPr>
            <a:spLocks noChangeArrowheads="1"/>
          </p:cNvSpPr>
          <p:nvPr/>
        </p:nvSpPr>
        <p:spPr bwMode="auto">
          <a:xfrm>
            <a:off x="4799013" y="400526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81" name="Rectangle 17"/>
          <p:cNvSpPr>
            <a:spLocks noChangeArrowheads="1"/>
          </p:cNvSpPr>
          <p:nvPr/>
        </p:nvSpPr>
        <p:spPr bwMode="auto">
          <a:xfrm>
            <a:off x="5029200" y="400526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82" name="Rectangle 18"/>
          <p:cNvSpPr>
            <a:spLocks noChangeArrowheads="1"/>
          </p:cNvSpPr>
          <p:nvPr/>
        </p:nvSpPr>
        <p:spPr bwMode="auto">
          <a:xfrm>
            <a:off x="5246688" y="400526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83" name="Rectangle 19"/>
          <p:cNvSpPr>
            <a:spLocks noChangeArrowheads="1"/>
          </p:cNvSpPr>
          <p:nvPr/>
        </p:nvSpPr>
        <p:spPr bwMode="auto">
          <a:xfrm>
            <a:off x="5694363" y="400526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84" name="Rectangle 20"/>
          <p:cNvSpPr>
            <a:spLocks noChangeArrowheads="1"/>
          </p:cNvSpPr>
          <p:nvPr/>
        </p:nvSpPr>
        <p:spPr bwMode="auto">
          <a:xfrm>
            <a:off x="5910263" y="400526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85" name="Rectangle 21"/>
          <p:cNvSpPr>
            <a:spLocks noChangeArrowheads="1"/>
          </p:cNvSpPr>
          <p:nvPr/>
        </p:nvSpPr>
        <p:spPr bwMode="auto">
          <a:xfrm>
            <a:off x="5694363" y="41783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086" name="Rectangle 22"/>
          <p:cNvSpPr>
            <a:spLocks noChangeArrowheads="1"/>
          </p:cNvSpPr>
          <p:nvPr/>
        </p:nvSpPr>
        <p:spPr bwMode="auto">
          <a:xfrm>
            <a:off x="5462588" y="400526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87" name="Rectangle 23"/>
          <p:cNvSpPr>
            <a:spLocks noChangeArrowheads="1"/>
          </p:cNvSpPr>
          <p:nvPr/>
        </p:nvSpPr>
        <p:spPr bwMode="auto">
          <a:xfrm>
            <a:off x="5462588" y="41783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88" name="Rectangle 24"/>
          <p:cNvSpPr>
            <a:spLocks noChangeArrowheads="1"/>
          </p:cNvSpPr>
          <p:nvPr/>
        </p:nvSpPr>
        <p:spPr bwMode="auto">
          <a:xfrm>
            <a:off x="5246688" y="41783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089" name="Rectangle 25"/>
          <p:cNvSpPr>
            <a:spLocks noChangeArrowheads="1"/>
          </p:cNvSpPr>
          <p:nvPr/>
        </p:nvSpPr>
        <p:spPr bwMode="auto">
          <a:xfrm>
            <a:off x="5029200" y="41783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090" name="Rectangle 26"/>
          <p:cNvSpPr>
            <a:spLocks noChangeArrowheads="1"/>
          </p:cNvSpPr>
          <p:nvPr/>
        </p:nvSpPr>
        <p:spPr bwMode="auto">
          <a:xfrm>
            <a:off x="4799013" y="41783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91" name="Rectangle 27"/>
          <p:cNvSpPr>
            <a:spLocks noChangeArrowheads="1"/>
          </p:cNvSpPr>
          <p:nvPr/>
        </p:nvSpPr>
        <p:spPr bwMode="auto">
          <a:xfrm>
            <a:off x="4581525" y="41783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092" name="Rectangle 28"/>
          <p:cNvSpPr>
            <a:spLocks noChangeArrowheads="1"/>
          </p:cNvSpPr>
          <p:nvPr/>
        </p:nvSpPr>
        <p:spPr bwMode="auto">
          <a:xfrm>
            <a:off x="4365625" y="41783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93" name="Rectangle 29"/>
          <p:cNvSpPr>
            <a:spLocks noChangeArrowheads="1"/>
          </p:cNvSpPr>
          <p:nvPr/>
        </p:nvSpPr>
        <p:spPr bwMode="auto">
          <a:xfrm>
            <a:off x="5462588" y="4352925"/>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094" name="Rectangle 30"/>
          <p:cNvSpPr>
            <a:spLocks noChangeArrowheads="1"/>
          </p:cNvSpPr>
          <p:nvPr/>
        </p:nvSpPr>
        <p:spPr bwMode="auto">
          <a:xfrm>
            <a:off x="5246688" y="4352925"/>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95" name="Rectangle 31"/>
          <p:cNvSpPr>
            <a:spLocks noChangeArrowheads="1"/>
          </p:cNvSpPr>
          <p:nvPr/>
        </p:nvSpPr>
        <p:spPr bwMode="auto">
          <a:xfrm>
            <a:off x="5029200" y="4352925"/>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096" name="Rectangle 32"/>
          <p:cNvSpPr>
            <a:spLocks noChangeArrowheads="1"/>
          </p:cNvSpPr>
          <p:nvPr/>
        </p:nvSpPr>
        <p:spPr bwMode="auto">
          <a:xfrm>
            <a:off x="4799013" y="4352925"/>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097" name="Rectangle 33"/>
          <p:cNvSpPr>
            <a:spLocks noChangeArrowheads="1"/>
          </p:cNvSpPr>
          <p:nvPr/>
        </p:nvSpPr>
        <p:spPr bwMode="auto">
          <a:xfrm>
            <a:off x="4581525" y="4352925"/>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098" name="Rectangle 34"/>
          <p:cNvSpPr>
            <a:spLocks noChangeArrowheads="1"/>
          </p:cNvSpPr>
          <p:nvPr/>
        </p:nvSpPr>
        <p:spPr bwMode="auto">
          <a:xfrm>
            <a:off x="4365625" y="4352925"/>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099" name="Rectangle 35"/>
          <p:cNvSpPr>
            <a:spLocks noChangeArrowheads="1"/>
          </p:cNvSpPr>
          <p:nvPr/>
        </p:nvSpPr>
        <p:spPr bwMode="auto">
          <a:xfrm>
            <a:off x="4149725" y="4352925"/>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00" name="Rectangle 36"/>
          <p:cNvSpPr>
            <a:spLocks noChangeArrowheads="1"/>
          </p:cNvSpPr>
          <p:nvPr/>
        </p:nvSpPr>
        <p:spPr bwMode="auto">
          <a:xfrm>
            <a:off x="5246688" y="454025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01" name="Rectangle 37"/>
          <p:cNvSpPr>
            <a:spLocks noChangeArrowheads="1"/>
          </p:cNvSpPr>
          <p:nvPr/>
        </p:nvSpPr>
        <p:spPr bwMode="auto">
          <a:xfrm>
            <a:off x="5029200" y="454025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02" name="Rectangle 38"/>
          <p:cNvSpPr>
            <a:spLocks noChangeArrowheads="1"/>
          </p:cNvSpPr>
          <p:nvPr/>
        </p:nvSpPr>
        <p:spPr bwMode="auto">
          <a:xfrm>
            <a:off x="4799013" y="454025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03" name="Rectangle 39"/>
          <p:cNvSpPr>
            <a:spLocks noChangeArrowheads="1"/>
          </p:cNvSpPr>
          <p:nvPr/>
        </p:nvSpPr>
        <p:spPr bwMode="auto">
          <a:xfrm>
            <a:off x="4581525" y="454025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04" name="Rectangle 40"/>
          <p:cNvSpPr>
            <a:spLocks noChangeArrowheads="1"/>
          </p:cNvSpPr>
          <p:nvPr/>
        </p:nvSpPr>
        <p:spPr bwMode="auto">
          <a:xfrm>
            <a:off x="4365625" y="454025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05" name="Rectangle 41"/>
          <p:cNvSpPr>
            <a:spLocks noChangeArrowheads="1"/>
          </p:cNvSpPr>
          <p:nvPr/>
        </p:nvSpPr>
        <p:spPr bwMode="auto">
          <a:xfrm>
            <a:off x="4149725" y="454025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06" name="Rectangle 42"/>
          <p:cNvSpPr>
            <a:spLocks noChangeArrowheads="1"/>
          </p:cNvSpPr>
          <p:nvPr/>
        </p:nvSpPr>
        <p:spPr bwMode="auto">
          <a:xfrm>
            <a:off x="3917950" y="454025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07" name="Rectangle 43"/>
          <p:cNvSpPr>
            <a:spLocks noChangeArrowheads="1"/>
          </p:cNvSpPr>
          <p:nvPr/>
        </p:nvSpPr>
        <p:spPr bwMode="auto">
          <a:xfrm>
            <a:off x="5029200" y="47132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08" name="Rectangle 44"/>
          <p:cNvSpPr>
            <a:spLocks noChangeArrowheads="1"/>
          </p:cNvSpPr>
          <p:nvPr/>
        </p:nvSpPr>
        <p:spPr bwMode="auto">
          <a:xfrm>
            <a:off x="4799013" y="47132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09" name="Rectangle 45"/>
          <p:cNvSpPr>
            <a:spLocks noChangeArrowheads="1"/>
          </p:cNvSpPr>
          <p:nvPr/>
        </p:nvSpPr>
        <p:spPr bwMode="auto">
          <a:xfrm>
            <a:off x="4581525" y="47132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10" name="Rectangle 46"/>
          <p:cNvSpPr>
            <a:spLocks noChangeArrowheads="1"/>
          </p:cNvSpPr>
          <p:nvPr/>
        </p:nvSpPr>
        <p:spPr bwMode="auto">
          <a:xfrm>
            <a:off x="4365625" y="47132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11" name="Rectangle 47"/>
          <p:cNvSpPr>
            <a:spLocks noChangeArrowheads="1"/>
          </p:cNvSpPr>
          <p:nvPr/>
        </p:nvSpPr>
        <p:spPr bwMode="auto">
          <a:xfrm>
            <a:off x="4149725" y="47132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12" name="Rectangle 48"/>
          <p:cNvSpPr>
            <a:spLocks noChangeArrowheads="1"/>
          </p:cNvSpPr>
          <p:nvPr/>
        </p:nvSpPr>
        <p:spPr bwMode="auto">
          <a:xfrm>
            <a:off x="3917950" y="47132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13" name="Rectangle 49"/>
          <p:cNvSpPr>
            <a:spLocks noChangeArrowheads="1"/>
          </p:cNvSpPr>
          <p:nvPr/>
        </p:nvSpPr>
        <p:spPr bwMode="auto">
          <a:xfrm>
            <a:off x="3702050" y="47132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14" name="Rectangle 50"/>
          <p:cNvSpPr>
            <a:spLocks noChangeArrowheads="1"/>
          </p:cNvSpPr>
          <p:nvPr/>
        </p:nvSpPr>
        <p:spPr bwMode="auto">
          <a:xfrm>
            <a:off x="4799013" y="49291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15" name="Rectangle 51"/>
          <p:cNvSpPr>
            <a:spLocks noChangeArrowheads="1"/>
          </p:cNvSpPr>
          <p:nvPr/>
        </p:nvSpPr>
        <p:spPr bwMode="auto">
          <a:xfrm>
            <a:off x="4581525" y="49291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16" name="Rectangle 52"/>
          <p:cNvSpPr>
            <a:spLocks noChangeArrowheads="1"/>
          </p:cNvSpPr>
          <p:nvPr/>
        </p:nvSpPr>
        <p:spPr bwMode="auto">
          <a:xfrm>
            <a:off x="4365625" y="49291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17" name="Rectangle 53"/>
          <p:cNvSpPr>
            <a:spLocks noChangeArrowheads="1"/>
          </p:cNvSpPr>
          <p:nvPr/>
        </p:nvSpPr>
        <p:spPr bwMode="auto">
          <a:xfrm>
            <a:off x="4149725" y="49291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18" name="Rectangle 54"/>
          <p:cNvSpPr>
            <a:spLocks noChangeArrowheads="1"/>
          </p:cNvSpPr>
          <p:nvPr/>
        </p:nvSpPr>
        <p:spPr bwMode="auto">
          <a:xfrm>
            <a:off x="3917950" y="49291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19" name="Rectangle 55"/>
          <p:cNvSpPr>
            <a:spLocks noChangeArrowheads="1"/>
          </p:cNvSpPr>
          <p:nvPr/>
        </p:nvSpPr>
        <p:spPr bwMode="auto">
          <a:xfrm>
            <a:off x="3702050" y="49291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20" name="Rectangle 56"/>
          <p:cNvSpPr>
            <a:spLocks noChangeArrowheads="1"/>
          </p:cNvSpPr>
          <p:nvPr/>
        </p:nvSpPr>
        <p:spPr bwMode="auto">
          <a:xfrm>
            <a:off x="3484563" y="492918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21" name="Rectangle 57"/>
          <p:cNvSpPr>
            <a:spLocks noChangeArrowheads="1"/>
          </p:cNvSpPr>
          <p:nvPr/>
        </p:nvSpPr>
        <p:spPr bwMode="auto">
          <a:xfrm>
            <a:off x="4581525" y="5102225"/>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22" name="Rectangle 58"/>
          <p:cNvSpPr>
            <a:spLocks noChangeArrowheads="1"/>
          </p:cNvSpPr>
          <p:nvPr/>
        </p:nvSpPr>
        <p:spPr bwMode="auto">
          <a:xfrm>
            <a:off x="4365625" y="5102225"/>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23" name="Rectangle 59"/>
          <p:cNvSpPr>
            <a:spLocks noChangeArrowheads="1"/>
          </p:cNvSpPr>
          <p:nvPr/>
        </p:nvSpPr>
        <p:spPr bwMode="auto">
          <a:xfrm>
            <a:off x="4149725" y="5102225"/>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24" name="Rectangle 60"/>
          <p:cNvSpPr>
            <a:spLocks noChangeArrowheads="1"/>
          </p:cNvSpPr>
          <p:nvPr/>
        </p:nvSpPr>
        <p:spPr bwMode="auto">
          <a:xfrm>
            <a:off x="3917950" y="5102225"/>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25" name="Rectangle 61"/>
          <p:cNvSpPr>
            <a:spLocks noChangeArrowheads="1"/>
          </p:cNvSpPr>
          <p:nvPr/>
        </p:nvSpPr>
        <p:spPr bwMode="auto">
          <a:xfrm>
            <a:off x="3702050" y="5102225"/>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26" name="Rectangle 62"/>
          <p:cNvSpPr>
            <a:spLocks noChangeArrowheads="1"/>
          </p:cNvSpPr>
          <p:nvPr/>
        </p:nvSpPr>
        <p:spPr bwMode="auto">
          <a:xfrm>
            <a:off x="3484563" y="5102225"/>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27" name="Rectangle 63"/>
          <p:cNvSpPr>
            <a:spLocks noChangeArrowheads="1"/>
          </p:cNvSpPr>
          <p:nvPr/>
        </p:nvSpPr>
        <p:spPr bwMode="auto">
          <a:xfrm>
            <a:off x="5910263" y="5334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28" name="Rectangle 64"/>
          <p:cNvSpPr>
            <a:spLocks noChangeArrowheads="1"/>
          </p:cNvSpPr>
          <p:nvPr/>
        </p:nvSpPr>
        <p:spPr bwMode="auto">
          <a:xfrm>
            <a:off x="5694363" y="5334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29" name="Rectangle 65"/>
          <p:cNvSpPr>
            <a:spLocks noChangeArrowheads="1"/>
          </p:cNvSpPr>
          <p:nvPr/>
        </p:nvSpPr>
        <p:spPr bwMode="auto">
          <a:xfrm>
            <a:off x="5462588" y="5334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30" name="Rectangle 66"/>
          <p:cNvSpPr>
            <a:spLocks noChangeArrowheads="1"/>
          </p:cNvSpPr>
          <p:nvPr/>
        </p:nvSpPr>
        <p:spPr bwMode="auto">
          <a:xfrm>
            <a:off x="5246688" y="5334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31" name="Rectangle 67"/>
          <p:cNvSpPr>
            <a:spLocks noChangeArrowheads="1"/>
          </p:cNvSpPr>
          <p:nvPr/>
        </p:nvSpPr>
        <p:spPr bwMode="auto">
          <a:xfrm>
            <a:off x="5029200" y="5334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32" name="Rectangle 68"/>
          <p:cNvSpPr>
            <a:spLocks noChangeArrowheads="1"/>
          </p:cNvSpPr>
          <p:nvPr/>
        </p:nvSpPr>
        <p:spPr bwMode="auto">
          <a:xfrm>
            <a:off x="4799013" y="5334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33" name="Rectangle 69"/>
          <p:cNvSpPr>
            <a:spLocks noChangeArrowheads="1"/>
          </p:cNvSpPr>
          <p:nvPr/>
        </p:nvSpPr>
        <p:spPr bwMode="auto">
          <a:xfrm>
            <a:off x="4581525" y="5334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34" name="Rectangle 70"/>
          <p:cNvSpPr>
            <a:spLocks noChangeArrowheads="1"/>
          </p:cNvSpPr>
          <p:nvPr/>
        </p:nvSpPr>
        <p:spPr bwMode="auto">
          <a:xfrm>
            <a:off x="4365625" y="5334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35" name="Rectangle 71"/>
          <p:cNvSpPr>
            <a:spLocks noChangeArrowheads="1"/>
          </p:cNvSpPr>
          <p:nvPr/>
        </p:nvSpPr>
        <p:spPr bwMode="auto">
          <a:xfrm>
            <a:off x="4149725" y="5334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36" name="Rectangle 72"/>
          <p:cNvSpPr>
            <a:spLocks noChangeArrowheads="1"/>
          </p:cNvSpPr>
          <p:nvPr/>
        </p:nvSpPr>
        <p:spPr bwMode="auto">
          <a:xfrm>
            <a:off x="3917950" y="5334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37" name="Rectangle 73"/>
          <p:cNvSpPr>
            <a:spLocks noChangeArrowheads="1"/>
          </p:cNvSpPr>
          <p:nvPr/>
        </p:nvSpPr>
        <p:spPr bwMode="auto">
          <a:xfrm>
            <a:off x="3702050" y="5334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38" name="Rectangle 74"/>
          <p:cNvSpPr>
            <a:spLocks noChangeArrowheads="1"/>
          </p:cNvSpPr>
          <p:nvPr/>
        </p:nvSpPr>
        <p:spPr bwMode="auto">
          <a:xfrm>
            <a:off x="3484563" y="5334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39" name="Rectangle 75"/>
          <p:cNvSpPr>
            <a:spLocks noChangeArrowheads="1"/>
          </p:cNvSpPr>
          <p:nvPr/>
        </p:nvSpPr>
        <p:spPr bwMode="auto">
          <a:xfrm>
            <a:off x="3254375" y="5102225"/>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40" name="Rectangle 76"/>
          <p:cNvSpPr>
            <a:spLocks noChangeArrowheads="1"/>
          </p:cNvSpPr>
          <p:nvPr/>
        </p:nvSpPr>
        <p:spPr bwMode="auto">
          <a:xfrm>
            <a:off x="3254375" y="5334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41" name="Rectangle 77"/>
          <p:cNvSpPr>
            <a:spLocks noChangeArrowheads="1"/>
          </p:cNvSpPr>
          <p:nvPr/>
        </p:nvSpPr>
        <p:spPr bwMode="auto">
          <a:xfrm>
            <a:off x="3038475" y="533400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8142" name="Line 78"/>
          <p:cNvSpPr>
            <a:spLocks noChangeShapeType="1"/>
          </p:cNvSpPr>
          <p:nvPr/>
        </p:nvSpPr>
        <p:spPr bwMode="auto">
          <a:xfrm>
            <a:off x="2965450" y="5305425"/>
            <a:ext cx="3060700" cy="15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8143" name="Rectangle 79"/>
          <p:cNvSpPr>
            <a:spLocks noChangeArrowheads="1"/>
          </p:cNvSpPr>
          <p:nvPr/>
        </p:nvSpPr>
        <p:spPr bwMode="auto">
          <a:xfrm>
            <a:off x="5014913" y="378936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44" name="Rectangle 80"/>
          <p:cNvSpPr>
            <a:spLocks noChangeArrowheads="1"/>
          </p:cNvSpPr>
          <p:nvPr/>
        </p:nvSpPr>
        <p:spPr bwMode="auto">
          <a:xfrm>
            <a:off x="4914900" y="3789363"/>
            <a:ext cx="7461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88145" name="Rectangle 81"/>
          <p:cNvSpPr>
            <a:spLocks noChangeArrowheads="1"/>
          </p:cNvSpPr>
          <p:nvPr/>
        </p:nvSpPr>
        <p:spPr bwMode="auto">
          <a:xfrm>
            <a:off x="5246688" y="378936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46" name="Rectangle 82"/>
          <p:cNvSpPr>
            <a:spLocks noChangeArrowheads="1"/>
          </p:cNvSpPr>
          <p:nvPr/>
        </p:nvSpPr>
        <p:spPr bwMode="auto">
          <a:xfrm>
            <a:off x="5145088" y="3789363"/>
            <a:ext cx="7461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88147" name="Rectangle 83"/>
          <p:cNvSpPr>
            <a:spLocks noChangeArrowheads="1"/>
          </p:cNvSpPr>
          <p:nvPr/>
        </p:nvSpPr>
        <p:spPr bwMode="auto">
          <a:xfrm>
            <a:off x="5476875" y="378936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48" name="Rectangle 84"/>
          <p:cNvSpPr>
            <a:spLocks noChangeArrowheads="1"/>
          </p:cNvSpPr>
          <p:nvPr/>
        </p:nvSpPr>
        <p:spPr bwMode="auto">
          <a:xfrm>
            <a:off x="5360988" y="3789363"/>
            <a:ext cx="7461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88149" name="Rectangle 85"/>
          <p:cNvSpPr>
            <a:spLocks noChangeArrowheads="1"/>
          </p:cNvSpPr>
          <p:nvPr/>
        </p:nvSpPr>
        <p:spPr bwMode="auto">
          <a:xfrm>
            <a:off x="5678488" y="3789363"/>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8150" name="Rectangle 86"/>
          <p:cNvSpPr>
            <a:spLocks noChangeArrowheads="1"/>
          </p:cNvSpPr>
          <p:nvPr/>
        </p:nvSpPr>
        <p:spPr bwMode="auto">
          <a:xfrm>
            <a:off x="5578475" y="3789363"/>
            <a:ext cx="7461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37582022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806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807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807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807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807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807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807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807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807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807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807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808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808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808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808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808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808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808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808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808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808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809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809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809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809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809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809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809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809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809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809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810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810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810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810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810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810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810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810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810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8810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8811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811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8811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8811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8811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8811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8811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8811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8811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8811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8812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8812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8812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88123"/>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8812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8812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8812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8812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8812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8812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8813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8813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8813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88133"/>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88134"/>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88135"/>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88136"/>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8813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88138"/>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88139"/>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8814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88141"/>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88142"/>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88143"/>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88144"/>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88145"/>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88146"/>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88147"/>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88148"/>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88149"/>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881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P spid="88068" grpId="0"/>
      <p:bldP spid="88069" grpId="0"/>
      <p:bldP spid="88070" grpId="0"/>
      <p:bldP spid="88071" grpId="0"/>
      <p:bldP spid="88072" grpId="0"/>
      <p:bldP spid="88073" grpId="0"/>
      <p:bldP spid="88074" grpId="0"/>
      <p:bldP spid="88075" grpId="0"/>
      <p:bldP spid="88076" grpId="0"/>
      <p:bldP spid="88077" grpId="0"/>
      <p:bldP spid="88079" grpId="0"/>
      <p:bldP spid="88080" grpId="0"/>
      <p:bldP spid="88081" grpId="0"/>
      <p:bldP spid="88082" grpId="0"/>
      <p:bldP spid="88083" grpId="0"/>
      <p:bldP spid="88084" grpId="0"/>
      <p:bldP spid="88085" grpId="0"/>
      <p:bldP spid="88086" grpId="0"/>
      <p:bldP spid="88087" grpId="0"/>
      <p:bldP spid="88088" grpId="0"/>
      <p:bldP spid="88089" grpId="0"/>
      <p:bldP spid="88090" grpId="0"/>
      <p:bldP spid="88091" grpId="0"/>
      <p:bldP spid="88092" grpId="0"/>
      <p:bldP spid="88093" grpId="0"/>
      <p:bldP spid="88094" grpId="0"/>
      <p:bldP spid="88095" grpId="0"/>
      <p:bldP spid="88096" grpId="0"/>
      <p:bldP spid="88097" grpId="0"/>
      <p:bldP spid="88098" grpId="0"/>
      <p:bldP spid="88099" grpId="0"/>
      <p:bldP spid="88100" grpId="0"/>
      <p:bldP spid="88101" grpId="0"/>
      <p:bldP spid="88102" grpId="0"/>
      <p:bldP spid="88103" grpId="0"/>
      <p:bldP spid="88104" grpId="0"/>
      <p:bldP spid="88105" grpId="0"/>
      <p:bldP spid="88106" grpId="0"/>
      <p:bldP spid="88107" grpId="0"/>
      <p:bldP spid="88108" grpId="0"/>
      <p:bldP spid="88109" grpId="0"/>
      <p:bldP spid="88110" grpId="0"/>
      <p:bldP spid="88111" grpId="0"/>
      <p:bldP spid="88112" grpId="0"/>
      <p:bldP spid="88113" grpId="0"/>
      <p:bldP spid="88114" grpId="0"/>
      <p:bldP spid="88115" grpId="0"/>
      <p:bldP spid="88116" grpId="0"/>
      <p:bldP spid="88117" grpId="0"/>
      <p:bldP spid="88118" grpId="0"/>
      <p:bldP spid="88119" grpId="0"/>
      <p:bldP spid="88120" grpId="0"/>
      <p:bldP spid="88121" grpId="0"/>
      <p:bldP spid="88122" grpId="0"/>
      <p:bldP spid="88123" grpId="0"/>
      <p:bldP spid="88124" grpId="0"/>
      <p:bldP spid="88125" grpId="0"/>
      <p:bldP spid="88126" grpId="0"/>
      <p:bldP spid="88127" grpId="0"/>
      <p:bldP spid="88128" grpId="0"/>
      <p:bldP spid="88129" grpId="0"/>
      <p:bldP spid="88130" grpId="0"/>
      <p:bldP spid="88131" grpId="0"/>
      <p:bldP spid="88132" grpId="0"/>
      <p:bldP spid="88133" grpId="0"/>
      <p:bldP spid="88134" grpId="0"/>
      <p:bldP spid="88135" grpId="0"/>
      <p:bldP spid="88136" grpId="0"/>
      <p:bldP spid="88137" grpId="0"/>
      <p:bldP spid="88138" grpId="0"/>
      <p:bldP spid="88139" grpId="0"/>
      <p:bldP spid="88140" grpId="0"/>
      <p:bldP spid="88141" grpId="0"/>
      <p:bldP spid="88143" grpId="0"/>
      <p:bldP spid="88144" grpId="0"/>
      <p:bldP spid="88145" grpId="0"/>
      <p:bldP spid="88146" grpId="0"/>
      <p:bldP spid="88147" grpId="0"/>
      <p:bldP spid="88148" grpId="0"/>
      <p:bldP spid="88149" grpId="0"/>
      <p:bldP spid="8815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ChangeArrowheads="1"/>
          </p:cNvSpPr>
          <p:nvPr>
            <p:ph type="title"/>
          </p:nvPr>
        </p:nvSpPr>
        <p:spPr/>
        <p:txBody>
          <a:bodyPr/>
          <a:lstStyle/>
          <a:p>
            <a:r>
              <a:rPr lang="en-US" altLang="zh-CN"/>
              <a:t>Booth Algorithm</a:t>
            </a:r>
          </a:p>
        </p:txBody>
      </p:sp>
      <p:sp>
        <p:nvSpPr>
          <p:cNvPr id="89091" name="Rectangle 3"/>
          <p:cNvSpPr>
            <a:spLocks noGrp="1" noChangeArrowheads="1"/>
          </p:cNvSpPr>
          <p:nvPr>
            <p:ph idx="1"/>
          </p:nvPr>
        </p:nvSpPr>
        <p:spPr/>
        <p:txBody>
          <a:bodyPr/>
          <a:lstStyle/>
          <a:p>
            <a:r>
              <a:rPr lang="en-US" altLang="zh-CN">
                <a:ea typeface="SimSun" panose="02010600030101010101" pitchFamily="2" charset="-122"/>
              </a:rPr>
              <a:t>Since 0011110 = 0100000 – 0000010, if we use the expression to the right, what will happen?</a:t>
            </a:r>
            <a:endParaRPr lang="zh-CN" altLang="en-US">
              <a:ea typeface="SimSun" panose="02010600030101010101" pitchFamily="2" charset="-122"/>
            </a:endParaRPr>
          </a:p>
        </p:txBody>
      </p:sp>
      <p:sp>
        <p:nvSpPr>
          <p:cNvPr id="89092" name="Rectangle 4"/>
          <p:cNvSpPr>
            <a:spLocks noChangeArrowheads="1"/>
          </p:cNvSpPr>
          <p:nvPr/>
        </p:nvSpPr>
        <p:spPr bwMode="auto">
          <a:xfrm>
            <a:off x="2465388" y="42656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093" name="Rectangle 5"/>
          <p:cNvSpPr>
            <a:spLocks noChangeArrowheads="1"/>
          </p:cNvSpPr>
          <p:nvPr/>
        </p:nvSpPr>
        <p:spPr bwMode="auto">
          <a:xfrm>
            <a:off x="5121275" y="37322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094" name="Rectangle 6"/>
          <p:cNvSpPr>
            <a:spLocks noChangeArrowheads="1"/>
          </p:cNvSpPr>
          <p:nvPr/>
        </p:nvSpPr>
        <p:spPr bwMode="auto">
          <a:xfrm>
            <a:off x="4008438" y="31543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095" name="Rectangle 7"/>
          <p:cNvSpPr>
            <a:spLocks noChangeArrowheads="1"/>
          </p:cNvSpPr>
          <p:nvPr/>
        </p:nvSpPr>
        <p:spPr bwMode="auto">
          <a:xfrm>
            <a:off x="4225925" y="31543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096" name="Rectangle 8"/>
          <p:cNvSpPr>
            <a:spLocks noChangeArrowheads="1"/>
          </p:cNvSpPr>
          <p:nvPr/>
        </p:nvSpPr>
        <p:spPr bwMode="auto">
          <a:xfrm>
            <a:off x="4456113" y="31543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097" name="Rectangle 9"/>
          <p:cNvSpPr>
            <a:spLocks noChangeArrowheads="1"/>
          </p:cNvSpPr>
          <p:nvPr/>
        </p:nvSpPr>
        <p:spPr bwMode="auto">
          <a:xfrm>
            <a:off x="4673600" y="31543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098" name="Rectangle 10"/>
          <p:cNvSpPr>
            <a:spLocks noChangeArrowheads="1"/>
          </p:cNvSpPr>
          <p:nvPr/>
        </p:nvSpPr>
        <p:spPr bwMode="auto">
          <a:xfrm>
            <a:off x="4889500" y="31543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099" name="Rectangle 11"/>
          <p:cNvSpPr>
            <a:spLocks noChangeArrowheads="1"/>
          </p:cNvSpPr>
          <p:nvPr/>
        </p:nvSpPr>
        <p:spPr bwMode="auto">
          <a:xfrm>
            <a:off x="5337175" y="31543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00" name="Rectangle 12"/>
          <p:cNvSpPr>
            <a:spLocks noChangeArrowheads="1"/>
          </p:cNvSpPr>
          <p:nvPr/>
        </p:nvSpPr>
        <p:spPr bwMode="auto">
          <a:xfrm>
            <a:off x="4889500" y="3341688"/>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01" name="Rectangle 13"/>
          <p:cNvSpPr>
            <a:spLocks noChangeArrowheads="1"/>
          </p:cNvSpPr>
          <p:nvPr/>
        </p:nvSpPr>
        <p:spPr bwMode="auto">
          <a:xfrm>
            <a:off x="4673600" y="3341688"/>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02" name="Rectangle 14"/>
          <p:cNvSpPr>
            <a:spLocks noChangeArrowheads="1"/>
          </p:cNvSpPr>
          <p:nvPr/>
        </p:nvSpPr>
        <p:spPr bwMode="auto">
          <a:xfrm>
            <a:off x="4456113" y="3341688"/>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03" name="Rectangle 15"/>
          <p:cNvSpPr>
            <a:spLocks noChangeArrowheads="1"/>
          </p:cNvSpPr>
          <p:nvPr/>
        </p:nvSpPr>
        <p:spPr bwMode="auto">
          <a:xfrm>
            <a:off x="4008438" y="3341688"/>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04" name="Rectangle 16"/>
          <p:cNvSpPr>
            <a:spLocks noChangeArrowheads="1"/>
          </p:cNvSpPr>
          <p:nvPr/>
        </p:nvSpPr>
        <p:spPr bwMode="auto">
          <a:xfrm>
            <a:off x="5337175" y="35591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05" name="Rectangle 17"/>
          <p:cNvSpPr>
            <a:spLocks noChangeArrowheads="1"/>
          </p:cNvSpPr>
          <p:nvPr/>
        </p:nvSpPr>
        <p:spPr bwMode="auto">
          <a:xfrm>
            <a:off x="5121275" y="35591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06" name="Rectangle 18"/>
          <p:cNvSpPr>
            <a:spLocks noChangeArrowheads="1"/>
          </p:cNvSpPr>
          <p:nvPr/>
        </p:nvSpPr>
        <p:spPr bwMode="auto">
          <a:xfrm>
            <a:off x="4889500" y="35591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07" name="Rectangle 19"/>
          <p:cNvSpPr>
            <a:spLocks noChangeArrowheads="1"/>
          </p:cNvSpPr>
          <p:nvPr/>
        </p:nvSpPr>
        <p:spPr bwMode="auto">
          <a:xfrm>
            <a:off x="4673600" y="35591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08" name="Rectangle 20"/>
          <p:cNvSpPr>
            <a:spLocks noChangeArrowheads="1"/>
          </p:cNvSpPr>
          <p:nvPr/>
        </p:nvSpPr>
        <p:spPr bwMode="auto">
          <a:xfrm>
            <a:off x="4456113" y="35591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09" name="Rectangle 21"/>
          <p:cNvSpPr>
            <a:spLocks noChangeArrowheads="1"/>
          </p:cNvSpPr>
          <p:nvPr/>
        </p:nvSpPr>
        <p:spPr bwMode="auto">
          <a:xfrm>
            <a:off x="4225925" y="35591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10" name="Rectangle 22"/>
          <p:cNvSpPr>
            <a:spLocks noChangeArrowheads="1"/>
          </p:cNvSpPr>
          <p:nvPr/>
        </p:nvSpPr>
        <p:spPr bwMode="auto">
          <a:xfrm>
            <a:off x="4008438" y="35591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11" name="Rectangle 23"/>
          <p:cNvSpPr>
            <a:spLocks noChangeArrowheads="1"/>
          </p:cNvSpPr>
          <p:nvPr/>
        </p:nvSpPr>
        <p:spPr bwMode="auto">
          <a:xfrm>
            <a:off x="3792538" y="35591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12" name="Rectangle 24"/>
          <p:cNvSpPr>
            <a:spLocks noChangeArrowheads="1"/>
          </p:cNvSpPr>
          <p:nvPr/>
        </p:nvSpPr>
        <p:spPr bwMode="auto">
          <a:xfrm>
            <a:off x="3576638" y="35591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13" name="Rectangle 25"/>
          <p:cNvSpPr>
            <a:spLocks noChangeArrowheads="1"/>
          </p:cNvSpPr>
          <p:nvPr/>
        </p:nvSpPr>
        <p:spPr bwMode="auto">
          <a:xfrm>
            <a:off x="3344863" y="35591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14" name="Rectangle 26"/>
          <p:cNvSpPr>
            <a:spLocks noChangeArrowheads="1"/>
          </p:cNvSpPr>
          <p:nvPr/>
        </p:nvSpPr>
        <p:spPr bwMode="auto">
          <a:xfrm>
            <a:off x="3128963" y="35591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15" name="Rectangle 27"/>
          <p:cNvSpPr>
            <a:spLocks noChangeArrowheads="1"/>
          </p:cNvSpPr>
          <p:nvPr/>
        </p:nvSpPr>
        <p:spPr bwMode="auto">
          <a:xfrm>
            <a:off x="2911475" y="35591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16" name="Rectangle 28"/>
          <p:cNvSpPr>
            <a:spLocks noChangeArrowheads="1"/>
          </p:cNvSpPr>
          <p:nvPr/>
        </p:nvSpPr>
        <p:spPr bwMode="auto">
          <a:xfrm>
            <a:off x="2681288" y="35591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17" name="Rectangle 29"/>
          <p:cNvSpPr>
            <a:spLocks noChangeArrowheads="1"/>
          </p:cNvSpPr>
          <p:nvPr/>
        </p:nvSpPr>
        <p:spPr bwMode="auto">
          <a:xfrm>
            <a:off x="2465388" y="35591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18" name="Rectangle 30"/>
          <p:cNvSpPr>
            <a:spLocks noChangeArrowheads="1"/>
          </p:cNvSpPr>
          <p:nvPr/>
        </p:nvSpPr>
        <p:spPr bwMode="auto">
          <a:xfrm>
            <a:off x="2465388" y="37322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19" name="Rectangle 31"/>
          <p:cNvSpPr>
            <a:spLocks noChangeArrowheads="1"/>
          </p:cNvSpPr>
          <p:nvPr/>
        </p:nvSpPr>
        <p:spPr bwMode="auto">
          <a:xfrm>
            <a:off x="2681288" y="37322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20" name="Rectangle 32"/>
          <p:cNvSpPr>
            <a:spLocks noChangeArrowheads="1"/>
          </p:cNvSpPr>
          <p:nvPr/>
        </p:nvSpPr>
        <p:spPr bwMode="auto">
          <a:xfrm>
            <a:off x="2911475" y="37322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21" name="Rectangle 33"/>
          <p:cNvSpPr>
            <a:spLocks noChangeArrowheads="1"/>
          </p:cNvSpPr>
          <p:nvPr/>
        </p:nvSpPr>
        <p:spPr bwMode="auto">
          <a:xfrm>
            <a:off x="3128963" y="37322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22" name="Rectangle 34"/>
          <p:cNvSpPr>
            <a:spLocks noChangeArrowheads="1"/>
          </p:cNvSpPr>
          <p:nvPr/>
        </p:nvSpPr>
        <p:spPr bwMode="auto">
          <a:xfrm>
            <a:off x="3344863" y="37322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23" name="Rectangle 35"/>
          <p:cNvSpPr>
            <a:spLocks noChangeArrowheads="1"/>
          </p:cNvSpPr>
          <p:nvPr/>
        </p:nvSpPr>
        <p:spPr bwMode="auto">
          <a:xfrm>
            <a:off x="3576638" y="37322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24" name="Rectangle 36"/>
          <p:cNvSpPr>
            <a:spLocks noChangeArrowheads="1"/>
          </p:cNvSpPr>
          <p:nvPr/>
        </p:nvSpPr>
        <p:spPr bwMode="auto">
          <a:xfrm>
            <a:off x="3792538" y="37322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25" name="Rectangle 37"/>
          <p:cNvSpPr>
            <a:spLocks noChangeArrowheads="1"/>
          </p:cNvSpPr>
          <p:nvPr/>
        </p:nvSpPr>
        <p:spPr bwMode="auto">
          <a:xfrm>
            <a:off x="4008438" y="37322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26" name="Rectangle 38"/>
          <p:cNvSpPr>
            <a:spLocks noChangeArrowheads="1"/>
          </p:cNvSpPr>
          <p:nvPr/>
        </p:nvSpPr>
        <p:spPr bwMode="auto">
          <a:xfrm>
            <a:off x="4225925" y="37322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27" name="Rectangle 39"/>
          <p:cNvSpPr>
            <a:spLocks noChangeArrowheads="1"/>
          </p:cNvSpPr>
          <p:nvPr/>
        </p:nvSpPr>
        <p:spPr bwMode="auto">
          <a:xfrm>
            <a:off x="4456113" y="37322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28" name="Rectangle 40"/>
          <p:cNvSpPr>
            <a:spLocks noChangeArrowheads="1"/>
          </p:cNvSpPr>
          <p:nvPr/>
        </p:nvSpPr>
        <p:spPr bwMode="auto">
          <a:xfrm>
            <a:off x="4673600" y="37322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29" name="Rectangle 41"/>
          <p:cNvSpPr>
            <a:spLocks noChangeArrowheads="1"/>
          </p:cNvSpPr>
          <p:nvPr/>
        </p:nvSpPr>
        <p:spPr bwMode="auto">
          <a:xfrm>
            <a:off x="4889500" y="37322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30" name="Rectangle 42"/>
          <p:cNvSpPr>
            <a:spLocks noChangeArrowheads="1"/>
          </p:cNvSpPr>
          <p:nvPr/>
        </p:nvSpPr>
        <p:spPr bwMode="auto">
          <a:xfrm>
            <a:off x="4889500" y="39052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31" name="Rectangle 43"/>
          <p:cNvSpPr>
            <a:spLocks noChangeArrowheads="1"/>
          </p:cNvSpPr>
          <p:nvPr/>
        </p:nvSpPr>
        <p:spPr bwMode="auto">
          <a:xfrm>
            <a:off x="2465388" y="39052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32" name="Rectangle 44"/>
          <p:cNvSpPr>
            <a:spLocks noChangeArrowheads="1"/>
          </p:cNvSpPr>
          <p:nvPr/>
        </p:nvSpPr>
        <p:spPr bwMode="auto">
          <a:xfrm>
            <a:off x="2465388" y="40925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33" name="Rectangle 45"/>
          <p:cNvSpPr>
            <a:spLocks noChangeArrowheads="1"/>
          </p:cNvSpPr>
          <p:nvPr/>
        </p:nvSpPr>
        <p:spPr bwMode="auto">
          <a:xfrm>
            <a:off x="2465388" y="44386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34" name="Rectangle 46"/>
          <p:cNvSpPr>
            <a:spLocks noChangeArrowheads="1"/>
          </p:cNvSpPr>
          <p:nvPr/>
        </p:nvSpPr>
        <p:spPr bwMode="auto">
          <a:xfrm>
            <a:off x="2681288" y="44386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35" name="Rectangle 47"/>
          <p:cNvSpPr>
            <a:spLocks noChangeArrowheads="1"/>
          </p:cNvSpPr>
          <p:nvPr/>
        </p:nvSpPr>
        <p:spPr bwMode="auto">
          <a:xfrm>
            <a:off x="2911475" y="44386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36" name="Rectangle 48"/>
          <p:cNvSpPr>
            <a:spLocks noChangeArrowheads="1"/>
          </p:cNvSpPr>
          <p:nvPr/>
        </p:nvSpPr>
        <p:spPr bwMode="auto">
          <a:xfrm>
            <a:off x="3128963" y="44386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37" name="Rectangle 49"/>
          <p:cNvSpPr>
            <a:spLocks noChangeArrowheads="1"/>
          </p:cNvSpPr>
          <p:nvPr/>
        </p:nvSpPr>
        <p:spPr bwMode="auto">
          <a:xfrm>
            <a:off x="3344863" y="44386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38" name="Rectangle 50"/>
          <p:cNvSpPr>
            <a:spLocks noChangeArrowheads="1"/>
          </p:cNvSpPr>
          <p:nvPr/>
        </p:nvSpPr>
        <p:spPr bwMode="auto">
          <a:xfrm>
            <a:off x="3576638" y="44386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39" name="Rectangle 51"/>
          <p:cNvSpPr>
            <a:spLocks noChangeArrowheads="1"/>
          </p:cNvSpPr>
          <p:nvPr/>
        </p:nvSpPr>
        <p:spPr bwMode="auto">
          <a:xfrm>
            <a:off x="3792538" y="44386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40" name="Rectangle 52"/>
          <p:cNvSpPr>
            <a:spLocks noChangeArrowheads="1"/>
          </p:cNvSpPr>
          <p:nvPr/>
        </p:nvSpPr>
        <p:spPr bwMode="auto">
          <a:xfrm>
            <a:off x="4008438" y="44386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41" name="Rectangle 53"/>
          <p:cNvSpPr>
            <a:spLocks noChangeArrowheads="1"/>
          </p:cNvSpPr>
          <p:nvPr/>
        </p:nvSpPr>
        <p:spPr bwMode="auto">
          <a:xfrm>
            <a:off x="4225925" y="44386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42" name="Rectangle 54"/>
          <p:cNvSpPr>
            <a:spLocks noChangeArrowheads="1"/>
          </p:cNvSpPr>
          <p:nvPr/>
        </p:nvSpPr>
        <p:spPr bwMode="auto">
          <a:xfrm>
            <a:off x="2465388" y="4611688"/>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43" name="Rectangle 55"/>
          <p:cNvSpPr>
            <a:spLocks noChangeArrowheads="1"/>
          </p:cNvSpPr>
          <p:nvPr/>
        </p:nvSpPr>
        <p:spPr bwMode="auto">
          <a:xfrm>
            <a:off x="2681288" y="4611688"/>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44" name="Rectangle 56"/>
          <p:cNvSpPr>
            <a:spLocks noChangeArrowheads="1"/>
          </p:cNvSpPr>
          <p:nvPr/>
        </p:nvSpPr>
        <p:spPr bwMode="auto">
          <a:xfrm>
            <a:off x="2911475" y="4611688"/>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45" name="Rectangle 57"/>
          <p:cNvSpPr>
            <a:spLocks noChangeArrowheads="1"/>
          </p:cNvSpPr>
          <p:nvPr/>
        </p:nvSpPr>
        <p:spPr bwMode="auto">
          <a:xfrm>
            <a:off x="3128963" y="4611688"/>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46" name="Rectangle 58"/>
          <p:cNvSpPr>
            <a:spLocks noChangeArrowheads="1"/>
          </p:cNvSpPr>
          <p:nvPr/>
        </p:nvSpPr>
        <p:spPr bwMode="auto">
          <a:xfrm>
            <a:off x="3344863" y="4611688"/>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47" name="Rectangle 59"/>
          <p:cNvSpPr>
            <a:spLocks noChangeArrowheads="1"/>
          </p:cNvSpPr>
          <p:nvPr/>
        </p:nvSpPr>
        <p:spPr bwMode="auto">
          <a:xfrm>
            <a:off x="3576638" y="4611688"/>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48" name="Rectangle 60"/>
          <p:cNvSpPr>
            <a:spLocks noChangeArrowheads="1"/>
          </p:cNvSpPr>
          <p:nvPr/>
        </p:nvSpPr>
        <p:spPr bwMode="auto">
          <a:xfrm>
            <a:off x="3792538" y="4611688"/>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49" name="Rectangle 61"/>
          <p:cNvSpPr>
            <a:spLocks noChangeArrowheads="1"/>
          </p:cNvSpPr>
          <p:nvPr/>
        </p:nvSpPr>
        <p:spPr bwMode="auto">
          <a:xfrm>
            <a:off x="4008438" y="4611688"/>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50" name="Line 62"/>
          <p:cNvSpPr>
            <a:spLocks noChangeShapeType="1"/>
          </p:cNvSpPr>
          <p:nvPr/>
        </p:nvSpPr>
        <p:spPr bwMode="auto">
          <a:xfrm>
            <a:off x="2392363" y="4814888"/>
            <a:ext cx="3060700" cy="15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9151" name="Rectangle 63"/>
          <p:cNvSpPr>
            <a:spLocks noChangeArrowheads="1"/>
          </p:cNvSpPr>
          <p:nvPr/>
        </p:nvSpPr>
        <p:spPr bwMode="auto">
          <a:xfrm>
            <a:off x="5337175" y="48434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52" name="Rectangle 64"/>
          <p:cNvSpPr>
            <a:spLocks noChangeArrowheads="1"/>
          </p:cNvSpPr>
          <p:nvPr/>
        </p:nvSpPr>
        <p:spPr bwMode="auto">
          <a:xfrm>
            <a:off x="5121275" y="48434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53" name="Rectangle 65"/>
          <p:cNvSpPr>
            <a:spLocks noChangeArrowheads="1"/>
          </p:cNvSpPr>
          <p:nvPr/>
        </p:nvSpPr>
        <p:spPr bwMode="auto">
          <a:xfrm>
            <a:off x="4889500" y="48434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54" name="Rectangle 66"/>
          <p:cNvSpPr>
            <a:spLocks noChangeArrowheads="1"/>
          </p:cNvSpPr>
          <p:nvPr/>
        </p:nvSpPr>
        <p:spPr bwMode="auto">
          <a:xfrm>
            <a:off x="4673600" y="48434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55" name="Rectangle 67"/>
          <p:cNvSpPr>
            <a:spLocks noChangeArrowheads="1"/>
          </p:cNvSpPr>
          <p:nvPr/>
        </p:nvSpPr>
        <p:spPr bwMode="auto">
          <a:xfrm>
            <a:off x="4456113" y="48434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56" name="Rectangle 68"/>
          <p:cNvSpPr>
            <a:spLocks noChangeArrowheads="1"/>
          </p:cNvSpPr>
          <p:nvPr/>
        </p:nvSpPr>
        <p:spPr bwMode="auto">
          <a:xfrm>
            <a:off x="4225925" y="48434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57" name="Rectangle 69"/>
          <p:cNvSpPr>
            <a:spLocks noChangeArrowheads="1"/>
          </p:cNvSpPr>
          <p:nvPr/>
        </p:nvSpPr>
        <p:spPr bwMode="auto">
          <a:xfrm>
            <a:off x="4008438" y="48434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58" name="Rectangle 70"/>
          <p:cNvSpPr>
            <a:spLocks noChangeArrowheads="1"/>
          </p:cNvSpPr>
          <p:nvPr/>
        </p:nvSpPr>
        <p:spPr bwMode="auto">
          <a:xfrm>
            <a:off x="3792538" y="48434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59" name="Rectangle 71"/>
          <p:cNvSpPr>
            <a:spLocks noChangeArrowheads="1"/>
          </p:cNvSpPr>
          <p:nvPr/>
        </p:nvSpPr>
        <p:spPr bwMode="auto">
          <a:xfrm>
            <a:off x="3344863" y="48434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60" name="Rectangle 72"/>
          <p:cNvSpPr>
            <a:spLocks noChangeArrowheads="1"/>
          </p:cNvSpPr>
          <p:nvPr/>
        </p:nvSpPr>
        <p:spPr bwMode="auto">
          <a:xfrm>
            <a:off x="3128963" y="48434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61" name="Rectangle 73"/>
          <p:cNvSpPr>
            <a:spLocks noChangeArrowheads="1"/>
          </p:cNvSpPr>
          <p:nvPr/>
        </p:nvSpPr>
        <p:spPr bwMode="auto">
          <a:xfrm>
            <a:off x="2911475" y="48434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62" name="Rectangle 74"/>
          <p:cNvSpPr>
            <a:spLocks noChangeArrowheads="1"/>
          </p:cNvSpPr>
          <p:nvPr/>
        </p:nvSpPr>
        <p:spPr bwMode="auto">
          <a:xfrm>
            <a:off x="2681288" y="48434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63" name="Rectangle 75"/>
          <p:cNvSpPr>
            <a:spLocks noChangeArrowheads="1"/>
          </p:cNvSpPr>
          <p:nvPr/>
        </p:nvSpPr>
        <p:spPr bwMode="auto">
          <a:xfrm>
            <a:off x="2465388" y="48434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64" name="Rectangle 76"/>
          <p:cNvSpPr>
            <a:spLocks noChangeArrowheads="1"/>
          </p:cNvSpPr>
          <p:nvPr/>
        </p:nvSpPr>
        <p:spPr bwMode="auto">
          <a:xfrm>
            <a:off x="3576638" y="48434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65" name="Rectangle 77"/>
          <p:cNvSpPr>
            <a:spLocks noChangeArrowheads="1"/>
          </p:cNvSpPr>
          <p:nvPr/>
        </p:nvSpPr>
        <p:spPr bwMode="auto">
          <a:xfrm>
            <a:off x="5784850" y="3659188"/>
            <a:ext cx="13271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2's complement of</a:t>
            </a:r>
            <a:endParaRPr lang="en-CA" altLang="zh-CN" sz="2400">
              <a:latin typeface="Times New Roman" panose="02020603050405020304" pitchFamily="18" charset="0"/>
              <a:ea typeface="SimSun" panose="02010600030101010101" pitchFamily="2" charset="-122"/>
            </a:endParaRPr>
          </a:p>
        </p:txBody>
      </p:sp>
      <p:sp>
        <p:nvSpPr>
          <p:cNvPr id="89166" name="Rectangle 78"/>
          <p:cNvSpPr>
            <a:spLocks noChangeArrowheads="1"/>
          </p:cNvSpPr>
          <p:nvPr/>
        </p:nvSpPr>
        <p:spPr bwMode="auto">
          <a:xfrm>
            <a:off x="5799138" y="3817938"/>
            <a:ext cx="12271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the multiplicand</a:t>
            </a:r>
            <a:endParaRPr lang="en-CA" altLang="zh-CN" sz="2400">
              <a:latin typeface="Times New Roman" panose="02020603050405020304" pitchFamily="18" charset="0"/>
              <a:ea typeface="SimSun" panose="02010600030101010101" pitchFamily="2" charset="-122"/>
            </a:endParaRPr>
          </a:p>
        </p:txBody>
      </p:sp>
      <p:sp>
        <p:nvSpPr>
          <p:cNvPr id="89167" name="Rectangle 79"/>
          <p:cNvSpPr>
            <a:spLocks noChangeArrowheads="1"/>
          </p:cNvSpPr>
          <p:nvPr/>
        </p:nvSpPr>
        <p:spPr bwMode="auto">
          <a:xfrm>
            <a:off x="5337175" y="3341688"/>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68" name="Line 80"/>
          <p:cNvSpPr>
            <a:spLocks noChangeShapeType="1"/>
          </p:cNvSpPr>
          <p:nvPr/>
        </p:nvSpPr>
        <p:spPr bwMode="auto">
          <a:xfrm>
            <a:off x="3951288" y="3530600"/>
            <a:ext cx="1501775" cy="15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9169" name="Rectangle 81"/>
          <p:cNvSpPr>
            <a:spLocks noChangeArrowheads="1"/>
          </p:cNvSpPr>
          <p:nvPr/>
        </p:nvSpPr>
        <p:spPr bwMode="auto">
          <a:xfrm>
            <a:off x="5121275" y="315436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70" name="Rectangle 82"/>
          <p:cNvSpPr>
            <a:spLocks noChangeArrowheads="1"/>
          </p:cNvSpPr>
          <p:nvPr/>
        </p:nvSpPr>
        <p:spPr bwMode="auto">
          <a:xfrm>
            <a:off x="4673600" y="40925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71" name="Rectangle 83"/>
          <p:cNvSpPr>
            <a:spLocks noChangeArrowheads="1"/>
          </p:cNvSpPr>
          <p:nvPr/>
        </p:nvSpPr>
        <p:spPr bwMode="auto">
          <a:xfrm>
            <a:off x="4456113" y="42656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72" name="Freeform 84"/>
          <p:cNvSpPr>
            <a:spLocks/>
          </p:cNvSpPr>
          <p:nvPr/>
        </p:nvSpPr>
        <p:spPr bwMode="auto">
          <a:xfrm>
            <a:off x="5294313" y="3817938"/>
            <a:ext cx="85725" cy="44450"/>
          </a:xfrm>
          <a:custGeom>
            <a:avLst/>
            <a:gdLst>
              <a:gd name="T0" fmla="*/ 6 w 6"/>
              <a:gd name="T1" fmla="*/ 0 h 3"/>
              <a:gd name="T2" fmla="*/ 0 w 6"/>
              <a:gd name="T3" fmla="*/ 1 h 3"/>
              <a:gd name="T4" fmla="*/ 6 w 6"/>
              <a:gd name="T5" fmla="*/ 3 h 3"/>
              <a:gd name="T6" fmla="*/ 6 w 6"/>
              <a:gd name="T7" fmla="*/ 1 h 3"/>
              <a:gd name="T8" fmla="*/ 6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6" y="0"/>
                </a:moveTo>
                <a:lnTo>
                  <a:pt x="0" y="1"/>
                </a:lnTo>
                <a:lnTo>
                  <a:pt x="6" y="3"/>
                </a:lnTo>
                <a:lnTo>
                  <a:pt x="6" y="1"/>
                </a:lnTo>
                <a:lnTo>
                  <a:pt x="6"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89173" name="Freeform 85"/>
          <p:cNvSpPr>
            <a:spLocks/>
          </p:cNvSpPr>
          <p:nvPr/>
        </p:nvSpPr>
        <p:spPr bwMode="auto">
          <a:xfrm>
            <a:off x="5294313" y="3817938"/>
            <a:ext cx="85725" cy="44450"/>
          </a:xfrm>
          <a:custGeom>
            <a:avLst/>
            <a:gdLst>
              <a:gd name="T0" fmla="*/ 54 w 54"/>
              <a:gd name="T1" fmla="*/ 0 h 28"/>
              <a:gd name="T2" fmla="*/ 0 w 54"/>
              <a:gd name="T3" fmla="*/ 10 h 28"/>
              <a:gd name="T4" fmla="*/ 54 w 54"/>
              <a:gd name="T5" fmla="*/ 28 h 28"/>
              <a:gd name="T6" fmla="*/ 54 w 54"/>
              <a:gd name="T7" fmla="*/ 10 h 28"/>
              <a:gd name="T8" fmla="*/ 54 w 54"/>
              <a:gd name="T9" fmla="*/ 0 h 28"/>
              <a:gd name="T10" fmla="*/ 0 60000 65536"/>
              <a:gd name="T11" fmla="*/ 0 60000 65536"/>
              <a:gd name="T12" fmla="*/ 0 60000 65536"/>
              <a:gd name="T13" fmla="*/ 0 60000 65536"/>
              <a:gd name="T14" fmla="*/ 0 60000 65536"/>
              <a:gd name="T15" fmla="*/ 0 w 54"/>
              <a:gd name="T16" fmla="*/ 0 h 28"/>
              <a:gd name="T17" fmla="*/ 54 w 54"/>
              <a:gd name="T18" fmla="*/ 28 h 28"/>
            </a:gdLst>
            <a:ahLst/>
            <a:cxnLst>
              <a:cxn ang="T10">
                <a:pos x="T0" y="T1"/>
              </a:cxn>
              <a:cxn ang="T11">
                <a:pos x="T2" y="T3"/>
              </a:cxn>
              <a:cxn ang="T12">
                <a:pos x="T4" y="T5"/>
              </a:cxn>
              <a:cxn ang="T13">
                <a:pos x="T6" y="T7"/>
              </a:cxn>
              <a:cxn ang="T14">
                <a:pos x="T8" y="T9"/>
              </a:cxn>
            </a:cxnLst>
            <a:rect l="T15" t="T16" r="T17" b="T18"/>
            <a:pathLst>
              <a:path w="54" h="28">
                <a:moveTo>
                  <a:pt x="54" y="0"/>
                </a:moveTo>
                <a:lnTo>
                  <a:pt x="0" y="10"/>
                </a:lnTo>
                <a:lnTo>
                  <a:pt x="54" y="28"/>
                </a:lnTo>
                <a:lnTo>
                  <a:pt x="54" y="10"/>
                </a:lnTo>
                <a:lnTo>
                  <a:pt x="54" y="0"/>
                </a:lnTo>
                <a:close/>
              </a:path>
            </a:pathLst>
          </a:custGeom>
          <a:solidFill>
            <a:srgbClr val="000000"/>
          </a:solidFill>
          <a:ln w="0">
            <a:solidFill>
              <a:srgbClr val="000000"/>
            </a:solidFill>
            <a:prstDash val="solid"/>
            <a:round/>
            <a:headEnd/>
            <a:tailEnd/>
          </a:ln>
        </p:spPr>
        <p:txBody>
          <a:bodyPr/>
          <a:lstStyle/>
          <a:p>
            <a:endParaRPr lang="en-IN"/>
          </a:p>
        </p:txBody>
      </p:sp>
      <p:sp>
        <p:nvSpPr>
          <p:cNvPr id="89174" name="Line 86"/>
          <p:cNvSpPr>
            <a:spLocks noChangeShapeType="1"/>
          </p:cNvSpPr>
          <p:nvPr/>
        </p:nvSpPr>
        <p:spPr bwMode="auto">
          <a:xfrm>
            <a:off x="5380038" y="3833813"/>
            <a:ext cx="331787" cy="15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9175" name="Rectangle 87"/>
          <p:cNvSpPr>
            <a:spLocks noChangeArrowheads="1"/>
          </p:cNvSpPr>
          <p:nvPr/>
        </p:nvSpPr>
        <p:spPr bwMode="auto">
          <a:xfrm>
            <a:off x="4225925" y="332740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76" name="Rectangle 88"/>
          <p:cNvSpPr>
            <a:spLocks noChangeArrowheads="1"/>
          </p:cNvSpPr>
          <p:nvPr/>
        </p:nvSpPr>
        <p:spPr bwMode="auto">
          <a:xfrm>
            <a:off x="4124325" y="3327400"/>
            <a:ext cx="1730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89177" name="Rectangle 89"/>
          <p:cNvSpPr>
            <a:spLocks noChangeArrowheads="1"/>
          </p:cNvSpPr>
          <p:nvPr/>
        </p:nvSpPr>
        <p:spPr bwMode="auto">
          <a:xfrm>
            <a:off x="5105400" y="332740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9178" name="Rectangle 90"/>
          <p:cNvSpPr>
            <a:spLocks noChangeArrowheads="1"/>
          </p:cNvSpPr>
          <p:nvPr/>
        </p:nvSpPr>
        <p:spPr bwMode="auto">
          <a:xfrm>
            <a:off x="5019675" y="3327400"/>
            <a:ext cx="1158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89179" name="Rectangle 91"/>
          <p:cNvSpPr>
            <a:spLocks noChangeArrowheads="1"/>
          </p:cNvSpPr>
          <p:nvPr/>
        </p:nvSpPr>
        <p:spPr bwMode="auto">
          <a:xfrm>
            <a:off x="2681288" y="42656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80" name="Rectangle 92"/>
          <p:cNvSpPr>
            <a:spLocks noChangeArrowheads="1"/>
          </p:cNvSpPr>
          <p:nvPr/>
        </p:nvSpPr>
        <p:spPr bwMode="auto">
          <a:xfrm>
            <a:off x="2681288" y="40925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81" name="Rectangle 93"/>
          <p:cNvSpPr>
            <a:spLocks noChangeArrowheads="1"/>
          </p:cNvSpPr>
          <p:nvPr/>
        </p:nvSpPr>
        <p:spPr bwMode="auto">
          <a:xfrm>
            <a:off x="2681288" y="39052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82" name="Rectangle 94"/>
          <p:cNvSpPr>
            <a:spLocks noChangeArrowheads="1"/>
          </p:cNvSpPr>
          <p:nvPr/>
        </p:nvSpPr>
        <p:spPr bwMode="auto">
          <a:xfrm>
            <a:off x="2911475" y="39052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83" name="Rectangle 95"/>
          <p:cNvSpPr>
            <a:spLocks noChangeArrowheads="1"/>
          </p:cNvSpPr>
          <p:nvPr/>
        </p:nvSpPr>
        <p:spPr bwMode="auto">
          <a:xfrm>
            <a:off x="3128963" y="39052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84" name="Rectangle 96"/>
          <p:cNvSpPr>
            <a:spLocks noChangeArrowheads="1"/>
          </p:cNvSpPr>
          <p:nvPr/>
        </p:nvSpPr>
        <p:spPr bwMode="auto">
          <a:xfrm>
            <a:off x="3344863" y="39052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85" name="Rectangle 97"/>
          <p:cNvSpPr>
            <a:spLocks noChangeArrowheads="1"/>
          </p:cNvSpPr>
          <p:nvPr/>
        </p:nvSpPr>
        <p:spPr bwMode="auto">
          <a:xfrm>
            <a:off x="3576638" y="39052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86" name="Rectangle 98"/>
          <p:cNvSpPr>
            <a:spLocks noChangeArrowheads="1"/>
          </p:cNvSpPr>
          <p:nvPr/>
        </p:nvSpPr>
        <p:spPr bwMode="auto">
          <a:xfrm>
            <a:off x="3792538" y="39052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87" name="Rectangle 99"/>
          <p:cNvSpPr>
            <a:spLocks noChangeArrowheads="1"/>
          </p:cNvSpPr>
          <p:nvPr/>
        </p:nvSpPr>
        <p:spPr bwMode="auto">
          <a:xfrm>
            <a:off x="4008438" y="39052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88" name="Rectangle 100"/>
          <p:cNvSpPr>
            <a:spLocks noChangeArrowheads="1"/>
          </p:cNvSpPr>
          <p:nvPr/>
        </p:nvSpPr>
        <p:spPr bwMode="auto">
          <a:xfrm>
            <a:off x="4225925" y="39052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89" name="Rectangle 101"/>
          <p:cNvSpPr>
            <a:spLocks noChangeArrowheads="1"/>
          </p:cNvSpPr>
          <p:nvPr/>
        </p:nvSpPr>
        <p:spPr bwMode="auto">
          <a:xfrm>
            <a:off x="4456113" y="39052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90" name="Rectangle 102"/>
          <p:cNvSpPr>
            <a:spLocks noChangeArrowheads="1"/>
          </p:cNvSpPr>
          <p:nvPr/>
        </p:nvSpPr>
        <p:spPr bwMode="auto">
          <a:xfrm>
            <a:off x="4673600" y="3905250"/>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91" name="Rectangle 103"/>
          <p:cNvSpPr>
            <a:spLocks noChangeArrowheads="1"/>
          </p:cNvSpPr>
          <p:nvPr/>
        </p:nvSpPr>
        <p:spPr bwMode="auto">
          <a:xfrm>
            <a:off x="2911475" y="40925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92" name="Rectangle 104"/>
          <p:cNvSpPr>
            <a:spLocks noChangeArrowheads="1"/>
          </p:cNvSpPr>
          <p:nvPr/>
        </p:nvSpPr>
        <p:spPr bwMode="auto">
          <a:xfrm>
            <a:off x="3128963" y="40925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93" name="Rectangle 105"/>
          <p:cNvSpPr>
            <a:spLocks noChangeArrowheads="1"/>
          </p:cNvSpPr>
          <p:nvPr/>
        </p:nvSpPr>
        <p:spPr bwMode="auto">
          <a:xfrm>
            <a:off x="3344863" y="40925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94" name="Rectangle 106"/>
          <p:cNvSpPr>
            <a:spLocks noChangeArrowheads="1"/>
          </p:cNvSpPr>
          <p:nvPr/>
        </p:nvSpPr>
        <p:spPr bwMode="auto">
          <a:xfrm>
            <a:off x="3576638" y="40925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95" name="Rectangle 107"/>
          <p:cNvSpPr>
            <a:spLocks noChangeArrowheads="1"/>
          </p:cNvSpPr>
          <p:nvPr/>
        </p:nvSpPr>
        <p:spPr bwMode="auto">
          <a:xfrm>
            <a:off x="3792538" y="40925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96" name="Rectangle 108"/>
          <p:cNvSpPr>
            <a:spLocks noChangeArrowheads="1"/>
          </p:cNvSpPr>
          <p:nvPr/>
        </p:nvSpPr>
        <p:spPr bwMode="auto">
          <a:xfrm>
            <a:off x="4008438" y="40925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97" name="Rectangle 109"/>
          <p:cNvSpPr>
            <a:spLocks noChangeArrowheads="1"/>
          </p:cNvSpPr>
          <p:nvPr/>
        </p:nvSpPr>
        <p:spPr bwMode="auto">
          <a:xfrm>
            <a:off x="4225925" y="40925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98" name="Rectangle 110"/>
          <p:cNvSpPr>
            <a:spLocks noChangeArrowheads="1"/>
          </p:cNvSpPr>
          <p:nvPr/>
        </p:nvSpPr>
        <p:spPr bwMode="auto">
          <a:xfrm>
            <a:off x="4456113" y="4092575"/>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199" name="Rectangle 111"/>
          <p:cNvSpPr>
            <a:spLocks noChangeArrowheads="1"/>
          </p:cNvSpPr>
          <p:nvPr/>
        </p:nvSpPr>
        <p:spPr bwMode="auto">
          <a:xfrm>
            <a:off x="2911475" y="42656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200" name="Rectangle 112"/>
          <p:cNvSpPr>
            <a:spLocks noChangeArrowheads="1"/>
          </p:cNvSpPr>
          <p:nvPr/>
        </p:nvSpPr>
        <p:spPr bwMode="auto">
          <a:xfrm>
            <a:off x="3128963" y="42656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201" name="Rectangle 113"/>
          <p:cNvSpPr>
            <a:spLocks noChangeArrowheads="1"/>
          </p:cNvSpPr>
          <p:nvPr/>
        </p:nvSpPr>
        <p:spPr bwMode="auto">
          <a:xfrm>
            <a:off x="3344863" y="42656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202" name="Rectangle 114"/>
          <p:cNvSpPr>
            <a:spLocks noChangeArrowheads="1"/>
          </p:cNvSpPr>
          <p:nvPr/>
        </p:nvSpPr>
        <p:spPr bwMode="auto">
          <a:xfrm>
            <a:off x="3576638" y="42656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203" name="Rectangle 115"/>
          <p:cNvSpPr>
            <a:spLocks noChangeArrowheads="1"/>
          </p:cNvSpPr>
          <p:nvPr/>
        </p:nvSpPr>
        <p:spPr bwMode="auto">
          <a:xfrm>
            <a:off x="3792538" y="42656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204" name="Rectangle 116"/>
          <p:cNvSpPr>
            <a:spLocks noChangeArrowheads="1"/>
          </p:cNvSpPr>
          <p:nvPr/>
        </p:nvSpPr>
        <p:spPr bwMode="auto">
          <a:xfrm>
            <a:off x="4008438" y="42656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9205" name="Rectangle 117"/>
          <p:cNvSpPr>
            <a:spLocks noChangeArrowheads="1"/>
          </p:cNvSpPr>
          <p:nvPr/>
        </p:nvSpPr>
        <p:spPr bwMode="auto">
          <a:xfrm>
            <a:off x="4225925" y="4265613"/>
            <a:ext cx="1587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0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30829245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09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909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909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909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909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909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909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909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910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910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910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910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910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910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91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910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910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910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91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911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911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911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911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911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911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911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911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911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912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912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912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912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912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912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912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912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912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912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913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913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913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8913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89134"/>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913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89136"/>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89137"/>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89138"/>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89139"/>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89140"/>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89141"/>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89142"/>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89143"/>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89144"/>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89145"/>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89146"/>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89147"/>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89148"/>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89149"/>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89150"/>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89151"/>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89152"/>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89153"/>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89154"/>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89155"/>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89156"/>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89157"/>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89158"/>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89159"/>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89160"/>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89161"/>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89162"/>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89163"/>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89164"/>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89165"/>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89166"/>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89167"/>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89168"/>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89169"/>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89170"/>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89171"/>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89172"/>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89173"/>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89174"/>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89175"/>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89176"/>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89177"/>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89178"/>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89179"/>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89180"/>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89181"/>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89182"/>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89183"/>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89184"/>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89185"/>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89186"/>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89187"/>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89188"/>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89189"/>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89190"/>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89191"/>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89192"/>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89193"/>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89194"/>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89195"/>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89196"/>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89197"/>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89198"/>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89199"/>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89200"/>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89201"/>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89202"/>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89203"/>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89204"/>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89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p:bldP spid="89093" grpId="0"/>
      <p:bldP spid="89094" grpId="0"/>
      <p:bldP spid="89095" grpId="0"/>
      <p:bldP spid="89096" grpId="0"/>
      <p:bldP spid="89097" grpId="0"/>
      <p:bldP spid="89098" grpId="0"/>
      <p:bldP spid="89099" grpId="0"/>
      <p:bldP spid="89100" grpId="0"/>
      <p:bldP spid="89101" grpId="0"/>
      <p:bldP spid="89102" grpId="0"/>
      <p:bldP spid="89103" grpId="0"/>
      <p:bldP spid="89104" grpId="0"/>
      <p:bldP spid="89105" grpId="0"/>
      <p:bldP spid="89106" grpId="0"/>
      <p:bldP spid="89107" grpId="0"/>
      <p:bldP spid="89108" grpId="0"/>
      <p:bldP spid="89109" grpId="0"/>
      <p:bldP spid="89110" grpId="0"/>
      <p:bldP spid="89111" grpId="0"/>
      <p:bldP spid="89112" grpId="0"/>
      <p:bldP spid="89113" grpId="0"/>
      <p:bldP spid="89114" grpId="0"/>
      <p:bldP spid="89115" grpId="0"/>
      <p:bldP spid="89116" grpId="0"/>
      <p:bldP spid="89117" grpId="0"/>
      <p:bldP spid="89118" grpId="0"/>
      <p:bldP spid="89119" grpId="0"/>
      <p:bldP spid="89120" grpId="0"/>
      <p:bldP spid="89121" grpId="0"/>
      <p:bldP spid="89122" grpId="0"/>
      <p:bldP spid="89123" grpId="0"/>
      <p:bldP spid="89124" grpId="0"/>
      <p:bldP spid="89125" grpId="0"/>
      <p:bldP spid="89126" grpId="0"/>
      <p:bldP spid="89127" grpId="0"/>
      <p:bldP spid="89128" grpId="0"/>
      <p:bldP spid="89129" grpId="0"/>
      <p:bldP spid="89130" grpId="0"/>
      <p:bldP spid="89131" grpId="0"/>
      <p:bldP spid="89132" grpId="0"/>
      <p:bldP spid="89133" grpId="0"/>
      <p:bldP spid="89134" grpId="0"/>
      <p:bldP spid="89135" grpId="0"/>
      <p:bldP spid="89136" grpId="0"/>
      <p:bldP spid="89137" grpId="0"/>
      <p:bldP spid="89138" grpId="0"/>
      <p:bldP spid="89139" grpId="0"/>
      <p:bldP spid="89140" grpId="0"/>
      <p:bldP spid="89141" grpId="0"/>
      <p:bldP spid="89142" grpId="0"/>
      <p:bldP spid="89143" grpId="0"/>
      <p:bldP spid="89144" grpId="0"/>
      <p:bldP spid="89145" grpId="0"/>
      <p:bldP spid="89146" grpId="0"/>
      <p:bldP spid="89147" grpId="0"/>
      <p:bldP spid="89148" grpId="0"/>
      <p:bldP spid="89149" grpId="0"/>
      <p:bldP spid="89151" grpId="0"/>
      <p:bldP spid="89152" grpId="0"/>
      <p:bldP spid="89153" grpId="0"/>
      <p:bldP spid="89154" grpId="0"/>
      <p:bldP spid="89155" grpId="0"/>
      <p:bldP spid="89156" grpId="0"/>
      <p:bldP spid="89157" grpId="0"/>
      <p:bldP spid="89158" grpId="0"/>
      <p:bldP spid="89159" grpId="0"/>
      <p:bldP spid="89160" grpId="0"/>
      <p:bldP spid="89161" grpId="0"/>
      <p:bldP spid="89162" grpId="0"/>
      <p:bldP spid="89163" grpId="0"/>
      <p:bldP spid="89164" grpId="0"/>
      <p:bldP spid="89165" grpId="0"/>
      <p:bldP spid="89166" grpId="0"/>
      <p:bldP spid="89167" grpId="0"/>
      <p:bldP spid="89169" grpId="0"/>
      <p:bldP spid="89170" grpId="0"/>
      <p:bldP spid="89171" grpId="0"/>
      <p:bldP spid="89175" grpId="0"/>
      <p:bldP spid="89176" grpId="0"/>
      <p:bldP spid="89177" grpId="0"/>
      <p:bldP spid="89178" grpId="0"/>
      <p:bldP spid="89179" grpId="0"/>
      <p:bldP spid="89180" grpId="0"/>
      <p:bldP spid="89181" grpId="0"/>
      <p:bldP spid="89182" grpId="0"/>
      <p:bldP spid="89183" grpId="0"/>
      <p:bldP spid="89184" grpId="0"/>
      <p:bldP spid="89185" grpId="0"/>
      <p:bldP spid="89186" grpId="0"/>
      <p:bldP spid="89187" grpId="0"/>
      <p:bldP spid="89188" grpId="0"/>
      <p:bldP spid="89189" grpId="0"/>
      <p:bldP spid="89190" grpId="0"/>
      <p:bldP spid="89191" grpId="0"/>
      <p:bldP spid="89192" grpId="0"/>
      <p:bldP spid="89193" grpId="0"/>
      <p:bldP spid="89194" grpId="0"/>
      <p:bldP spid="89195" grpId="0"/>
      <p:bldP spid="89196" grpId="0"/>
      <p:bldP spid="89197" grpId="0"/>
      <p:bldP spid="89198" grpId="0"/>
      <p:bldP spid="89199" grpId="0"/>
      <p:bldP spid="89200" grpId="0"/>
      <p:bldP spid="89201" grpId="0"/>
      <p:bldP spid="89202" grpId="0"/>
      <p:bldP spid="89203" grpId="0"/>
      <p:bldP spid="89204" grpId="0"/>
      <p:bldP spid="8920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a:xfrm>
            <a:off x="838200" y="304800"/>
            <a:ext cx="4836260" cy="372603"/>
          </a:xfrm>
        </p:spPr>
        <p:txBody>
          <a:bodyPr/>
          <a:lstStyle/>
          <a:p>
            <a:r>
              <a:rPr lang="en-US" altLang="en-US" dirty="0">
                <a:solidFill>
                  <a:srgbClr val="002060"/>
                </a:solidFill>
                <a:latin typeface="Comic Sans MS" panose="030F0702030302020204" pitchFamily="66" charset="0"/>
              </a:rPr>
              <a:t>              </a:t>
            </a:r>
            <a:r>
              <a:rPr lang="en-US" altLang="en-US" u="sng" dirty="0">
                <a:solidFill>
                  <a:srgbClr val="002060"/>
                </a:solidFill>
                <a:latin typeface="Times New Roman" panose="02020603050405020304" pitchFamily="18" charset="0"/>
                <a:cs typeface="Times New Roman" panose="02020603050405020304" pitchFamily="18" charset="0"/>
              </a:rPr>
              <a:t>BOOTH’S Algorithm</a:t>
            </a:r>
          </a:p>
        </p:txBody>
      </p:sp>
      <p:sp>
        <p:nvSpPr>
          <p:cNvPr id="55299" name="Content Placeholder 2"/>
          <p:cNvSpPr>
            <a:spLocks noGrp="1"/>
          </p:cNvSpPr>
          <p:nvPr>
            <p:ph sz="quarter" idx="1"/>
          </p:nvPr>
        </p:nvSpPr>
        <p:spPr>
          <a:xfrm>
            <a:off x="228600" y="1066800"/>
            <a:ext cx="8686800" cy="5127301"/>
          </a:xfrm>
        </p:spPr>
        <p:txBody>
          <a:bodyPr/>
          <a:lstStyle/>
          <a:p>
            <a:pPr algn="just"/>
            <a:endParaRPr lang="en-US" altLang="en-US" sz="2400" b="0">
              <a:latin typeface="Times New Roman" panose="02020603050405020304" pitchFamily="18" charset="0"/>
              <a:cs typeface="Times New Roman" panose="02020603050405020304" pitchFamily="18" charset="0"/>
            </a:endParaRPr>
          </a:p>
          <a:p>
            <a:pPr algn="just"/>
            <a:r>
              <a:rPr lang="en-US" altLang="en-US" sz="2400" b="0">
                <a:latin typeface="Times New Roman" panose="02020603050405020304" pitchFamily="18" charset="0"/>
                <a:cs typeface="Times New Roman" panose="02020603050405020304" pitchFamily="18" charset="0"/>
              </a:rPr>
              <a:t>The booth algorithm generates the 2n-bit product and treats both positive and negative 2’s complement n-bit operands uniformly.</a:t>
            </a:r>
          </a:p>
          <a:p>
            <a:pPr algn="just"/>
            <a:r>
              <a:rPr lang="en-US" altLang="en-US" sz="2400" b="0">
                <a:latin typeface="Times New Roman" panose="02020603050405020304" pitchFamily="18" charset="0"/>
                <a:cs typeface="Times New Roman" panose="02020603050405020304" pitchFamily="18" charset="0"/>
              </a:rPr>
              <a:t>In general, in the booth scheme, -1 times the shifted multiplicand is selected when moving from 0 to 1,  and +1 times the multiplicand is selected when moving from 1 to 0.</a:t>
            </a:r>
          </a:p>
          <a:p>
            <a:pPr algn="just">
              <a:buFont typeface="Wingdings 2" panose="05020102010507070707" pitchFamily="18" charset="2"/>
              <a:buNone/>
            </a:pPr>
            <a:r>
              <a:rPr lang="en-US" altLang="en-US" b="0" u="sng">
                <a:solidFill>
                  <a:srgbClr val="FF0000"/>
                </a:solidFill>
                <a:latin typeface="Comic Sans MS" panose="030F0702030302020204" pitchFamily="66" charset="0"/>
              </a:rPr>
              <a:t> </a:t>
            </a:r>
            <a:r>
              <a:rPr lang="en-US" altLang="en-US" b="0" u="sng">
                <a:solidFill>
                  <a:srgbClr val="FF0000"/>
                </a:solidFill>
                <a:latin typeface="Times New Roman" panose="02020603050405020304" pitchFamily="18" charset="0"/>
                <a:cs typeface="Times New Roman" panose="02020603050405020304" pitchFamily="18" charset="0"/>
              </a:rPr>
              <a:t>Example:</a:t>
            </a:r>
          </a:p>
          <a:p>
            <a:pPr algn="just">
              <a:buFont typeface="Wingdings 2" panose="05020102010507070707" pitchFamily="18" charset="2"/>
              <a:buNone/>
            </a:pPr>
            <a:r>
              <a:rPr lang="en-US" altLang="en-US" sz="2400" b="0" u="sng">
                <a:solidFill>
                  <a:srgbClr val="002060"/>
                </a:solidFill>
                <a:latin typeface="Times New Roman" panose="02020603050405020304" pitchFamily="18" charset="0"/>
                <a:cs typeface="Times New Roman" panose="02020603050405020304" pitchFamily="18" charset="0"/>
              </a:rPr>
              <a:t>Recode the multiplier </a:t>
            </a:r>
            <a:r>
              <a:rPr lang="en-US" altLang="en-US" sz="2400" b="0" u="sng">
                <a:solidFill>
                  <a:srgbClr val="00B050"/>
                </a:solidFill>
                <a:latin typeface="Times New Roman" panose="02020603050405020304" pitchFamily="18" charset="0"/>
                <a:cs typeface="Times New Roman" panose="02020603050405020304" pitchFamily="18" charset="0"/>
              </a:rPr>
              <a:t>101100</a:t>
            </a:r>
            <a:r>
              <a:rPr lang="en-US" altLang="en-US" sz="2400" b="0" u="sng">
                <a:solidFill>
                  <a:srgbClr val="002060"/>
                </a:solidFill>
                <a:latin typeface="Times New Roman" panose="02020603050405020304" pitchFamily="18" charset="0"/>
                <a:cs typeface="Times New Roman" panose="02020603050405020304" pitchFamily="18" charset="0"/>
              </a:rPr>
              <a:t> for Booth’s algorithm</a:t>
            </a:r>
            <a:r>
              <a:rPr lang="en-US" altLang="en-US" b="0" u="sng">
                <a:solidFill>
                  <a:srgbClr val="002060"/>
                </a:solidFill>
                <a:latin typeface="Times New Roman" panose="02020603050405020304" pitchFamily="18" charset="0"/>
                <a:cs typeface="Times New Roman" panose="02020603050405020304" pitchFamily="18" charset="0"/>
              </a:rPr>
              <a:t>?</a:t>
            </a:r>
          </a:p>
          <a:p>
            <a:pPr algn="just">
              <a:buFont typeface="Wingdings 2" panose="05020102010507070707" pitchFamily="18" charset="2"/>
              <a:buNone/>
            </a:pPr>
            <a:r>
              <a:rPr lang="en-US" altLang="en-US" b="0" u="sng">
                <a:solidFill>
                  <a:srgbClr val="FF0000"/>
                </a:solidFill>
                <a:latin typeface="Times New Roman" panose="02020603050405020304" pitchFamily="18" charset="0"/>
                <a:cs typeface="Times New Roman" panose="02020603050405020304" pitchFamily="18" charset="0"/>
              </a:rPr>
              <a:t>                 </a:t>
            </a:r>
          </a:p>
          <a:p>
            <a:pPr algn="just">
              <a:buFont typeface="Wingdings 2" panose="05020102010507070707" pitchFamily="18" charset="2"/>
              <a:buNone/>
            </a:pPr>
            <a:r>
              <a:rPr lang="en-US" altLang="en-US" b="0">
                <a:latin typeface="Times New Roman" panose="02020603050405020304" pitchFamily="18" charset="0"/>
                <a:cs typeface="Times New Roman" panose="02020603050405020304" pitchFamily="18" charset="0"/>
              </a:rPr>
              <a:t>                    </a:t>
            </a:r>
            <a:r>
              <a:rPr lang="en-US" altLang="en-US" b="0">
                <a:solidFill>
                  <a:srgbClr val="FF0000"/>
                </a:solidFill>
                <a:latin typeface="Times New Roman" panose="02020603050405020304" pitchFamily="18" charset="0"/>
                <a:cs typeface="Times New Roman" panose="02020603050405020304" pitchFamily="18" charset="0"/>
              </a:rPr>
              <a:t>Multiplier:      </a:t>
            </a:r>
            <a:r>
              <a:rPr lang="en-US" altLang="en-US" b="0">
                <a:latin typeface="Times New Roman" panose="02020603050405020304" pitchFamily="18" charset="0"/>
                <a:cs typeface="Times New Roman" panose="02020603050405020304" pitchFamily="18" charset="0"/>
              </a:rPr>
              <a:t>1   0  1  1  0   0 </a:t>
            </a:r>
            <a:r>
              <a:rPr lang="en-US" altLang="en-US" sz="3200" b="0">
                <a:solidFill>
                  <a:srgbClr val="FF0000"/>
                </a:solidFill>
                <a:latin typeface="Times New Roman" panose="02020603050405020304" pitchFamily="18" charset="0"/>
                <a:cs typeface="Times New Roman" panose="02020603050405020304" pitchFamily="18" charset="0"/>
              </a:rPr>
              <a:t> 0</a:t>
            </a:r>
          </a:p>
          <a:p>
            <a:pPr algn="just">
              <a:buFont typeface="Wingdings 2" panose="05020102010507070707" pitchFamily="18" charset="2"/>
              <a:buNone/>
            </a:pPr>
            <a:r>
              <a:rPr lang="en-US" altLang="en-US" sz="3200" b="0">
                <a:solidFill>
                  <a:srgbClr val="FF0000"/>
                </a:solidFill>
                <a:latin typeface="Times New Roman" panose="02020603050405020304" pitchFamily="18" charset="0"/>
                <a:cs typeface="Times New Roman" panose="02020603050405020304" pitchFamily="18" charset="0"/>
              </a:rPr>
              <a:t>Recoded Multiplier: -1 +1 0 -1 0 0</a:t>
            </a:r>
          </a:p>
        </p:txBody>
      </p:sp>
      <p:sp>
        <p:nvSpPr>
          <p:cNvPr id="55300"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1E1C2A7F-1288-42E1-BD74-F7BE528760CA}" type="datetime2">
              <a:rPr lang="en-US" altLang="en-US" smtClean="0">
                <a:solidFill>
                  <a:schemeClr val="tx2"/>
                </a:solidFill>
              </a:rPr>
              <a:t>Thursday, October 30, 2025</a:t>
            </a:fld>
            <a:endParaRPr lang="en-US" altLang="en-US">
              <a:solidFill>
                <a:schemeClr val="tx2"/>
              </a:solidFill>
            </a:endParaRPr>
          </a:p>
        </p:txBody>
      </p:sp>
      <p:sp>
        <p:nvSpPr>
          <p:cNvPr id="55302"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9DC1894B-4D93-4969-9C36-C4EB6F2BAFC3}" type="slidenum">
              <a:rPr lang="en-US" altLang="en-US" smtClean="0">
                <a:solidFill>
                  <a:srgbClr val="FFFFFF"/>
                </a:solidFill>
                <a:latin typeface="Franklin Gothic Book" panose="020B0503020102020204" pitchFamily="34" charset="0"/>
              </a:rPr>
              <a:pPr/>
              <a:t>34</a:t>
            </a:fld>
            <a:endParaRPr lang="en-US" altLang="en-US">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41972426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ChangeArrowheads="1"/>
          </p:cNvSpPr>
          <p:nvPr>
            <p:ph type="title"/>
          </p:nvPr>
        </p:nvSpPr>
        <p:spPr/>
        <p:txBody>
          <a:bodyPr/>
          <a:lstStyle/>
          <a:p>
            <a:r>
              <a:rPr lang="en-US" altLang="zh-CN"/>
              <a:t>Booth Algorithm</a:t>
            </a:r>
          </a:p>
        </p:txBody>
      </p:sp>
      <p:sp>
        <p:nvSpPr>
          <p:cNvPr id="81922" name="Line 4"/>
          <p:cNvSpPr>
            <a:spLocks noChangeShapeType="1"/>
          </p:cNvSpPr>
          <p:nvPr/>
        </p:nvSpPr>
        <p:spPr bwMode="auto">
          <a:xfrm flipH="1">
            <a:off x="2090738" y="2133600"/>
            <a:ext cx="4448175" cy="1588"/>
          </a:xfrm>
          <a:prstGeom prst="line">
            <a:avLst/>
          </a:prstGeom>
          <a:noFill/>
          <a:ln w="25400">
            <a:solidFill>
              <a:srgbClr val="00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1923" name="Line 5"/>
          <p:cNvSpPr>
            <a:spLocks noChangeShapeType="1"/>
          </p:cNvSpPr>
          <p:nvPr/>
        </p:nvSpPr>
        <p:spPr bwMode="auto">
          <a:xfrm flipV="1">
            <a:off x="3870325" y="2133600"/>
            <a:ext cx="1588" cy="2982913"/>
          </a:xfrm>
          <a:prstGeom prst="line">
            <a:avLst/>
          </a:prstGeom>
          <a:noFill/>
          <a:ln w="25400">
            <a:solidFill>
              <a:srgbClr val="00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1924" name="Line 6"/>
          <p:cNvSpPr>
            <a:spLocks noChangeShapeType="1"/>
          </p:cNvSpPr>
          <p:nvPr/>
        </p:nvSpPr>
        <p:spPr bwMode="auto">
          <a:xfrm flipH="1">
            <a:off x="2090738" y="5116513"/>
            <a:ext cx="4448175" cy="1587"/>
          </a:xfrm>
          <a:prstGeom prst="line">
            <a:avLst/>
          </a:prstGeom>
          <a:noFill/>
          <a:ln w="25400">
            <a:solidFill>
              <a:srgbClr val="00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1925" name="Line 7"/>
          <p:cNvSpPr>
            <a:spLocks noChangeShapeType="1"/>
          </p:cNvSpPr>
          <p:nvPr/>
        </p:nvSpPr>
        <p:spPr bwMode="auto">
          <a:xfrm flipH="1">
            <a:off x="2090738" y="2735263"/>
            <a:ext cx="1779587" cy="1587"/>
          </a:xfrm>
          <a:prstGeom prst="line">
            <a:avLst/>
          </a:prstGeom>
          <a:noFill/>
          <a:ln w="25400">
            <a:solidFill>
              <a:srgbClr val="00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1926" name="Line 8"/>
          <p:cNvSpPr>
            <a:spLocks noChangeShapeType="1"/>
          </p:cNvSpPr>
          <p:nvPr/>
        </p:nvSpPr>
        <p:spPr bwMode="auto">
          <a:xfrm flipH="1">
            <a:off x="2090738" y="3338513"/>
            <a:ext cx="4448175" cy="1587"/>
          </a:xfrm>
          <a:prstGeom prst="line">
            <a:avLst/>
          </a:prstGeom>
          <a:noFill/>
          <a:ln w="25400">
            <a:solidFill>
              <a:srgbClr val="00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1927" name="Rectangle 9"/>
          <p:cNvSpPr>
            <a:spLocks noChangeArrowheads="1"/>
          </p:cNvSpPr>
          <p:nvPr/>
        </p:nvSpPr>
        <p:spPr bwMode="auto">
          <a:xfrm>
            <a:off x="2484438" y="2292350"/>
            <a:ext cx="9699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Multiplier</a:t>
            </a:r>
            <a:endParaRPr lang="en-CA" altLang="zh-CN" sz="2400">
              <a:latin typeface="Times New Roman" panose="02020603050405020304" pitchFamily="18" charset="0"/>
              <a:ea typeface="SimSun" panose="02010600030101010101" pitchFamily="2" charset="-122"/>
            </a:endParaRPr>
          </a:p>
        </p:txBody>
      </p:sp>
      <p:sp>
        <p:nvSpPr>
          <p:cNvPr id="81928" name="Rectangle 10"/>
          <p:cNvSpPr>
            <a:spLocks noChangeArrowheads="1"/>
          </p:cNvSpPr>
          <p:nvPr/>
        </p:nvSpPr>
        <p:spPr bwMode="auto">
          <a:xfrm>
            <a:off x="2327275" y="2867025"/>
            <a:ext cx="2809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Bit</a:t>
            </a:r>
            <a:endParaRPr lang="en-CA" altLang="zh-CN" sz="2400">
              <a:latin typeface="Times New Roman" panose="02020603050405020304" pitchFamily="18" charset="0"/>
              <a:ea typeface="SimSun" panose="02010600030101010101" pitchFamily="2" charset="-122"/>
            </a:endParaRPr>
          </a:p>
        </p:txBody>
      </p:sp>
      <p:sp>
        <p:nvSpPr>
          <p:cNvPr id="81929" name="Rectangle 11"/>
          <p:cNvSpPr>
            <a:spLocks noChangeArrowheads="1"/>
          </p:cNvSpPr>
          <p:nvPr/>
        </p:nvSpPr>
        <p:spPr bwMode="auto">
          <a:xfrm>
            <a:off x="2665413" y="2867025"/>
            <a:ext cx="53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i="1">
                <a:solidFill>
                  <a:srgbClr val="000000"/>
                </a:solidFill>
                <a:latin typeface="Nimbus Roman No9 L"/>
                <a:ea typeface="SimSun" panose="02010600030101010101" pitchFamily="2" charset="-122"/>
              </a:rPr>
              <a:t>i</a:t>
            </a:r>
            <a:endParaRPr lang="en-CA" altLang="zh-CN" sz="2400">
              <a:latin typeface="Times New Roman" panose="02020603050405020304" pitchFamily="18" charset="0"/>
              <a:ea typeface="SimSun" panose="02010600030101010101" pitchFamily="2" charset="-122"/>
            </a:endParaRPr>
          </a:p>
        </p:txBody>
      </p:sp>
      <p:sp>
        <p:nvSpPr>
          <p:cNvPr id="81930" name="Rectangle 12"/>
          <p:cNvSpPr>
            <a:spLocks noChangeArrowheads="1"/>
          </p:cNvSpPr>
          <p:nvPr/>
        </p:nvSpPr>
        <p:spPr bwMode="auto">
          <a:xfrm>
            <a:off x="3033713" y="2867025"/>
            <a:ext cx="28098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Bit</a:t>
            </a:r>
            <a:endParaRPr lang="en-CA" altLang="zh-CN" sz="2400">
              <a:latin typeface="Times New Roman" panose="02020603050405020304" pitchFamily="18" charset="0"/>
              <a:ea typeface="SimSun" panose="02010600030101010101" pitchFamily="2" charset="-122"/>
            </a:endParaRPr>
          </a:p>
        </p:txBody>
      </p:sp>
      <p:sp>
        <p:nvSpPr>
          <p:cNvPr id="81931" name="Rectangle 13"/>
          <p:cNvSpPr>
            <a:spLocks noChangeArrowheads="1"/>
          </p:cNvSpPr>
          <p:nvPr/>
        </p:nvSpPr>
        <p:spPr bwMode="auto">
          <a:xfrm>
            <a:off x="3371850" y="2863850"/>
            <a:ext cx="53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i="1">
                <a:solidFill>
                  <a:srgbClr val="000000"/>
                </a:solidFill>
                <a:latin typeface="Nimbus Roman No9 L"/>
                <a:ea typeface="SimSun" panose="02010600030101010101" pitchFamily="2" charset="-122"/>
              </a:rPr>
              <a:t>i</a:t>
            </a:r>
            <a:endParaRPr lang="en-CA" altLang="zh-CN" sz="2400">
              <a:latin typeface="Times New Roman" panose="02020603050405020304" pitchFamily="18" charset="0"/>
              <a:ea typeface="SimSun" panose="02010600030101010101" pitchFamily="2" charset="-122"/>
            </a:endParaRPr>
          </a:p>
        </p:txBody>
      </p:sp>
      <p:sp>
        <p:nvSpPr>
          <p:cNvPr id="81932" name="Rectangle 14"/>
          <p:cNvSpPr>
            <a:spLocks noChangeArrowheads="1"/>
          </p:cNvSpPr>
          <p:nvPr/>
        </p:nvSpPr>
        <p:spPr bwMode="auto">
          <a:xfrm>
            <a:off x="3532188" y="2876550"/>
            <a:ext cx="127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a:solidFill>
                  <a:srgbClr val="000000"/>
                </a:solidFill>
                <a:latin typeface="Nimbus Roman No9 L"/>
                <a:ea typeface="SimSun" panose="02010600030101010101" pitchFamily="2" charset="-122"/>
              </a:rPr>
              <a:t>1</a:t>
            </a:r>
            <a:endParaRPr lang="en-CA" altLang="zh-CN">
              <a:latin typeface="Times New Roman" panose="02020603050405020304" pitchFamily="18" charset="0"/>
              <a:ea typeface="SimSun" panose="02010600030101010101" pitchFamily="2" charset="-122"/>
            </a:endParaRPr>
          </a:p>
        </p:txBody>
      </p:sp>
      <p:sp>
        <p:nvSpPr>
          <p:cNvPr id="81933" name="Rectangle 15"/>
          <p:cNvSpPr>
            <a:spLocks noChangeArrowheads="1"/>
          </p:cNvSpPr>
          <p:nvPr/>
        </p:nvSpPr>
        <p:spPr bwMode="auto">
          <a:xfrm>
            <a:off x="3451225" y="2863850"/>
            <a:ext cx="80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81934" name="Rectangle 16"/>
          <p:cNvSpPr>
            <a:spLocks noChangeArrowheads="1"/>
          </p:cNvSpPr>
          <p:nvPr/>
        </p:nvSpPr>
        <p:spPr bwMode="auto">
          <a:xfrm>
            <a:off x="4079875" y="2422525"/>
            <a:ext cx="1603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V</a:t>
            </a:r>
            <a:endParaRPr lang="en-CA" altLang="zh-CN" sz="2400">
              <a:latin typeface="Times New Roman" panose="02020603050405020304" pitchFamily="18" charset="0"/>
              <a:ea typeface="SimSun" panose="02010600030101010101" pitchFamily="2" charset="-122"/>
            </a:endParaRPr>
          </a:p>
        </p:txBody>
      </p:sp>
      <p:sp>
        <p:nvSpPr>
          <p:cNvPr id="81935" name="Rectangle 17"/>
          <p:cNvSpPr>
            <a:spLocks noChangeArrowheads="1"/>
          </p:cNvSpPr>
          <p:nvPr/>
        </p:nvSpPr>
        <p:spPr bwMode="auto">
          <a:xfrm>
            <a:off x="4237038" y="2422525"/>
            <a:ext cx="227488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ersion of multiplicand</a:t>
            </a:r>
            <a:endParaRPr lang="en-CA" altLang="zh-CN" sz="2400">
              <a:latin typeface="Times New Roman" panose="02020603050405020304" pitchFamily="18" charset="0"/>
              <a:ea typeface="SimSun" panose="02010600030101010101" pitchFamily="2" charset="-122"/>
            </a:endParaRPr>
          </a:p>
        </p:txBody>
      </p:sp>
      <p:sp>
        <p:nvSpPr>
          <p:cNvPr id="81936" name="Rectangle 18"/>
          <p:cNvSpPr>
            <a:spLocks noChangeArrowheads="1"/>
          </p:cNvSpPr>
          <p:nvPr/>
        </p:nvSpPr>
        <p:spPr bwMode="auto">
          <a:xfrm>
            <a:off x="4446588" y="2684463"/>
            <a:ext cx="15462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selected by bit</a:t>
            </a:r>
            <a:endParaRPr lang="en-CA" altLang="zh-CN" sz="2400">
              <a:latin typeface="Times New Roman" panose="02020603050405020304" pitchFamily="18" charset="0"/>
              <a:ea typeface="SimSun" panose="02010600030101010101" pitchFamily="2" charset="-122"/>
            </a:endParaRPr>
          </a:p>
        </p:txBody>
      </p:sp>
      <p:sp>
        <p:nvSpPr>
          <p:cNvPr id="81937" name="Rectangle 19"/>
          <p:cNvSpPr>
            <a:spLocks noChangeArrowheads="1"/>
          </p:cNvSpPr>
          <p:nvPr/>
        </p:nvSpPr>
        <p:spPr bwMode="auto">
          <a:xfrm>
            <a:off x="5884863" y="2684463"/>
            <a:ext cx="539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i="1">
                <a:solidFill>
                  <a:srgbClr val="000000"/>
                </a:solidFill>
                <a:latin typeface="Nimbus Roman No9 L"/>
                <a:ea typeface="SimSun" panose="02010600030101010101" pitchFamily="2" charset="-122"/>
              </a:rPr>
              <a:t>i</a:t>
            </a:r>
            <a:endParaRPr lang="en-CA" altLang="zh-CN" sz="2400">
              <a:latin typeface="Times New Roman" panose="02020603050405020304" pitchFamily="18" charset="0"/>
              <a:ea typeface="SimSun" panose="02010600030101010101" pitchFamily="2" charset="-122"/>
            </a:endParaRPr>
          </a:p>
        </p:txBody>
      </p:sp>
      <p:sp>
        <p:nvSpPr>
          <p:cNvPr id="81938" name="Rectangle 20"/>
          <p:cNvSpPr>
            <a:spLocks noChangeArrowheads="1"/>
          </p:cNvSpPr>
          <p:nvPr/>
        </p:nvSpPr>
        <p:spPr bwMode="auto">
          <a:xfrm>
            <a:off x="2457450" y="33909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1939" name="Rectangle 21"/>
          <p:cNvSpPr>
            <a:spLocks noChangeArrowheads="1"/>
          </p:cNvSpPr>
          <p:nvPr/>
        </p:nvSpPr>
        <p:spPr bwMode="auto">
          <a:xfrm>
            <a:off x="3346450" y="38354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1940" name="Rectangle 22"/>
          <p:cNvSpPr>
            <a:spLocks noChangeArrowheads="1"/>
          </p:cNvSpPr>
          <p:nvPr/>
        </p:nvSpPr>
        <p:spPr bwMode="auto">
          <a:xfrm>
            <a:off x="3346450" y="33909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1941" name="Rectangle 23"/>
          <p:cNvSpPr>
            <a:spLocks noChangeArrowheads="1"/>
          </p:cNvSpPr>
          <p:nvPr/>
        </p:nvSpPr>
        <p:spPr bwMode="auto">
          <a:xfrm>
            <a:off x="2457450" y="38354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1942" name="Rectangle 24"/>
          <p:cNvSpPr>
            <a:spLocks noChangeArrowheads="1"/>
          </p:cNvSpPr>
          <p:nvPr/>
        </p:nvSpPr>
        <p:spPr bwMode="auto">
          <a:xfrm>
            <a:off x="3346450" y="42799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1943" name="Rectangle 25"/>
          <p:cNvSpPr>
            <a:spLocks noChangeArrowheads="1"/>
          </p:cNvSpPr>
          <p:nvPr/>
        </p:nvSpPr>
        <p:spPr bwMode="auto">
          <a:xfrm>
            <a:off x="2457450" y="42799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1944" name="Rectangle 26"/>
          <p:cNvSpPr>
            <a:spLocks noChangeArrowheads="1"/>
          </p:cNvSpPr>
          <p:nvPr/>
        </p:nvSpPr>
        <p:spPr bwMode="auto">
          <a:xfrm>
            <a:off x="2457450" y="47244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1945" name="Rectangle 27"/>
          <p:cNvSpPr>
            <a:spLocks noChangeArrowheads="1"/>
          </p:cNvSpPr>
          <p:nvPr/>
        </p:nvSpPr>
        <p:spPr bwMode="auto">
          <a:xfrm>
            <a:off x="3346450" y="47244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1946" name="Rectangle 28"/>
          <p:cNvSpPr>
            <a:spLocks noChangeArrowheads="1"/>
          </p:cNvSpPr>
          <p:nvPr/>
        </p:nvSpPr>
        <p:spPr bwMode="auto">
          <a:xfrm>
            <a:off x="4891088" y="3416300"/>
            <a:ext cx="1349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1947" name="Rectangle 29"/>
          <p:cNvSpPr>
            <a:spLocks noChangeArrowheads="1"/>
          </p:cNvSpPr>
          <p:nvPr/>
        </p:nvSpPr>
        <p:spPr bwMode="auto">
          <a:xfrm>
            <a:off x="5257800" y="3416300"/>
            <a:ext cx="2714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 M</a:t>
            </a:r>
            <a:endParaRPr lang="en-CA" altLang="zh-CN" sz="2400">
              <a:latin typeface="Times New Roman" panose="02020603050405020304" pitchFamily="18" charset="0"/>
              <a:ea typeface="SimSun" panose="02010600030101010101" pitchFamily="2" charset="-122"/>
            </a:endParaRPr>
          </a:p>
        </p:txBody>
      </p:sp>
      <p:sp>
        <p:nvSpPr>
          <p:cNvPr id="81948" name="Rectangle 31"/>
          <p:cNvSpPr>
            <a:spLocks noChangeArrowheads="1"/>
          </p:cNvSpPr>
          <p:nvPr/>
        </p:nvSpPr>
        <p:spPr bwMode="auto">
          <a:xfrm>
            <a:off x="4891088" y="3860800"/>
            <a:ext cx="1349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1949" name="Rectangle 32"/>
          <p:cNvSpPr>
            <a:spLocks noChangeArrowheads="1"/>
          </p:cNvSpPr>
          <p:nvPr/>
        </p:nvSpPr>
        <p:spPr bwMode="auto">
          <a:xfrm>
            <a:off x="4706938" y="3860800"/>
            <a:ext cx="14128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81950" name="Rectangle 33"/>
          <p:cNvSpPr>
            <a:spLocks noChangeArrowheads="1"/>
          </p:cNvSpPr>
          <p:nvPr/>
        </p:nvSpPr>
        <p:spPr bwMode="auto">
          <a:xfrm>
            <a:off x="5257800" y="3860800"/>
            <a:ext cx="2714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 M</a:t>
            </a:r>
            <a:endParaRPr lang="en-CA" altLang="zh-CN" sz="2400">
              <a:latin typeface="Times New Roman" panose="02020603050405020304" pitchFamily="18" charset="0"/>
              <a:ea typeface="SimSun" panose="02010600030101010101" pitchFamily="2" charset="-122"/>
            </a:endParaRPr>
          </a:p>
        </p:txBody>
      </p:sp>
      <p:sp>
        <p:nvSpPr>
          <p:cNvPr id="81951" name="Rectangle 35"/>
          <p:cNvSpPr>
            <a:spLocks noChangeArrowheads="1"/>
          </p:cNvSpPr>
          <p:nvPr/>
        </p:nvSpPr>
        <p:spPr bwMode="auto">
          <a:xfrm>
            <a:off x="4891088" y="4306888"/>
            <a:ext cx="1349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81952" name="Rectangle 36"/>
          <p:cNvSpPr>
            <a:spLocks noChangeArrowheads="1"/>
          </p:cNvSpPr>
          <p:nvPr/>
        </p:nvSpPr>
        <p:spPr bwMode="auto">
          <a:xfrm>
            <a:off x="4710113" y="4322763"/>
            <a:ext cx="1317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zh-CN" altLang="en-CA" sz="1900">
                <a:solidFill>
                  <a:srgbClr val="000000"/>
                </a:solidFill>
                <a:latin typeface="Nimbus Roman No9 L"/>
                <a:ea typeface="SimSun" panose="02010600030101010101" pitchFamily="2" charset="-122"/>
                <a:sym typeface="Symbol" panose="05050102010706020507" pitchFamily="18" charset="2"/>
              </a:rPr>
              <a:t></a:t>
            </a:r>
            <a:endParaRPr lang="zh-CN" altLang="en-CA" sz="2400">
              <a:latin typeface="Times New Roman" panose="02020603050405020304" pitchFamily="18" charset="0"/>
              <a:ea typeface="SimSun" panose="02010600030101010101" pitchFamily="2" charset="-122"/>
            </a:endParaRPr>
          </a:p>
        </p:txBody>
      </p:sp>
      <p:sp>
        <p:nvSpPr>
          <p:cNvPr id="81953" name="Rectangle 37"/>
          <p:cNvSpPr>
            <a:spLocks noChangeArrowheads="1"/>
          </p:cNvSpPr>
          <p:nvPr/>
        </p:nvSpPr>
        <p:spPr bwMode="auto">
          <a:xfrm>
            <a:off x="5257800" y="4306888"/>
            <a:ext cx="2714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 M</a:t>
            </a:r>
            <a:endParaRPr lang="en-CA" altLang="zh-CN" sz="2400">
              <a:latin typeface="Times New Roman" panose="02020603050405020304" pitchFamily="18" charset="0"/>
              <a:ea typeface="SimSun" panose="02010600030101010101" pitchFamily="2" charset="-122"/>
            </a:endParaRPr>
          </a:p>
        </p:txBody>
      </p:sp>
      <p:sp>
        <p:nvSpPr>
          <p:cNvPr id="81954" name="Rectangle 39"/>
          <p:cNvSpPr>
            <a:spLocks noChangeArrowheads="1"/>
          </p:cNvSpPr>
          <p:nvPr/>
        </p:nvSpPr>
        <p:spPr bwMode="auto">
          <a:xfrm>
            <a:off x="4891088" y="4751388"/>
            <a:ext cx="1349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81955" name="Rectangle 40"/>
          <p:cNvSpPr>
            <a:spLocks noChangeArrowheads="1"/>
          </p:cNvSpPr>
          <p:nvPr/>
        </p:nvSpPr>
        <p:spPr bwMode="auto">
          <a:xfrm>
            <a:off x="5257800" y="4751388"/>
            <a:ext cx="2714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900">
                <a:solidFill>
                  <a:srgbClr val="000000"/>
                </a:solidFill>
                <a:latin typeface="Nimbus Roman No9 L"/>
                <a:ea typeface="SimSun" panose="02010600030101010101" pitchFamily="2" charset="-122"/>
              </a:rPr>
              <a:t> M</a:t>
            </a:r>
            <a:endParaRPr lang="en-CA" altLang="zh-CN" sz="2400">
              <a:latin typeface="Times New Roman" panose="02020603050405020304" pitchFamily="18" charset="0"/>
              <a:ea typeface="SimSun" panose="02010600030101010101" pitchFamily="2" charset="-122"/>
            </a:endParaRPr>
          </a:p>
        </p:txBody>
      </p:sp>
      <p:sp>
        <p:nvSpPr>
          <p:cNvPr id="81956" name="Rectangle 42"/>
          <p:cNvSpPr>
            <a:spLocks noChangeArrowheads="1"/>
          </p:cNvSpPr>
          <p:nvPr/>
        </p:nvSpPr>
        <p:spPr bwMode="auto">
          <a:xfrm>
            <a:off x="1931988" y="5900738"/>
            <a:ext cx="3687762"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2100">
                <a:solidFill>
                  <a:srgbClr val="000000"/>
                </a:solidFill>
                <a:latin typeface="Nimbus Roman No9 L"/>
                <a:ea typeface="SimSun" panose="02010600030101010101" pitchFamily="2" charset="-122"/>
              </a:rPr>
              <a:t>Booth multiplier recoding table.</a:t>
            </a:r>
            <a:endParaRPr lang="en-CA" altLang="zh-CN" sz="2400">
              <a:latin typeface="Times New Roman" panose="02020603050405020304" pitchFamily="18" charset="0"/>
              <a:ea typeface="SimSun" panose="02010600030101010101" pitchFamily="2" charset="-122"/>
            </a:endParaRPr>
          </a:p>
        </p:txBody>
      </p:sp>
      <p:sp>
        <p:nvSpPr>
          <p:cNvPr id="81957" name="Text Box 177"/>
          <p:cNvSpPr txBox="1">
            <a:spLocks noChangeArrowheads="1"/>
          </p:cNvSpPr>
          <p:nvPr/>
        </p:nvSpPr>
        <p:spPr bwMode="auto">
          <a:xfrm>
            <a:off x="5029200" y="3352800"/>
            <a:ext cx="22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a:solidFill>
                  <a:srgbClr val="000000"/>
                </a:solidFill>
                <a:latin typeface="Times New Roman" panose="02020603050405020304" pitchFamily="18" charset="0"/>
                <a:ea typeface="SimSun" panose="02010600030101010101" pitchFamily="2" charset="-122"/>
                <a:cs typeface="Times New Roman" panose="02020603050405020304" pitchFamily="18" charset="0"/>
              </a:rPr>
              <a:t>X</a:t>
            </a:r>
            <a:endParaRPr lang="en-US" altLang="zh-CN">
              <a:ea typeface="SimSun" panose="02010600030101010101" pitchFamily="2" charset="-122"/>
              <a:cs typeface="Arial" panose="020B0604020202020204" pitchFamily="34" charset="0"/>
            </a:endParaRPr>
          </a:p>
        </p:txBody>
      </p:sp>
      <p:sp>
        <p:nvSpPr>
          <p:cNvPr id="81958" name="Text Box 178"/>
          <p:cNvSpPr txBox="1">
            <a:spLocks noChangeArrowheads="1"/>
          </p:cNvSpPr>
          <p:nvPr/>
        </p:nvSpPr>
        <p:spPr bwMode="auto">
          <a:xfrm>
            <a:off x="5029200" y="3810000"/>
            <a:ext cx="22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a:solidFill>
                  <a:srgbClr val="000000"/>
                </a:solidFill>
                <a:latin typeface="Times New Roman" panose="02020603050405020304" pitchFamily="18" charset="0"/>
                <a:ea typeface="SimSun" panose="02010600030101010101" pitchFamily="2" charset="-122"/>
                <a:cs typeface="Times New Roman" panose="02020603050405020304" pitchFamily="18" charset="0"/>
              </a:rPr>
              <a:t>X</a:t>
            </a:r>
            <a:endParaRPr lang="en-US" altLang="zh-CN">
              <a:ea typeface="SimSun" panose="02010600030101010101" pitchFamily="2" charset="-122"/>
              <a:cs typeface="Arial" panose="020B0604020202020204" pitchFamily="34" charset="0"/>
            </a:endParaRPr>
          </a:p>
        </p:txBody>
      </p:sp>
      <p:sp>
        <p:nvSpPr>
          <p:cNvPr id="81959" name="Text Box 179"/>
          <p:cNvSpPr txBox="1">
            <a:spLocks noChangeArrowheads="1"/>
          </p:cNvSpPr>
          <p:nvPr/>
        </p:nvSpPr>
        <p:spPr bwMode="auto">
          <a:xfrm>
            <a:off x="5029200" y="4267200"/>
            <a:ext cx="22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a:solidFill>
                  <a:srgbClr val="000000"/>
                </a:solidFill>
                <a:latin typeface="Times New Roman" panose="02020603050405020304" pitchFamily="18" charset="0"/>
                <a:ea typeface="SimSun" panose="02010600030101010101" pitchFamily="2" charset="-122"/>
                <a:cs typeface="Times New Roman" panose="02020603050405020304" pitchFamily="18" charset="0"/>
              </a:rPr>
              <a:t>X</a:t>
            </a:r>
            <a:endParaRPr lang="en-US" altLang="zh-CN">
              <a:ea typeface="SimSun" panose="02010600030101010101" pitchFamily="2" charset="-122"/>
              <a:cs typeface="Arial" panose="020B0604020202020204" pitchFamily="34" charset="0"/>
            </a:endParaRPr>
          </a:p>
        </p:txBody>
      </p:sp>
      <p:sp>
        <p:nvSpPr>
          <p:cNvPr id="81960" name="Text Box 180"/>
          <p:cNvSpPr txBox="1">
            <a:spLocks noChangeArrowheads="1"/>
          </p:cNvSpPr>
          <p:nvPr/>
        </p:nvSpPr>
        <p:spPr bwMode="auto">
          <a:xfrm>
            <a:off x="5029200" y="4724400"/>
            <a:ext cx="22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a:solidFill>
                  <a:srgbClr val="000000"/>
                </a:solidFill>
                <a:latin typeface="Times New Roman" panose="02020603050405020304" pitchFamily="18" charset="0"/>
                <a:ea typeface="SimSun" panose="02010600030101010101" pitchFamily="2" charset="-122"/>
                <a:cs typeface="Times New Roman" panose="02020603050405020304" pitchFamily="18" charset="0"/>
              </a:rPr>
              <a:t>X</a:t>
            </a:r>
            <a:endParaRPr lang="en-US" altLang="zh-CN">
              <a:ea typeface="SimSun" panose="02010600030101010101" pitchFamily="2" charset="-122"/>
              <a:cs typeface="Arial" panose="020B0604020202020204" pitchFamily="34" charset="0"/>
            </a:endParaRPr>
          </a:p>
        </p:txBody>
      </p:sp>
    </p:spTree>
    <p:extLst>
      <p:ext uri="{BB962C8B-B14F-4D97-AF65-F5344CB8AC3E}">
        <p14:creationId xmlns:p14="http://schemas.microsoft.com/office/powerpoint/2010/main" val="551403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ChangeArrowheads="1"/>
          </p:cNvSpPr>
          <p:nvPr>
            <p:ph type="title"/>
          </p:nvPr>
        </p:nvSpPr>
        <p:spPr/>
        <p:txBody>
          <a:bodyPr/>
          <a:lstStyle/>
          <a:p>
            <a:r>
              <a:rPr lang="en-US" altLang="zh-CN"/>
              <a:t>Booth Algorithm</a:t>
            </a:r>
          </a:p>
        </p:txBody>
      </p:sp>
      <p:sp>
        <p:nvSpPr>
          <p:cNvPr id="77826" name="Rectangle 3"/>
          <p:cNvSpPr>
            <a:spLocks noGrp="1" noChangeArrowheads="1"/>
          </p:cNvSpPr>
          <p:nvPr>
            <p:ph idx="1"/>
          </p:nvPr>
        </p:nvSpPr>
        <p:spPr>
          <a:xfrm>
            <a:off x="457200" y="1719263"/>
            <a:ext cx="8229600" cy="1404937"/>
          </a:xfrm>
        </p:spPr>
        <p:txBody>
          <a:bodyPr/>
          <a:lstStyle/>
          <a:p>
            <a:pPr>
              <a:lnSpc>
                <a:spcPct val="90000"/>
              </a:lnSpc>
            </a:pPr>
            <a:r>
              <a:rPr lang="en-US" altLang="zh-CN" sz="2100">
                <a:ea typeface="SimSun" panose="02010600030101010101" pitchFamily="2" charset="-122"/>
              </a:rPr>
              <a:t>In general, in the Booth scheme, -1 times the shifted multiplicand is selected when moving from 0 to 1, and +1 times the shifted multiplicand is selected when moving from 1 to 0, as the multiplier is scanned from right to left.</a:t>
            </a:r>
          </a:p>
        </p:txBody>
      </p:sp>
      <p:sp>
        <p:nvSpPr>
          <p:cNvPr id="77827" name="Rectangle 4"/>
          <p:cNvSpPr>
            <a:spLocks noChangeArrowheads="1"/>
          </p:cNvSpPr>
          <p:nvPr/>
        </p:nvSpPr>
        <p:spPr bwMode="auto">
          <a:xfrm>
            <a:off x="2743200" y="4572000"/>
            <a:ext cx="30400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a:solidFill>
                  <a:srgbClr val="000000"/>
                </a:solidFill>
                <a:latin typeface="Nimbus Roman No9 L"/>
                <a:ea typeface="SimSun" panose="02010600030101010101" pitchFamily="2" charset="-122"/>
              </a:rPr>
              <a:t>Booth recoding of a multiplier.</a:t>
            </a:r>
            <a:endParaRPr lang="en-CA" altLang="zh-CN">
              <a:latin typeface="Times New Roman" panose="02020603050405020304" pitchFamily="18" charset="0"/>
              <a:ea typeface="SimSun" panose="02010600030101010101" pitchFamily="2" charset="-122"/>
            </a:endParaRPr>
          </a:p>
        </p:txBody>
      </p:sp>
      <p:sp>
        <p:nvSpPr>
          <p:cNvPr id="77828" name="Rectangle 5"/>
          <p:cNvSpPr>
            <a:spLocks noChangeArrowheads="1"/>
          </p:cNvSpPr>
          <p:nvPr/>
        </p:nvSpPr>
        <p:spPr bwMode="auto">
          <a:xfrm>
            <a:off x="7024688" y="3146425"/>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29" name="Rectangle 6"/>
          <p:cNvSpPr>
            <a:spLocks noChangeArrowheads="1"/>
          </p:cNvSpPr>
          <p:nvPr/>
        </p:nvSpPr>
        <p:spPr bwMode="auto">
          <a:xfrm>
            <a:off x="6711950" y="3146425"/>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30" name="Rectangle 7"/>
          <p:cNvSpPr>
            <a:spLocks noChangeArrowheads="1"/>
          </p:cNvSpPr>
          <p:nvPr/>
        </p:nvSpPr>
        <p:spPr bwMode="auto">
          <a:xfrm>
            <a:off x="6381750" y="3146425"/>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31" name="Rectangle 8"/>
          <p:cNvSpPr>
            <a:spLocks noChangeArrowheads="1"/>
          </p:cNvSpPr>
          <p:nvPr/>
        </p:nvSpPr>
        <p:spPr bwMode="auto">
          <a:xfrm>
            <a:off x="6067425" y="3146425"/>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32" name="Rectangle 9"/>
          <p:cNvSpPr>
            <a:spLocks noChangeArrowheads="1"/>
          </p:cNvSpPr>
          <p:nvPr/>
        </p:nvSpPr>
        <p:spPr bwMode="auto">
          <a:xfrm>
            <a:off x="5754688" y="3146425"/>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33" name="Rectangle 10"/>
          <p:cNvSpPr>
            <a:spLocks noChangeArrowheads="1"/>
          </p:cNvSpPr>
          <p:nvPr/>
        </p:nvSpPr>
        <p:spPr bwMode="auto">
          <a:xfrm>
            <a:off x="5424488" y="3146425"/>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34" name="Rectangle 11"/>
          <p:cNvSpPr>
            <a:spLocks noChangeArrowheads="1"/>
          </p:cNvSpPr>
          <p:nvPr/>
        </p:nvSpPr>
        <p:spPr bwMode="auto">
          <a:xfrm>
            <a:off x="5110163" y="3146425"/>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35" name="Rectangle 12"/>
          <p:cNvSpPr>
            <a:spLocks noChangeArrowheads="1"/>
          </p:cNvSpPr>
          <p:nvPr/>
        </p:nvSpPr>
        <p:spPr bwMode="auto">
          <a:xfrm>
            <a:off x="4779963" y="3146425"/>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36" name="Rectangle 13"/>
          <p:cNvSpPr>
            <a:spLocks noChangeArrowheads="1"/>
          </p:cNvSpPr>
          <p:nvPr/>
        </p:nvSpPr>
        <p:spPr bwMode="auto">
          <a:xfrm>
            <a:off x="4467225" y="3146425"/>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37" name="Rectangle 14"/>
          <p:cNvSpPr>
            <a:spLocks noChangeArrowheads="1"/>
          </p:cNvSpPr>
          <p:nvPr/>
        </p:nvSpPr>
        <p:spPr bwMode="auto">
          <a:xfrm>
            <a:off x="4117975" y="3146425"/>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38" name="Rectangle 15"/>
          <p:cNvSpPr>
            <a:spLocks noChangeArrowheads="1"/>
          </p:cNvSpPr>
          <p:nvPr/>
        </p:nvSpPr>
        <p:spPr bwMode="auto">
          <a:xfrm>
            <a:off x="3805238" y="3146425"/>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39" name="Rectangle 16"/>
          <p:cNvSpPr>
            <a:spLocks noChangeArrowheads="1"/>
          </p:cNvSpPr>
          <p:nvPr/>
        </p:nvSpPr>
        <p:spPr bwMode="auto">
          <a:xfrm>
            <a:off x="3475038" y="3146425"/>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40" name="Rectangle 17"/>
          <p:cNvSpPr>
            <a:spLocks noChangeArrowheads="1"/>
          </p:cNvSpPr>
          <p:nvPr/>
        </p:nvSpPr>
        <p:spPr bwMode="auto">
          <a:xfrm>
            <a:off x="3162300" y="3146425"/>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41" name="Rectangle 18"/>
          <p:cNvSpPr>
            <a:spLocks noChangeArrowheads="1"/>
          </p:cNvSpPr>
          <p:nvPr/>
        </p:nvSpPr>
        <p:spPr bwMode="auto">
          <a:xfrm>
            <a:off x="2847975" y="3146425"/>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42" name="Rectangle 19"/>
          <p:cNvSpPr>
            <a:spLocks noChangeArrowheads="1"/>
          </p:cNvSpPr>
          <p:nvPr/>
        </p:nvSpPr>
        <p:spPr bwMode="auto">
          <a:xfrm>
            <a:off x="2517775" y="3146425"/>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43" name="Rectangle 20"/>
          <p:cNvSpPr>
            <a:spLocks noChangeArrowheads="1"/>
          </p:cNvSpPr>
          <p:nvPr/>
        </p:nvSpPr>
        <p:spPr bwMode="auto">
          <a:xfrm>
            <a:off x="2205038" y="3146425"/>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44" name="Rectangle 21"/>
          <p:cNvSpPr>
            <a:spLocks noChangeArrowheads="1"/>
          </p:cNvSpPr>
          <p:nvPr/>
        </p:nvSpPr>
        <p:spPr bwMode="auto">
          <a:xfrm>
            <a:off x="1890713" y="3146425"/>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45" name="Rectangle 22"/>
          <p:cNvSpPr>
            <a:spLocks noChangeArrowheads="1"/>
          </p:cNvSpPr>
          <p:nvPr/>
        </p:nvSpPr>
        <p:spPr bwMode="auto">
          <a:xfrm>
            <a:off x="1560513" y="3146425"/>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46" name="Rectangle 23"/>
          <p:cNvSpPr>
            <a:spLocks noChangeArrowheads="1"/>
          </p:cNvSpPr>
          <p:nvPr/>
        </p:nvSpPr>
        <p:spPr bwMode="auto">
          <a:xfrm>
            <a:off x="7024688" y="3762375"/>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47" name="Rectangle 24"/>
          <p:cNvSpPr>
            <a:spLocks noChangeArrowheads="1"/>
          </p:cNvSpPr>
          <p:nvPr/>
        </p:nvSpPr>
        <p:spPr bwMode="auto">
          <a:xfrm>
            <a:off x="6711950" y="3762375"/>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48" name="Rectangle 25"/>
          <p:cNvSpPr>
            <a:spLocks noChangeArrowheads="1"/>
          </p:cNvSpPr>
          <p:nvPr/>
        </p:nvSpPr>
        <p:spPr bwMode="auto">
          <a:xfrm>
            <a:off x="6067425" y="3762375"/>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49" name="Rectangle 26"/>
          <p:cNvSpPr>
            <a:spLocks noChangeArrowheads="1"/>
          </p:cNvSpPr>
          <p:nvPr/>
        </p:nvSpPr>
        <p:spPr bwMode="auto">
          <a:xfrm>
            <a:off x="4467225" y="3762375"/>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50" name="Rectangle 27"/>
          <p:cNvSpPr>
            <a:spLocks noChangeArrowheads="1"/>
          </p:cNvSpPr>
          <p:nvPr/>
        </p:nvSpPr>
        <p:spPr bwMode="auto">
          <a:xfrm>
            <a:off x="4117975" y="3762375"/>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51" name="Rectangle 28"/>
          <p:cNvSpPr>
            <a:spLocks noChangeArrowheads="1"/>
          </p:cNvSpPr>
          <p:nvPr/>
        </p:nvSpPr>
        <p:spPr bwMode="auto">
          <a:xfrm>
            <a:off x="3475038" y="3762375"/>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52" name="Rectangle 29"/>
          <p:cNvSpPr>
            <a:spLocks noChangeArrowheads="1"/>
          </p:cNvSpPr>
          <p:nvPr/>
        </p:nvSpPr>
        <p:spPr bwMode="auto">
          <a:xfrm>
            <a:off x="2847975" y="3762375"/>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53" name="Rectangle 30"/>
          <p:cNvSpPr>
            <a:spLocks noChangeArrowheads="1"/>
          </p:cNvSpPr>
          <p:nvPr/>
        </p:nvSpPr>
        <p:spPr bwMode="auto">
          <a:xfrm>
            <a:off x="1560513" y="3762375"/>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7854" name="Rectangle 31"/>
          <p:cNvSpPr>
            <a:spLocks noChangeArrowheads="1"/>
          </p:cNvSpPr>
          <p:nvPr/>
        </p:nvSpPr>
        <p:spPr bwMode="auto">
          <a:xfrm>
            <a:off x="5754688" y="3763963"/>
            <a:ext cx="841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55" name="Rectangle 32"/>
          <p:cNvSpPr>
            <a:spLocks noChangeArrowheads="1"/>
          </p:cNvSpPr>
          <p:nvPr/>
        </p:nvSpPr>
        <p:spPr bwMode="auto">
          <a:xfrm>
            <a:off x="5614988" y="3763963"/>
            <a:ext cx="889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7856" name="Rectangle 33"/>
          <p:cNvSpPr>
            <a:spLocks noChangeArrowheads="1"/>
          </p:cNvSpPr>
          <p:nvPr/>
        </p:nvSpPr>
        <p:spPr bwMode="auto">
          <a:xfrm>
            <a:off x="6399213" y="3763963"/>
            <a:ext cx="841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57" name="Rectangle 34"/>
          <p:cNvSpPr>
            <a:spLocks noChangeArrowheads="1"/>
          </p:cNvSpPr>
          <p:nvPr/>
        </p:nvSpPr>
        <p:spPr bwMode="auto">
          <a:xfrm>
            <a:off x="6276975" y="3763963"/>
            <a:ext cx="508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7858" name="Rectangle 35"/>
          <p:cNvSpPr>
            <a:spLocks noChangeArrowheads="1"/>
          </p:cNvSpPr>
          <p:nvPr/>
        </p:nvSpPr>
        <p:spPr bwMode="auto">
          <a:xfrm>
            <a:off x="5441950" y="3763963"/>
            <a:ext cx="8413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59" name="Rectangle 36"/>
          <p:cNvSpPr>
            <a:spLocks noChangeArrowheads="1"/>
          </p:cNvSpPr>
          <p:nvPr/>
        </p:nvSpPr>
        <p:spPr bwMode="auto">
          <a:xfrm>
            <a:off x="5319713" y="3763963"/>
            <a:ext cx="508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7860" name="Rectangle 37"/>
          <p:cNvSpPr>
            <a:spLocks noChangeArrowheads="1"/>
          </p:cNvSpPr>
          <p:nvPr/>
        </p:nvSpPr>
        <p:spPr bwMode="auto">
          <a:xfrm>
            <a:off x="5110163" y="3763963"/>
            <a:ext cx="841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61" name="Rectangle 38"/>
          <p:cNvSpPr>
            <a:spLocks noChangeArrowheads="1"/>
          </p:cNvSpPr>
          <p:nvPr/>
        </p:nvSpPr>
        <p:spPr bwMode="auto">
          <a:xfrm>
            <a:off x="4989513" y="3763963"/>
            <a:ext cx="889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7862" name="Rectangle 39"/>
          <p:cNvSpPr>
            <a:spLocks noChangeArrowheads="1"/>
          </p:cNvSpPr>
          <p:nvPr/>
        </p:nvSpPr>
        <p:spPr bwMode="auto">
          <a:xfrm>
            <a:off x="4797425" y="3763963"/>
            <a:ext cx="8413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63" name="Rectangle 40"/>
          <p:cNvSpPr>
            <a:spLocks noChangeArrowheads="1"/>
          </p:cNvSpPr>
          <p:nvPr/>
        </p:nvSpPr>
        <p:spPr bwMode="auto">
          <a:xfrm>
            <a:off x="4675188" y="3763963"/>
            <a:ext cx="508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7864" name="Rectangle 41"/>
          <p:cNvSpPr>
            <a:spLocks noChangeArrowheads="1"/>
          </p:cNvSpPr>
          <p:nvPr/>
        </p:nvSpPr>
        <p:spPr bwMode="auto">
          <a:xfrm>
            <a:off x="3805238" y="3763963"/>
            <a:ext cx="841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65" name="Rectangle 42"/>
          <p:cNvSpPr>
            <a:spLocks noChangeArrowheads="1"/>
          </p:cNvSpPr>
          <p:nvPr/>
        </p:nvSpPr>
        <p:spPr bwMode="auto">
          <a:xfrm>
            <a:off x="3683000" y="3763963"/>
            <a:ext cx="889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7866" name="Rectangle 43"/>
          <p:cNvSpPr>
            <a:spLocks noChangeArrowheads="1"/>
          </p:cNvSpPr>
          <p:nvPr/>
        </p:nvSpPr>
        <p:spPr bwMode="auto">
          <a:xfrm>
            <a:off x="3178175" y="3763963"/>
            <a:ext cx="8413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67" name="Rectangle 44"/>
          <p:cNvSpPr>
            <a:spLocks noChangeArrowheads="1"/>
          </p:cNvSpPr>
          <p:nvPr/>
        </p:nvSpPr>
        <p:spPr bwMode="auto">
          <a:xfrm>
            <a:off x="3057525" y="3763963"/>
            <a:ext cx="508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7868" name="Rectangle 45"/>
          <p:cNvSpPr>
            <a:spLocks noChangeArrowheads="1"/>
          </p:cNvSpPr>
          <p:nvPr/>
        </p:nvSpPr>
        <p:spPr bwMode="auto">
          <a:xfrm>
            <a:off x="2535238" y="3763963"/>
            <a:ext cx="841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69" name="Rectangle 46"/>
          <p:cNvSpPr>
            <a:spLocks noChangeArrowheads="1"/>
          </p:cNvSpPr>
          <p:nvPr/>
        </p:nvSpPr>
        <p:spPr bwMode="auto">
          <a:xfrm>
            <a:off x="2395538" y="3763963"/>
            <a:ext cx="889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7870" name="Rectangle 47"/>
          <p:cNvSpPr>
            <a:spLocks noChangeArrowheads="1"/>
          </p:cNvSpPr>
          <p:nvPr/>
        </p:nvSpPr>
        <p:spPr bwMode="auto">
          <a:xfrm>
            <a:off x="2205038" y="3763963"/>
            <a:ext cx="841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71" name="Rectangle 48"/>
          <p:cNvSpPr>
            <a:spLocks noChangeArrowheads="1"/>
          </p:cNvSpPr>
          <p:nvPr/>
        </p:nvSpPr>
        <p:spPr bwMode="auto">
          <a:xfrm>
            <a:off x="2100263" y="3763963"/>
            <a:ext cx="508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7872" name="Rectangle 49"/>
          <p:cNvSpPr>
            <a:spLocks noChangeArrowheads="1"/>
          </p:cNvSpPr>
          <p:nvPr/>
        </p:nvSpPr>
        <p:spPr bwMode="auto">
          <a:xfrm>
            <a:off x="1890713" y="3763963"/>
            <a:ext cx="841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7873" name="Rectangle 50"/>
          <p:cNvSpPr>
            <a:spLocks noChangeArrowheads="1"/>
          </p:cNvSpPr>
          <p:nvPr/>
        </p:nvSpPr>
        <p:spPr bwMode="auto">
          <a:xfrm>
            <a:off x="1752600" y="3763963"/>
            <a:ext cx="889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2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7874" name="Freeform 51"/>
          <p:cNvSpPr>
            <a:spLocks/>
          </p:cNvSpPr>
          <p:nvPr/>
        </p:nvSpPr>
        <p:spPr bwMode="auto">
          <a:xfrm>
            <a:off x="4205288" y="3424238"/>
            <a:ext cx="261937" cy="296862"/>
          </a:xfrm>
          <a:custGeom>
            <a:avLst/>
            <a:gdLst>
              <a:gd name="T0" fmla="*/ 11 w 15"/>
              <a:gd name="T1" fmla="*/ 0 h 17"/>
              <a:gd name="T2" fmla="*/ 11 w 15"/>
              <a:gd name="T3" fmla="*/ 10 h 17"/>
              <a:gd name="T4" fmla="*/ 15 w 15"/>
              <a:gd name="T5" fmla="*/ 10 h 17"/>
              <a:gd name="T6" fmla="*/ 7 w 15"/>
              <a:gd name="T7" fmla="*/ 17 h 17"/>
              <a:gd name="T8" fmla="*/ 0 w 15"/>
              <a:gd name="T9" fmla="*/ 10 h 17"/>
              <a:gd name="T10" fmla="*/ 4 w 15"/>
              <a:gd name="T11" fmla="*/ 10 h 17"/>
              <a:gd name="T12" fmla="*/ 4 w 15"/>
              <a:gd name="T13" fmla="*/ 0 h 17"/>
              <a:gd name="T14" fmla="*/ 0 60000 65536"/>
              <a:gd name="T15" fmla="*/ 0 60000 65536"/>
              <a:gd name="T16" fmla="*/ 0 60000 65536"/>
              <a:gd name="T17" fmla="*/ 0 60000 65536"/>
              <a:gd name="T18" fmla="*/ 0 60000 65536"/>
              <a:gd name="T19" fmla="*/ 0 60000 65536"/>
              <a:gd name="T20" fmla="*/ 0 60000 65536"/>
              <a:gd name="T21" fmla="*/ 0 w 15"/>
              <a:gd name="T22" fmla="*/ 0 h 17"/>
              <a:gd name="T23" fmla="*/ 15 w 15"/>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7">
                <a:moveTo>
                  <a:pt x="11" y="0"/>
                </a:moveTo>
                <a:lnTo>
                  <a:pt x="11" y="10"/>
                </a:lnTo>
                <a:lnTo>
                  <a:pt x="15" y="10"/>
                </a:lnTo>
                <a:lnTo>
                  <a:pt x="7" y="17"/>
                </a:lnTo>
                <a:lnTo>
                  <a:pt x="0" y="10"/>
                </a:lnTo>
                <a:lnTo>
                  <a:pt x="4" y="10"/>
                </a:lnTo>
                <a:lnTo>
                  <a:pt x="4" y="0"/>
                </a:lnTo>
              </a:path>
            </a:pathLst>
          </a:custGeom>
          <a:noFill/>
          <a:ln w="17463">
            <a:solidFill>
              <a:srgbClr val="00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Tree>
    <p:extLst>
      <p:ext uri="{BB962C8B-B14F-4D97-AF65-F5344CB8AC3E}">
        <p14:creationId xmlns:p14="http://schemas.microsoft.com/office/powerpoint/2010/main" val="34877848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noChangeArrowheads="1"/>
          </p:cNvSpPr>
          <p:nvPr>
            <p:ph type="title"/>
          </p:nvPr>
        </p:nvSpPr>
        <p:spPr/>
        <p:txBody>
          <a:bodyPr/>
          <a:lstStyle/>
          <a:p>
            <a:r>
              <a:rPr lang="en-US" altLang="zh-CN"/>
              <a:t>Booth Algorithm</a:t>
            </a:r>
          </a:p>
        </p:txBody>
      </p:sp>
      <p:sp>
        <p:nvSpPr>
          <p:cNvPr id="79874" name="Rectangle 4"/>
          <p:cNvSpPr>
            <a:spLocks noChangeArrowheads="1"/>
          </p:cNvSpPr>
          <p:nvPr/>
        </p:nvSpPr>
        <p:spPr bwMode="auto">
          <a:xfrm>
            <a:off x="1828800" y="5105400"/>
            <a:ext cx="41243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600">
                <a:solidFill>
                  <a:srgbClr val="000000"/>
                </a:solidFill>
                <a:latin typeface="Nimbus Roman No9 L"/>
                <a:ea typeface="SimSun" panose="02010600030101010101" pitchFamily="2" charset="-122"/>
              </a:rPr>
              <a:t>Booth multiplication with a negative multiplier.</a:t>
            </a:r>
            <a:endParaRPr lang="en-CA" altLang="zh-CN" sz="2400">
              <a:latin typeface="Times New Roman" panose="02020603050405020304" pitchFamily="18" charset="0"/>
              <a:ea typeface="SimSun" panose="02010600030101010101" pitchFamily="2" charset="-122"/>
            </a:endParaRPr>
          </a:p>
        </p:txBody>
      </p:sp>
      <p:sp>
        <p:nvSpPr>
          <p:cNvPr id="79875" name="Rectangle 5"/>
          <p:cNvSpPr>
            <a:spLocks noChangeArrowheads="1"/>
          </p:cNvSpPr>
          <p:nvPr/>
        </p:nvSpPr>
        <p:spPr bwMode="auto">
          <a:xfrm>
            <a:off x="5584825" y="318452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876" name="Rectangle 6"/>
          <p:cNvSpPr>
            <a:spLocks noChangeArrowheads="1"/>
          </p:cNvSpPr>
          <p:nvPr/>
        </p:nvSpPr>
        <p:spPr bwMode="auto">
          <a:xfrm>
            <a:off x="5337175" y="318452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877" name="Rectangle 7"/>
          <p:cNvSpPr>
            <a:spLocks noChangeArrowheads="1"/>
          </p:cNvSpPr>
          <p:nvPr/>
        </p:nvSpPr>
        <p:spPr bwMode="auto">
          <a:xfrm>
            <a:off x="6596063" y="293687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878" name="Rectangle 8"/>
          <p:cNvSpPr>
            <a:spLocks noChangeArrowheads="1"/>
          </p:cNvSpPr>
          <p:nvPr/>
        </p:nvSpPr>
        <p:spPr bwMode="auto">
          <a:xfrm>
            <a:off x="4325938" y="318452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FFFF"/>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879" name="Rectangle 9"/>
          <p:cNvSpPr>
            <a:spLocks noChangeArrowheads="1"/>
          </p:cNvSpPr>
          <p:nvPr/>
        </p:nvSpPr>
        <p:spPr bwMode="auto">
          <a:xfrm>
            <a:off x="4573588" y="318452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FFFF"/>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880" name="Rectangle 10"/>
          <p:cNvSpPr>
            <a:spLocks noChangeArrowheads="1"/>
          </p:cNvSpPr>
          <p:nvPr/>
        </p:nvSpPr>
        <p:spPr bwMode="auto">
          <a:xfrm>
            <a:off x="4821238" y="318452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FFFF"/>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881" name="Rectangle 11"/>
          <p:cNvSpPr>
            <a:spLocks noChangeArrowheads="1"/>
          </p:cNvSpPr>
          <p:nvPr/>
        </p:nvSpPr>
        <p:spPr bwMode="auto">
          <a:xfrm>
            <a:off x="5089525" y="318452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FFFF"/>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882" name="Rectangle 12"/>
          <p:cNvSpPr>
            <a:spLocks noChangeArrowheads="1"/>
          </p:cNvSpPr>
          <p:nvPr/>
        </p:nvSpPr>
        <p:spPr bwMode="auto">
          <a:xfrm>
            <a:off x="5832475" y="318452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883" name="Rectangle 13"/>
          <p:cNvSpPr>
            <a:spLocks noChangeArrowheads="1"/>
          </p:cNvSpPr>
          <p:nvPr/>
        </p:nvSpPr>
        <p:spPr bwMode="auto">
          <a:xfrm>
            <a:off x="6100763" y="318452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884" name="Rectangle 14"/>
          <p:cNvSpPr>
            <a:spLocks noChangeArrowheads="1"/>
          </p:cNvSpPr>
          <p:nvPr/>
        </p:nvSpPr>
        <p:spPr bwMode="auto">
          <a:xfrm>
            <a:off x="6348413" y="318452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885" name="Rectangle 15"/>
          <p:cNvSpPr>
            <a:spLocks noChangeArrowheads="1"/>
          </p:cNvSpPr>
          <p:nvPr/>
        </p:nvSpPr>
        <p:spPr bwMode="auto">
          <a:xfrm>
            <a:off x="4325938" y="293687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886" name="Rectangle 16"/>
          <p:cNvSpPr>
            <a:spLocks noChangeArrowheads="1"/>
          </p:cNvSpPr>
          <p:nvPr/>
        </p:nvSpPr>
        <p:spPr bwMode="auto">
          <a:xfrm>
            <a:off x="4573588" y="293687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887" name="Rectangle 17"/>
          <p:cNvSpPr>
            <a:spLocks noChangeArrowheads="1"/>
          </p:cNvSpPr>
          <p:nvPr/>
        </p:nvSpPr>
        <p:spPr bwMode="auto">
          <a:xfrm>
            <a:off x="4821238" y="293687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888" name="Rectangle 18"/>
          <p:cNvSpPr>
            <a:spLocks noChangeArrowheads="1"/>
          </p:cNvSpPr>
          <p:nvPr/>
        </p:nvSpPr>
        <p:spPr bwMode="auto">
          <a:xfrm>
            <a:off x="5089525" y="293687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889" name="Rectangle 19"/>
          <p:cNvSpPr>
            <a:spLocks noChangeArrowheads="1"/>
          </p:cNvSpPr>
          <p:nvPr/>
        </p:nvSpPr>
        <p:spPr bwMode="auto">
          <a:xfrm>
            <a:off x="5337175" y="293687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890" name="Rectangle 20"/>
          <p:cNvSpPr>
            <a:spLocks noChangeArrowheads="1"/>
          </p:cNvSpPr>
          <p:nvPr/>
        </p:nvSpPr>
        <p:spPr bwMode="auto">
          <a:xfrm>
            <a:off x="5584825" y="293687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891" name="Rectangle 21"/>
          <p:cNvSpPr>
            <a:spLocks noChangeArrowheads="1"/>
          </p:cNvSpPr>
          <p:nvPr/>
        </p:nvSpPr>
        <p:spPr bwMode="auto">
          <a:xfrm>
            <a:off x="5832475" y="293687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892" name="Rectangle 22"/>
          <p:cNvSpPr>
            <a:spLocks noChangeArrowheads="1"/>
          </p:cNvSpPr>
          <p:nvPr/>
        </p:nvSpPr>
        <p:spPr bwMode="auto">
          <a:xfrm>
            <a:off x="6100763" y="293687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893" name="Rectangle 23"/>
          <p:cNvSpPr>
            <a:spLocks noChangeArrowheads="1"/>
          </p:cNvSpPr>
          <p:nvPr/>
        </p:nvSpPr>
        <p:spPr bwMode="auto">
          <a:xfrm>
            <a:off x="6348413" y="293687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894" name="Rectangle 24"/>
          <p:cNvSpPr>
            <a:spLocks noChangeArrowheads="1"/>
          </p:cNvSpPr>
          <p:nvPr/>
        </p:nvSpPr>
        <p:spPr bwMode="auto">
          <a:xfrm>
            <a:off x="6596063" y="260667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895" name="Rectangle 25"/>
          <p:cNvSpPr>
            <a:spLocks noChangeArrowheads="1"/>
          </p:cNvSpPr>
          <p:nvPr/>
        </p:nvSpPr>
        <p:spPr bwMode="auto">
          <a:xfrm>
            <a:off x="5584825" y="260667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896" name="Rectangle 26"/>
          <p:cNvSpPr>
            <a:spLocks noChangeArrowheads="1"/>
          </p:cNvSpPr>
          <p:nvPr/>
        </p:nvSpPr>
        <p:spPr bwMode="auto">
          <a:xfrm>
            <a:off x="6348413" y="235902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897" name="Rectangle 27"/>
          <p:cNvSpPr>
            <a:spLocks noChangeArrowheads="1"/>
          </p:cNvSpPr>
          <p:nvPr/>
        </p:nvSpPr>
        <p:spPr bwMode="auto">
          <a:xfrm>
            <a:off x="6100763" y="235902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898" name="Rectangle 28"/>
          <p:cNvSpPr>
            <a:spLocks noChangeArrowheads="1"/>
          </p:cNvSpPr>
          <p:nvPr/>
        </p:nvSpPr>
        <p:spPr bwMode="auto">
          <a:xfrm>
            <a:off x="5832475" y="235902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899" name="Rectangle 29"/>
          <p:cNvSpPr>
            <a:spLocks noChangeArrowheads="1"/>
          </p:cNvSpPr>
          <p:nvPr/>
        </p:nvSpPr>
        <p:spPr bwMode="auto">
          <a:xfrm>
            <a:off x="5584825" y="235902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00" name="Rectangle 30"/>
          <p:cNvSpPr>
            <a:spLocks noChangeArrowheads="1"/>
          </p:cNvSpPr>
          <p:nvPr/>
        </p:nvSpPr>
        <p:spPr bwMode="auto">
          <a:xfrm>
            <a:off x="4325938" y="343217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01" name="Rectangle 31"/>
          <p:cNvSpPr>
            <a:spLocks noChangeArrowheads="1"/>
          </p:cNvSpPr>
          <p:nvPr/>
        </p:nvSpPr>
        <p:spPr bwMode="auto">
          <a:xfrm>
            <a:off x="4573588" y="343217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02" name="Rectangle 32"/>
          <p:cNvSpPr>
            <a:spLocks noChangeArrowheads="1"/>
          </p:cNvSpPr>
          <p:nvPr/>
        </p:nvSpPr>
        <p:spPr bwMode="auto">
          <a:xfrm>
            <a:off x="4821238" y="343217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03" name="Rectangle 33"/>
          <p:cNvSpPr>
            <a:spLocks noChangeArrowheads="1"/>
          </p:cNvSpPr>
          <p:nvPr/>
        </p:nvSpPr>
        <p:spPr bwMode="auto">
          <a:xfrm>
            <a:off x="5089525" y="343217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04" name="Rectangle 34"/>
          <p:cNvSpPr>
            <a:spLocks noChangeArrowheads="1"/>
          </p:cNvSpPr>
          <p:nvPr/>
        </p:nvSpPr>
        <p:spPr bwMode="auto">
          <a:xfrm>
            <a:off x="5337175" y="343217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05" name="Rectangle 35"/>
          <p:cNvSpPr>
            <a:spLocks noChangeArrowheads="1"/>
          </p:cNvSpPr>
          <p:nvPr/>
        </p:nvSpPr>
        <p:spPr bwMode="auto">
          <a:xfrm>
            <a:off x="5584825" y="343217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06" name="Rectangle 36"/>
          <p:cNvSpPr>
            <a:spLocks noChangeArrowheads="1"/>
          </p:cNvSpPr>
          <p:nvPr/>
        </p:nvSpPr>
        <p:spPr bwMode="auto">
          <a:xfrm>
            <a:off x="5832475" y="343217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07" name="Rectangle 37"/>
          <p:cNvSpPr>
            <a:spLocks noChangeArrowheads="1"/>
          </p:cNvSpPr>
          <p:nvPr/>
        </p:nvSpPr>
        <p:spPr bwMode="auto">
          <a:xfrm>
            <a:off x="5832475" y="367982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08" name="Rectangle 38"/>
          <p:cNvSpPr>
            <a:spLocks noChangeArrowheads="1"/>
          </p:cNvSpPr>
          <p:nvPr/>
        </p:nvSpPr>
        <p:spPr bwMode="auto">
          <a:xfrm>
            <a:off x="5584825" y="367982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09" name="Rectangle 39"/>
          <p:cNvSpPr>
            <a:spLocks noChangeArrowheads="1"/>
          </p:cNvSpPr>
          <p:nvPr/>
        </p:nvSpPr>
        <p:spPr bwMode="auto">
          <a:xfrm>
            <a:off x="5337175" y="367982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10" name="Rectangle 40"/>
          <p:cNvSpPr>
            <a:spLocks noChangeArrowheads="1"/>
          </p:cNvSpPr>
          <p:nvPr/>
        </p:nvSpPr>
        <p:spPr bwMode="auto">
          <a:xfrm>
            <a:off x="5089525" y="367982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11" name="Rectangle 41"/>
          <p:cNvSpPr>
            <a:spLocks noChangeArrowheads="1"/>
          </p:cNvSpPr>
          <p:nvPr/>
        </p:nvSpPr>
        <p:spPr bwMode="auto">
          <a:xfrm>
            <a:off x="4821238" y="367982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12" name="Rectangle 42"/>
          <p:cNvSpPr>
            <a:spLocks noChangeArrowheads="1"/>
          </p:cNvSpPr>
          <p:nvPr/>
        </p:nvSpPr>
        <p:spPr bwMode="auto">
          <a:xfrm>
            <a:off x="4573588" y="367982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FFFF"/>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13" name="Rectangle 43"/>
          <p:cNvSpPr>
            <a:spLocks noChangeArrowheads="1"/>
          </p:cNvSpPr>
          <p:nvPr/>
        </p:nvSpPr>
        <p:spPr bwMode="auto">
          <a:xfrm>
            <a:off x="4325938" y="367982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FFFF"/>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14" name="Rectangle 44"/>
          <p:cNvSpPr>
            <a:spLocks noChangeArrowheads="1"/>
          </p:cNvSpPr>
          <p:nvPr/>
        </p:nvSpPr>
        <p:spPr bwMode="auto">
          <a:xfrm>
            <a:off x="4325938" y="3949700"/>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FFFF"/>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15" name="Rectangle 45"/>
          <p:cNvSpPr>
            <a:spLocks noChangeArrowheads="1"/>
          </p:cNvSpPr>
          <p:nvPr/>
        </p:nvSpPr>
        <p:spPr bwMode="auto">
          <a:xfrm>
            <a:off x="4573588" y="3949700"/>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16" name="Rectangle 46"/>
          <p:cNvSpPr>
            <a:spLocks noChangeArrowheads="1"/>
          </p:cNvSpPr>
          <p:nvPr/>
        </p:nvSpPr>
        <p:spPr bwMode="auto">
          <a:xfrm>
            <a:off x="4821238" y="3949700"/>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17" name="Rectangle 47"/>
          <p:cNvSpPr>
            <a:spLocks noChangeArrowheads="1"/>
          </p:cNvSpPr>
          <p:nvPr/>
        </p:nvSpPr>
        <p:spPr bwMode="auto">
          <a:xfrm>
            <a:off x="5089525" y="3949700"/>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18" name="Rectangle 48"/>
          <p:cNvSpPr>
            <a:spLocks noChangeArrowheads="1"/>
          </p:cNvSpPr>
          <p:nvPr/>
        </p:nvSpPr>
        <p:spPr bwMode="auto">
          <a:xfrm>
            <a:off x="5337175" y="3949700"/>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19" name="Rectangle 49"/>
          <p:cNvSpPr>
            <a:spLocks noChangeArrowheads="1"/>
          </p:cNvSpPr>
          <p:nvPr/>
        </p:nvSpPr>
        <p:spPr bwMode="auto">
          <a:xfrm>
            <a:off x="5584825" y="3949700"/>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20" name="Rectangle 50"/>
          <p:cNvSpPr>
            <a:spLocks noChangeArrowheads="1"/>
          </p:cNvSpPr>
          <p:nvPr/>
        </p:nvSpPr>
        <p:spPr bwMode="auto">
          <a:xfrm>
            <a:off x="6596063" y="4259263"/>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21" name="Rectangle 51"/>
          <p:cNvSpPr>
            <a:spLocks noChangeArrowheads="1"/>
          </p:cNvSpPr>
          <p:nvPr/>
        </p:nvSpPr>
        <p:spPr bwMode="auto">
          <a:xfrm>
            <a:off x="6348413" y="4259263"/>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22" name="Rectangle 52"/>
          <p:cNvSpPr>
            <a:spLocks noChangeArrowheads="1"/>
          </p:cNvSpPr>
          <p:nvPr/>
        </p:nvSpPr>
        <p:spPr bwMode="auto">
          <a:xfrm>
            <a:off x="6100763" y="4259263"/>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23" name="Rectangle 53"/>
          <p:cNvSpPr>
            <a:spLocks noChangeArrowheads="1"/>
          </p:cNvSpPr>
          <p:nvPr/>
        </p:nvSpPr>
        <p:spPr bwMode="auto">
          <a:xfrm>
            <a:off x="5832475" y="4259263"/>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24" name="Rectangle 54"/>
          <p:cNvSpPr>
            <a:spLocks noChangeArrowheads="1"/>
          </p:cNvSpPr>
          <p:nvPr/>
        </p:nvSpPr>
        <p:spPr bwMode="auto">
          <a:xfrm>
            <a:off x="5089525" y="4259263"/>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25" name="Rectangle 55"/>
          <p:cNvSpPr>
            <a:spLocks noChangeArrowheads="1"/>
          </p:cNvSpPr>
          <p:nvPr/>
        </p:nvSpPr>
        <p:spPr bwMode="auto">
          <a:xfrm>
            <a:off x="5584825" y="4259263"/>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26" name="Rectangle 56"/>
          <p:cNvSpPr>
            <a:spLocks noChangeArrowheads="1"/>
          </p:cNvSpPr>
          <p:nvPr/>
        </p:nvSpPr>
        <p:spPr bwMode="auto">
          <a:xfrm>
            <a:off x="5337175" y="4259263"/>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27" name="Rectangle 57"/>
          <p:cNvSpPr>
            <a:spLocks noChangeArrowheads="1"/>
          </p:cNvSpPr>
          <p:nvPr/>
        </p:nvSpPr>
        <p:spPr bwMode="auto">
          <a:xfrm>
            <a:off x="4821238" y="4259263"/>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28" name="Rectangle 58"/>
          <p:cNvSpPr>
            <a:spLocks noChangeArrowheads="1"/>
          </p:cNvSpPr>
          <p:nvPr/>
        </p:nvSpPr>
        <p:spPr bwMode="auto">
          <a:xfrm>
            <a:off x="4573588" y="4259263"/>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29" name="Rectangle 59"/>
          <p:cNvSpPr>
            <a:spLocks noChangeArrowheads="1"/>
          </p:cNvSpPr>
          <p:nvPr/>
        </p:nvSpPr>
        <p:spPr bwMode="auto">
          <a:xfrm>
            <a:off x="4325938" y="4259263"/>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30" name="Rectangle 60"/>
          <p:cNvSpPr>
            <a:spLocks noChangeArrowheads="1"/>
          </p:cNvSpPr>
          <p:nvPr/>
        </p:nvSpPr>
        <p:spPr bwMode="auto">
          <a:xfrm>
            <a:off x="6100763" y="343217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31" name="Rectangle 61"/>
          <p:cNvSpPr>
            <a:spLocks noChangeArrowheads="1"/>
          </p:cNvSpPr>
          <p:nvPr/>
        </p:nvSpPr>
        <p:spPr bwMode="auto">
          <a:xfrm>
            <a:off x="6596063" y="235902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32" name="Rectangle 62"/>
          <p:cNvSpPr>
            <a:spLocks noChangeArrowheads="1"/>
          </p:cNvSpPr>
          <p:nvPr/>
        </p:nvSpPr>
        <p:spPr bwMode="auto">
          <a:xfrm>
            <a:off x="1746250" y="235902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33" name="Rectangle 63"/>
          <p:cNvSpPr>
            <a:spLocks noChangeArrowheads="1"/>
          </p:cNvSpPr>
          <p:nvPr/>
        </p:nvSpPr>
        <p:spPr bwMode="auto">
          <a:xfrm>
            <a:off x="2014538" y="235902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34" name="Rectangle 64"/>
          <p:cNvSpPr>
            <a:spLocks noChangeArrowheads="1"/>
          </p:cNvSpPr>
          <p:nvPr/>
        </p:nvSpPr>
        <p:spPr bwMode="auto">
          <a:xfrm>
            <a:off x="2262188" y="235902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35" name="Rectangle 65"/>
          <p:cNvSpPr>
            <a:spLocks noChangeArrowheads="1"/>
          </p:cNvSpPr>
          <p:nvPr/>
        </p:nvSpPr>
        <p:spPr bwMode="auto">
          <a:xfrm>
            <a:off x="2509838" y="235902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36" name="Rectangle 66"/>
          <p:cNvSpPr>
            <a:spLocks noChangeArrowheads="1"/>
          </p:cNvSpPr>
          <p:nvPr/>
        </p:nvSpPr>
        <p:spPr bwMode="auto">
          <a:xfrm>
            <a:off x="2757488" y="235902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37" name="Rectangle 67"/>
          <p:cNvSpPr>
            <a:spLocks noChangeArrowheads="1"/>
          </p:cNvSpPr>
          <p:nvPr/>
        </p:nvSpPr>
        <p:spPr bwMode="auto">
          <a:xfrm>
            <a:off x="1746250" y="260667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38" name="Rectangle 68"/>
          <p:cNvSpPr>
            <a:spLocks noChangeArrowheads="1"/>
          </p:cNvSpPr>
          <p:nvPr/>
        </p:nvSpPr>
        <p:spPr bwMode="auto">
          <a:xfrm>
            <a:off x="2014538" y="260667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39" name="Rectangle 69"/>
          <p:cNvSpPr>
            <a:spLocks noChangeArrowheads="1"/>
          </p:cNvSpPr>
          <p:nvPr/>
        </p:nvSpPr>
        <p:spPr bwMode="auto">
          <a:xfrm>
            <a:off x="2262188" y="260667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40" name="Rectangle 70"/>
          <p:cNvSpPr>
            <a:spLocks noChangeArrowheads="1"/>
          </p:cNvSpPr>
          <p:nvPr/>
        </p:nvSpPr>
        <p:spPr bwMode="auto">
          <a:xfrm>
            <a:off x="2509838" y="260667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41" name="Rectangle 71"/>
          <p:cNvSpPr>
            <a:spLocks noChangeArrowheads="1"/>
          </p:cNvSpPr>
          <p:nvPr/>
        </p:nvSpPr>
        <p:spPr bwMode="auto">
          <a:xfrm>
            <a:off x="2757488" y="260667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79942" name="Line 72"/>
          <p:cNvSpPr>
            <a:spLocks noChangeShapeType="1"/>
          </p:cNvSpPr>
          <p:nvPr/>
        </p:nvSpPr>
        <p:spPr bwMode="auto">
          <a:xfrm flipH="1">
            <a:off x="1457325" y="2895600"/>
            <a:ext cx="152717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9943" name="Line 73"/>
          <p:cNvSpPr>
            <a:spLocks noChangeShapeType="1"/>
          </p:cNvSpPr>
          <p:nvPr/>
        </p:nvSpPr>
        <p:spPr bwMode="auto">
          <a:xfrm>
            <a:off x="5481638" y="2895600"/>
            <a:ext cx="127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9944" name="Rectangle 74"/>
          <p:cNvSpPr>
            <a:spLocks noChangeArrowheads="1"/>
          </p:cNvSpPr>
          <p:nvPr/>
        </p:nvSpPr>
        <p:spPr bwMode="auto">
          <a:xfrm>
            <a:off x="3355975" y="2627313"/>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6</a:t>
            </a:r>
            <a:endParaRPr lang="en-CA" altLang="zh-CN" sz="2400">
              <a:latin typeface="Times New Roman" panose="02020603050405020304" pitchFamily="18" charset="0"/>
              <a:ea typeface="SimSun" panose="02010600030101010101" pitchFamily="2" charset="-122"/>
            </a:endParaRPr>
          </a:p>
        </p:txBody>
      </p:sp>
      <p:sp>
        <p:nvSpPr>
          <p:cNvPr id="79945" name="Rectangle 75"/>
          <p:cNvSpPr>
            <a:spLocks noChangeArrowheads="1"/>
          </p:cNvSpPr>
          <p:nvPr/>
        </p:nvSpPr>
        <p:spPr bwMode="auto">
          <a:xfrm>
            <a:off x="3252788" y="2627313"/>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9946" name="Rectangle 76"/>
          <p:cNvSpPr>
            <a:spLocks noChangeArrowheads="1"/>
          </p:cNvSpPr>
          <p:nvPr/>
        </p:nvSpPr>
        <p:spPr bwMode="auto">
          <a:xfrm>
            <a:off x="3190875" y="2627313"/>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Symbol" panose="05050102010706020507" pitchFamily="18" charset="2"/>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9947" name="Rectangle 77"/>
          <p:cNvSpPr>
            <a:spLocks noChangeArrowheads="1"/>
          </p:cNvSpPr>
          <p:nvPr/>
        </p:nvSpPr>
        <p:spPr bwMode="auto">
          <a:xfrm>
            <a:off x="3459163" y="2627313"/>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Symbol" panose="05050102010706020507" pitchFamily="18" charset="2"/>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9948" name="Rectangle 78"/>
          <p:cNvSpPr>
            <a:spLocks noChangeArrowheads="1"/>
          </p:cNvSpPr>
          <p:nvPr/>
        </p:nvSpPr>
        <p:spPr bwMode="auto">
          <a:xfrm>
            <a:off x="3294063" y="2359025"/>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13</a:t>
            </a:r>
            <a:endParaRPr lang="en-CA" altLang="zh-CN" sz="2400">
              <a:latin typeface="Times New Roman" panose="02020603050405020304" pitchFamily="18" charset="0"/>
              <a:ea typeface="SimSun" panose="02010600030101010101" pitchFamily="2" charset="-122"/>
            </a:endParaRPr>
          </a:p>
        </p:txBody>
      </p:sp>
      <p:sp>
        <p:nvSpPr>
          <p:cNvPr id="79949" name="Rectangle 79"/>
          <p:cNvSpPr>
            <a:spLocks noChangeArrowheads="1"/>
          </p:cNvSpPr>
          <p:nvPr/>
        </p:nvSpPr>
        <p:spPr bwMode="auto">
          <a:xfrm>
            <a:off x="3170238" y="2359025"/>
            <a:ext cx="1111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9950" name="Rectangle 80"/>
          <p:cNvSpPr>
            <a:spLocks noChangeArrowheads="1"/>
          </p:cNvSpPr>
          <p:nvPr/>
        </p:nvSpPr>
        <p:spPr bwMode="auto">
          <a:xfrm>
            <a:off x="3087688" y="2359025"/>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9951" name="Rectangle 81"/>
          <p:cNvSpPr>
            <a:spLocks noChangeArrowheads="1"/>
          </p:cNvSpPr>
          <p:nvPr/>
        </p:nvSpPr>
        <p:spPr bwMode="auto">
          <a:xfrm>
            <a:off x="3479800" y="2359025"/>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9952" name="Rectangle 82"/>
          <p:cNvSpPr>
            <a:spLocks noChangeArrowheads="1"/>
          </p:cNvSpPr>
          <p:nvPr/>
        </p:nvSpPr>
        <p:spPr bwMode="auto">
          <a:xfrm>
            <a:off x="1539875" y="2627313"/>
            <a:ext cx="13970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Times New Roman" panose="02020603050405020304" pitchFamily="18" charset="0"/>
                <a:ea typeface="SimSun" panose="02010600030101010101" pitchFamily="2" charset="-122"/>
                <a:cs typeface="Times New Roman" panose="02020603050405020304" pitchFamily="18" charset="0"/>
              </a:rPr>
              <a:t>X</a:t>
            </a:r>
            <a:endParaRPr lang="en-CA" altLang="zh-CN" sz="2400">
              <a:latin typeface="Times New Roman" panose="02020603050405020304" pitchFamily="18" charset="0"/>
              <a:ea typeface="SimSun" panose="02010600030101010101" pitchFamily="2" charset="-122"/>
              <a:cs typeface="Times New Roman" panose="02020603050405020304" pitchFamily="18" charset="0"/>
            </a:endParaRPr>
          </a:p>
        </p:txBody>
      </p:sp>
      <p:sp>
        <p:nvSpPr>
          <p:cNvPr id="79953" name="Freeform 83"/>
          <p:cNvSpPr>
            <a:spLocks/>
          </p:cNvSpPr>
          <p:nvPr/>
        </p:nvSpPr>
        <p:spPr bwMode="auto">
          <a:xfrm>
            <a:off x="4325938" y="2462213"/>
            <a:ext cx="495300" cy="288925"/>
          </a:xfrm>
          <a:custGeom>
            <a:avLst/>
            <a:gdLst>
              <a:gd name="T0" fmla="*/ 0 w 24"/>
              <a:gd name="T1" fmla="*/ 3 h 14"/>
              <a:gd name="T2" fmla="*/ 17 w 24"/>
              <a:gd name="T3" fmla="*/ 3 h 14"/>
              <a:gd name="T4" fmla="*/ 17 w 24"/>
              <a:gd name="T5" fmla="*/ 0 h 14"/>
              <a:gd name="T6" fmla="*/ 24 w 24"/>
              <a:gd name="T7" fmla="*/ 7 h 14"/>
              <a:gd name="T8" fmla="*/ 17 w 24"/>
              <a:gd name="T9" fmla="*/ 14 h 14"/>
              <a:gd name="T10" fmla="*/ 17 w 24"/>
              <a:gd name="T11" fmla="*/ 10 h 14"/>
              <a:gd name="T12" fmla="*/ 0 w 24"/>
              <a:gd name="T13" fmla="*/ 10 h 14"/>
              <a:gd name="T14" fmla="*/ 0 60000 65536"/>
              <a:gd name="T15" fmla="*/ 0 60000 65536"/>
              <a:gd name="T16" fmla="*/ 0 60000 65536"/>
              <a:gd name="T17" fmla="*/ 0 60000 65536"/>
              <a:gd name="T18" fmla="*/ 0 60000 65536"/>
              <a:gd name="T19" fmla="*/ 0 60000 65536"/>
              <a:gd name="T20" fmla="*/ 0 60000 65536"/>
              <a:gd name="T21" fmla="*/ 0 w 24"/>
              <a:gd name="T22" fmla="*/ 0 h 14"/>
              <a:gd name="T23" fmla="*/ 24 w 24"/>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14">
                <a:moveTo>
                  <a:pt x="0" y="3"/>
                </a:moveTo>
                <a:lnTo>
                  <a:pt x="17" y="3"/>
                </a:lnTo>
                <a:lnTo>
                  <a:pt x="17" y="0"/>
                </a:lnTo>
                <a:lnTo>
                  <a:pt x="24" y="7"/>
                </a:lnTo>
                <a:lnTo>
                  <a:pt x="17" y="14"/>
                </a:lnTo>
                <a:lnTo>
                  <a:pt x="17" y="10"/>
                </a:lnTo>
                <a:lnTo>
                  <a:pt x="0" y="10"/>
                </a:lnTo>
              </a:path>
            </a:pathLst>
          </a:custGeom>
          <a:noFill/>
          <a:ln w="20638">
            <a:solidFill>
              <a:srgbClr val="00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9954" name="Rectangle 84"/>
          <p:cNvSpPr>
            <a:spLocks noChangeArrowheads="1"/>
          </p:cNvSpPr>
          <p:nvPr/>
        </p:nvSpPr>
        <p:spPr bwMode="auto">
          <a:xfrm>
            <a:off x="7112000" y="4259263"/>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78</a:t>
            </a:r>
            <a:endParaRPr lang="en-CA" altLang="zh-CN" sz="2400">
              <a:latin typeface="Times New Roman" panose="02020603050405020304" pitchFamily="18" charset="0"/>
              <a:ea typeface="SimSun" panose="02010600030101010101" pitchFamily="2" charset="-122"/>
            </a:endParaRPr>
          </a:p>
        </p:txBody>
      </p:sp>
      <p:sp>
        <p:nvSpPr>
          <p:cNvPr id="79955" name="Rectangle 85"/>
          <p:cNvSpPr>
            <a:spLocks noChangeArrowheads="1"/>
          </p:cNvSpPr>
          <p:nvPr/>
        </p:nvSpPr>
        <p:spPr bwMode="auto">
          <a:xfrm>
            <a:off x="7008813" y="4259263"/>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9956" name="Rectangle 86"/>
          <p:cNvSpPr>
            <a:spLocks noChangeArrowheads="1"/>
          </p:cNvSpPr>
          <p:nvPr/>
        </p:nvSpPr>
        <p:spPr bwMode="auto">
          <a:xfrm>
            <a:off x="6926263" y="4259263"/>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Symbol" panose="05050102010706020507" pitchFamily="18" charset="2"/>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9957" name="Rectangle 87"/>
          <p:cNvSpPr>
            <a:spLocks noChangeArrowheads="1"/>
          </p:cNvSpPr>
          <p:nvPr/>
        </p:nvSpPr>
        <p:spPr bwMode="auto">
          <a:xfrm>
            <a:off x="7318375" y="4259263"/>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Symbol" panose="05050102010706020507" pitchFamily="18" charset="2"/>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9958" name="Rectangle 88"/>
          <p:cNvSpPr>
            <a:spLocks noChangeArrowheads="1"/>
          </p:cNvSpPr>
          <p:nvPr/>
        </p:nvSpPr>
        <p:spPr bwMode="auto">
          <a:xfrm>
            <a:off x="5997575" y="2606675"/>
            <a:ext cx="2174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59" name="Rectangle 89"/>
          <p:cNvSpPr>
            <a:spLocks noChangeArrowheads="1"/>
          </p:cNvSpPr>
          <p:nvPr/>
        </p:nvSpPr>
        <p:spPr bwMode="auto">
          <a:xfrm>
            <a:off x="5832475" y="260667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60" name="Rectangle 90"/>
          <p:cNvSpPr>
            <a:spLocks noChangeArrowheads="1"/>
          </p:cNvSpPr>
          <p:nvPr/>
        </p:nvSpPr>
        <p:spPr bwMode="auto">
          <a:xfrm>
            <a:off x="5749925" y="2606675"/>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9961" name="Rectangle 91"/>
          <p:cNvSpPr>
            <a:spLocks noChangeArrowheads="1"/>
          </p:cNvSpPr>
          <p:nvPr/>
        </p:nvSpPr>
        <p:spPr bwMode="auto">
          <a:xfrm>
            <a:off x="6348413" y="260667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79962" name="Rectangle 92"/>
          <p:cNvSpPr>
            <a:spLocks noChangeArrowheads="1"/>
          </p:cNvSpPr>
          <p:nvPr/>
        </p:nvSpPr>
        <p:spPr bwMode="auto">
          <a:xfrm>
            <a:off x="6265863" y="2606675"/>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5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79963" name="Line 93"/>
          <p:cNvSpPr>
            <a:spLocks noChangeShapeType="1"/>
          </p:cNvSpPr>
          <p:nvPr/>
        </p:nvSpPr>
        <p:spPr bwMode="auto">
          <a:xfrm>
            <a:off x="4202113" y="4217988"/>
            <a:ext cx="2559050" cy="158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Tree>
    <p:extLst>
      <p:ext uri="{BB962C8B-B14F-4D97-AF65-F5344CB8AC3E}">
        <p14:creationId xmlns:p14="http://schemas.microsoft.com/office/powerpoint/2010/main" val="20271668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ChangeArrowheads="1"/>
          </p:cNvSpPr>
          <p:nvPr>
            <p:ph type="title"/>
          </p:nvPr>
        </p:nvSpPr>
        <p:spPr>
          <a:xfrm>
            <a:off x="381000" y="457200"/>
            <a:ext cx="8229600" cy="1143000"/>
          </a:xfrm>
        </p:spPr>
        <p:txBody>
          <a:bodyPr/>
          <a:lstStyle/>
          <a:p>
            <a:r>
              <a:rPr lang="en-US" altLang="zh-CN"/>
              <a:t>Booth Algorithm</a:t>
            </a:r>
          </a:p>
        </p:txBody>
      </p:sp>
      <p:sp>
        <p:nvSpPr>
          <p:cNvPr id="93187" name="Rectangle 3"/>
          <p:cNvSpPr>
            <a:spLocks noGrp="1" noChangeArrowheads="1"/>
          </p:cNvSpPr>
          <p:nvPr>
            <p:ph idx="1"/>
          </p:nvPr>
        </p:nvSpPr>
        <p:spPr>
          <a:xfrm>
            <a:off x="457200" y="1719263"/>
            <a:ext cx="8229600" cy="719137"/>
          </a:xfrm>
        </p:spPr>
        <p:txBody>
          <a:bodyPr/>
          <a:lstStyle/>
          <a:p>
            <a:pPr>
              <a:lnSpc>
                <a:spcPct val="80000"/>
              </a:lnSpc>
            </a:pPr>
            <a:r>
              <a:rPr lang="en-US" altLang="zh-CN" sz="2100">
                <a:ea typeface="SimSun" panose="02010600030101010101" pitchFamily="2" charset="-122"/>
              </a:rPr>
              <a:t>Best case – a long string of 1’s (skipping over 1s)</a:t>
            </a:r>
          </a:p>
          <a:p>
            <a:pPr>
              <a:lnSpc>
                <a:spcPct val="80000"/>
              </a:lnSpc>
            </a:pPr>
            <a:r>
              <a:rPr lang="en-US" altLang="zh-CN" sz="2100">
                <a:ea typeface="SimSun" panose="02010600030101010101" pitchFamily="2" charset="-122"/>
              </a:rPr>
              <a:t>Worst case – 0’s and 1’s are alternating</a:t>
            </a:r>
          </a:p>
          <a:p>
            <a:pPr>
              <a:lnSpc>
                <a:spcPct val="80000"/>
              </a:lnSpc>
            </a:pPr>
            <a:endParaRPr lang="zh-CN" altLang="en-US" sz="2100">
              <a:ea typeface="SimSun" panose="02010600030101010101" pitchFamily="2" charset="-122"/>
            </a:endParaRPr>
          </a:p>
        </p:txBody>
      </p:sp>
      <p:sp>
        <p:nvSpPr>
          <p:cNvPr id="93188" name="Freeform 4"/>
          <p:cNvSpPr>
            <a:spLocks/>
          </p:cNvSpPr>
          <p:nvPr/>
        </p:nvSpPr>
        <p:spPr bwMode="auto">
          <a:xfrm>
            <a:off x="4938713" y="2841625"/>
            <a:ext cx="300037" cy="339725"/>
          </a:xfrm>
          <a:custGeom>
            <a:avLst/>
            <a:gdLst>
              <a:gd name="T0" fmla="*/ 11 w 15"/>
              <a:gd name="T1" fmla="*/ 0 h 17"/>
              <a:gd name="T2" fmla="*/ 11 w 15"/>
              <a:gd name="T3" fmla="*/ 10 h 17"/>
              <a:gd name="T4" fmla="*/ 15 w 15"/>
              <a:gd name="T5" fmla="*/ 10 h 17"/>
              <a:gd name="T6" fmla="*/ 8 w 15"/>
              <a:gd name="T7" fmla="*/ 17 h 17"/>
              <a:gd name="T8" fmla="*/ 0 w 15"/>
              <a:gd name="T9" fmla="*/ 10 h 17"/>
              <a:gd name="T10" fmla="*/ 4 w 15"/>
              <a:gd name="T11" fmla="*/ 10 h 17"/>
              <a:gd name="T12" fmla="*/ 4 w 15"/>
              <a:gd name="T13" fmla="*/ 0 h 17"/>
              <a:gd name="T14" fmla="*/ 0 60000 65536"/>
              <a:gd name="T15" fmla="*/ 0 60000 65536"/>
              <a:gd name="T16" fmla="*/ 0 60000 65536"/>
              <a:gd name="T17" fmla="*/ 0 60000 65536"/>
              <a:gd name="T18" fmla="*/ 0 60000 65536"/>
              <a:gd name="T19" fmla="*/ 0 60000 65536"/>
              <a:gd name="T20" fmla="*/ 0 60000 65536"/>
              <a:gd name="T21" fmla="*/ 0 w 15"/>
              <a:gd name="T22" fmla="*/ 0 h 17"/>
              <a:gd name="T23" fmla="*/ 15 w 15"/>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7">
                <a:moveTo>
                  <a:pt x="11" y="0"/>
                </a:moveTo>
                <a:lnTo>
                  <a:pt x="11" y="10"/>
                </a:lnTo>
                <a:lnTo>
                  <a:pt x="15" y="10"/>
                </a:lnTo>
                <a:lnTo>
                  <a:pt x="8" y="17"/>
                </a:lnTo>
                <a:lnTo>
                  <a:pt x="0" y="10"/>
                </a:lnTo>
                <a:lnTo>
                  <a:pt x="4" y="10"/>
                </a:lnTo>
                <a:lnTo>
                  <a:pt x="4" y="0"/>
                </a:lnTo>
              </a:path>
            </a:pathLst>
          </a:custGeom>
          <a:noFill/>
          <a:ln w="20638">
            <a:solidFill>
              <a:srgbClr val="00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3190" name="Rectangle 6"/>
          <p:cNvSpPr>
            <a:spLocks noChangeArrowheads="1"/>
          </p:cNvSpPr>
          <p:nvPr/>
        </p:nvSpPr>
        <p:spPr bwMode="auto">
          <a:xfrm>
            <a:off x="2840038" y="41211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191" name="Rectangle 7"/>
          <p:cNvSpPr>
            <a:spLocks noChangeArrowheads="1"/>
          </p:cNvSpPr>
          <p:nvPr/>
        </p:nvSpPr>
        <p:spPr bwMode="auto">
          <a:xfrm>
            <a:off x="2840038" y="254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192" name="Rectangle 8"/>
          <p:cNvSpPr>
            <a:spLocks noChangeArrowheads="1"/>
          </p:cNvSpPr>
          <p:nvPr/>
        </p:nvSpPr>
        <p:spPr bwMode="auto">
          <a:xfrm>
            <a:off x="7197725" y="57213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193" name="Rectangle 9"/>
          <p:cNvSpPr>
            <a:spLocks noChangeArrowheads="1"/>
          </p:cNvSpPr>
          <p:nvPr/>
        </p:nvSpPr>
        <p:spPr bwMode="auto">
          <a:xfrm>
            <a:off x="6897688" y="57213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194" name="Rectangle 10"/>
          <p:cNvSpPr>
            <a:spLocks noChangeArrowheads="1"/>
          </p:cNvSpPr>
          <p:nvPr/>
        </p:nvSpPr>
        <p:spPr bwMode="auto">
          <a:xfrm>
            <a:off x="6618288" y="57213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195" name="Rectangle 11"/>
          <p:cNvSpPr>
            <a:spLocks noChangeArrowheads="1"/>
          </p:cNvSpPr>
          <p:nvPr/>
        </p:nvSpPr>
        <p:spPr bwMode="auto">
          <a:xfrm>
            <a:off x="6318250" y="57213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196" name="Rectangle 12"/>
          <p:cNvSpPr>
            <a:spLocks noChangeArrowheads="1"/>
          </p:cNvSpPr>
          <p:nvPr/>
        </p:nvSpPr>
        <p:spPr bwMode="auto">
          <a:xfrm>
            <a:off x="6038850" y="57213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197" name="Rectangle 13"/>
          <p:cNvSpPr>
            <a:spLocks noChangeArrowheads="1"/>
          </p:cNvSpPr>
          <p:nvPr/>
        </p:nvSpPr>
        <p:spPr bwMode="auto">
          <a:xfrm>
            <a:off x="5757863" y="57213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198" name="Rectangle 14"/>
          <p:cNvSpPr>
            <a:spLocks noChangeArrowheads="1"/>
          </p:cNvSpPr>
          <p:nvPr/>
        </p:nvSpPr>
        <p:spPr bwMode="auto">
          <a:xfrm>
            <a:off x="5459413" y="57213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199" name="Rectangle 15"/>
          <p:cNvSpPr>
            <a:spLocks noChangeArrowheads="1"/>
          </p:cNvSpPr>
          <p:nvPr/>
        </p:nvSpPr>
        <p:spPr bwMode="auto">
          <a:xfrm>
            <a:off x="5178425" y="57213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00" name="Rectangle 16"/>
          <p:cNvSpPr>
            <a:spLocks noChangeArrowheads="1"/>
          </p:cNvSpPr>
          <p:nvPr/>
        </p:nvSpPr>
        <p:spPr bwMode="auto">
          <a:xfrm>
            <a:off x="4878388" y="57213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01" name="Rectangle 17"/>
          <p:cNvSpPr>
            <a:spLocks noChangeArrowheads="1"/>
          </p:cNvSpPr>
          <p:nvPr/>
        </p:nvSpPr>
        <p:spPr bwMode="auto">
          <a:xfrm>
            <a:off x="4598988" y="57213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02" name="Rectangle 18"/>
          <p:cNvSpPr>
            <a:spLocks noChangeArrowheads="1"/>
          </p:cNvSpPr>
          <p:nvPr/>
        </p:nvSpPr>
        <p:spPr bwMode="auto">
          <a:xfrm>
            <a:off x="4319588" y="57213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03" name="Rectangle 19"/>
          <p:cNvSpPr>
            <a:spLocks noChangeArrowheads="1"/>
          </p:cNvSpPr>
          <p:nvPr/>
        </p:nvSpPr>
        <p:spPr bwMode="auto">
          <a:xfrm>
            <a:off x="4019550" y="57213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04" name="Rectangle 20"/>
          <p:cNvSpPr>
            <a:spLocks noChangeArrowheads="1"/>
          </p:cNvSpPr>
          <p:nvPr/>
        </p:nvSpPr>
        <p:spPr bwMode="auto">
          <a:xfrm>
            <a:off x="3740150" y="57213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05" name="Rectangle 21"/>
          <p:cNvSpPr>
            <a:spLocks noChangeArrowheads="1"/>
          </p:cNvSpPr>
          <p:nvPr/>
        </p:nvSpPr>
        <p:spPr bwMode="auto">
          <a:xfrm>
            <a:off x="3440113" y="57213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06" name="Rectangle 22"/>
          <p:cNvSpPr>
            <a:spLocks noChangeArrowheads="1"/>
          </p:cNvSpPr>
          <p:nvPr/>
        </p:nvSpPr>
        <p:spPr bwMode="auto">
          <a:xfrm>
            <a:off x="3159125" y="57213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07" name="Rectangle 23"/>
          <p:cNvSpPr>
            <a:spLocks noChangeArrowheads="1"/>
          </p:cNvSpPr>
          <p:nvPr/>
        </p:nvSpPr>
        <p:spPr bwMode="auto">
          <a:xfrm>
            <a:off x="2879725" y="57213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08" name="Rectangle 24"/>
          <p:cNvSpPr>
            <a:spLocks noChangeArrowheads="1"/>
          </p:cNvSpPr>
          <p:nvPr/>
        </p:nvSpPr>
        <p:spPr bwMode="auto">
          <a:xfrm>
            <a:off x="7158038" y="41211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09" name="Rectangle 25"/>
          <p:cNvSpPr>
            <a:spLocks noChangeArrowheads="1"/>
          </p:cNvSpPr>
          <p:nvPr/>
        </p:nvSpPr>
        <p:spPr bwMode="auto">
          <a:xfrm>
            <a:off x="6878638" y="41211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10" name="Rectangle 26"/>
          <p:cNvSpPr>
            <a:spLocks noChangeArrowheads="1"/>
          </p:cNvSpPr>
          <p:nvPr/>
        </p:nvSpPr>
        <p:spPr bwMode="auto">
          <a:xfrm>
            <a:off x="6578600" y="41211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11" name="Rectangle 27"/>
          <p:cNvSpPr>
            <a:spLocks noChangeArrowheads="1"/>
          </p:cNvSpPr>
          <p:nvPr/>
        </p:nvSpPr>
        <p:spPr bwMode="auto">
          <a:xfrm>
            <a:off x="6297613" y="41211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12" name="Rectangle 28"/>
          <p:cNvSpPr>
            <a:spLocks noChangeArrowheads="1"/>
          </p:cNvSpPr>
          <p:nvPr/>
        </p:nvSpPr>
        <p:spPr bwMode="auto">
          <a:xfrm>
            <a:off x="5997575" y="41211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13" name="Rectangle 29"/>
          <p:cNvSpPr>
            <a:spLocks noChangeArrowheads="1"/>
          </p:cNvSpPr>
          <p:nvPr/>
        </p:nvSpPr>
        <p:spPr bwMode="auto">
          <a:xfrm>
            <a:off x="5718175" y="41211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14" name="Rectangle 30"/>
          <p:cNvSpPr>
            <a:spLocks noChangeArrowheads="1"/>
          </p:cNvSpPr>
          <p:nvPr/>
        </p:nvSpPr>
        <p:spPr bwMode="auto">
          <a:xfrm>
            <a:off x="5438775" y="41211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15" name="Rectangle 31"/>
          <p:cNvSpPr>
            <a:spLocks noChangeArrowheads="1"/>
          </p:cNvSpPr>
          <p:nvPr/>
        </p:nvSpPr>
        <p:spPr bwMode="auto">
          <a:xfrm>
            <a:off x="5138738" y="41211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16" name="Rectangle 32"/>
          <p:cNvSpPr>
            <a:spLocks noChangeArrowheads="1"/>
          </p:cNvSpPr>
          <p:nvPr/>
        </p:nvSpPr>
        <p:spPr bwMode="auto">
          <a:xfrm>
            <a:off x="4859338" y="41211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17" name="Rectangle 33"/>
          <p:cNvSpPr>
            <a:spLocks noChangeArrowheads="1"/>
          </p:cNvSpPr>
          <p:nvPr/>
        </p:nvSpPr>
        <p:spPr bwMode="auto">
          <a:xfrm>
            <a:off x="4559300" y="41211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18" name="Rectangle 34"/>
          <p:cNvSpPr>
            <a:spLocks noChangeArrowheads="1"/>
          </p:cNvSpPr>
          <p:nvPr/>
        </p:nvSpPr>
        <p:spPr bwMode="auto">
          <a:xfrm>
            <a:off x="4279900" y="41211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19" name="Rectangle 35"/>
          <p:cNvSpPr>
            <a:spLocks noChangeArrowheads="1"/>
          </p:cNvSpPr>
          <p:nvPr/>
        </p:nvSpPr>
        <p:spPr bwMode="auto">
          <a:xfrm>
            <a:off x="3998913" y="41211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20" name="Rectangle 36"/>
          <p:cNvSpPr>
            <a:spLocks noChangeArrowheads="1"/>
          </p:cNvSpPr>
          <p:nvPr/>
        </p:nvSpPr>
        <p:spPr bwMode="auto">
          <a:xfrm>
            <a:off x="3698875" y="41211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21" name="Rectangle 37"/>
          <p:cNvSpPr>
            <a:spLocks noChangeArrowheads="1"/>
          </p:cNvSpPr>
          <p:nvPr/>
        </p:nvSpPr>
        <p:spPr bwMode="auto">
          <a:xfrm>
            <a:off x="3419475" y="41211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22" name="Rectangle 38"/>
          <p:cNvSpPr>
            <a:spLocks noChangeArrowheads="1"/>
          </p:cNvSpPr>
          <p:nvPr/>
        </p:nvSpPr>
        <p:spPr bwMode="auto">
          <a:xfrm>
            <a:off x="3119438" y="412115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23" name="Rectangle 39"/>
          <p:cNvSpPr>
            <a:spLocks noChangeArrowheads="1"/>
          </p:cNvSpPr>
          <p:nvPr/>
        </p:nvSpPr>
        <p:spPr bwMode="auto">
          <a:xfrm>
            <a:off x="3119438" y="254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24" name="Rectangle 40"/>
          <p:cNvSpPr>
            <a:spLocks noChangeArrowheads="1"/>
          </p:cNvSpPr>
          <p:nvPr/>
        </p:nvSpPr>
        <p:spPr bwMode="auto">
          <a:xfrm>
            <a:off x="3419475" y="254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25" name="Rectangle 41"/>
          <p:cNvSpPr>
            <a:spLocks noChangeArrowheads="1"/>
          </p:cNvSpPr>
          <p:nvPr/>
        </p:nvSpPr>
        <p:spPr bwMode="auto">
          <a:xfrm>
            <a:off x="3698875" y="254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26" name="Rectangle 42"/>
          <p:cNvSpPr>
            <a:spLocks noChangeArrowheads="1"/>
          </p:cNvSpPr>
          <p:nvPr/>
        </p:nvSpPr>
        <p:spPr bwMode="auto">
          <a:xfrm>
            <a:off x="3998913" y="254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27" name="Rectangle 43"/>
          <p:cNvSpPr>
            <a:spLocks noChangeArrowheads="1"/>
          </p:cNvSpPr>
          <p:nvPr/>
        </p:nvSpPr>
        <p:spPr bwMode="auto">
          <a:xfrm>
            <a:off x="4279900" y="254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28" name="Rectangle 44"/>
          <p:cNvSpPr>
            <a:spLocks noChangeArrowheads="1"/>
          </p:cNvSpPr>
          <p:nvPr/>
        </p:nvSpPr>
        <p:spPr bwMode="auto">
          <a:xfrm>
            <a:off x="4559300" y="254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29" name="Rectangle 45"/>
          <p:cNvSpPr>
            <a:spLocks noChangeArrowheads="1"/>
          </p:cNvSpPr>
          <p:nvPr/>
        </p:nvSpPr>
        <p:spPr bwMode="auto">
          <a:xfrm>
            <a:off x="4859338" y="254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30" name="Rectangle 46"/>
          <p:cNvSpPr>
            <a:spLocks noChangeArrowheads="1"/>
          </p:cNvSpPr>
          <p:nvPr/>
        </p:nvSpPr>
        <p:spPr bwMode="auto">
          <a:xfrm>
            <a:off x="5138738" y="254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31" name="Rectangle 47"/>
          <p:cNvSpPr>
            <a:spLocks noChangeArrowheads="1"/>
          </p:cNvSpPr>
          <p:nvPr/>
        </p:nvSpPr>
        <p:spPr bwMode="auto">
          <a:xfrm>
            <a:off x="5438775" y="254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32" name="Rectangle 48"/>
          <p:cNvSpPr>
            <a:spLocks noChangeArrowheads="1"/>
          </p:cNvSpPr>
          <p:nvPr/>
        </p:nvSpPr>
        <p:spPr bwMode="auto">
          <a:xfrm>
            <a:off x="5718175" y="254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33" name="Rectangle 49"/>
          <p:cNvSpPr>
            <a:spLocks noChangeArrowheads="1"/>
          </p:cNvSpPr>
          <p:nvPr/>
        </p:nvSpPr>
        <p:spPr bwMode="auto">
          <a:xfrm>
            <a:off x="5997575" y="254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34" name="Rectangle 50"/>
          <p:cNvSpPr>
            <a:spLocks noChangeArrowheads="1"/>
          </p:cNvSpPr>
          <p:nvPr/>
        </p:nvSpPr>
        <p:spPr bwMode="auto">
          <a:xfrm>
            <a:off x="6297613" y="254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35" name="Rectangle 51"/>
          <p:cNvSpPr>
            <a:spLocks noChangeArrowheads="1"/>
          </p:cNvSpPr>
          <p:nvPr/>
        </p:nvSpPr>
        <p:spPr bwMode="auto">
          <a:xfrm>
            <a:off x="6578600" y="254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36" name="Rectangle 52"/>
          <p:cNvSpPr>
            <a:spLocks noChangeArrowheads="1"/>
          </p:cNvSpPr>
          <p:nvPr/>
        </p:nvSpPr>
        <p:spPr bwMode="auto">
          <a:xfrm>
            <a:off x="6878638" y="254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37" name="Rectangle 53"/>
          <p:cNvSpPr>
            <a:spLocks noChangeArrowheads="1"/>
          </p:cNvSpPr>
          <p:nvPr/>
        </p:nvSpPr>
        <p:spPr bwMode="auto">
          <a:xfrm>
            <a:off x="7158038" y="25415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38" name="Rectangle 54"/>
          <p:cNvSpPr>
            <a:spLocks noChangeArrowheads="1"/>
          </p:cNvSpPr>
          <p:nvPr/>
        </p:nvSpPr>
        <p:spPr bwMode="auto">
          <a:xfrm>
            <a:off x="3698875" y="48006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39" name="Rectangle 55"/>
          <p:cNvSpPr>
            <a:spLocks noChangeArrowheads="1"/>
          </p:cNvSpPr>
          <p:nvPr/>
        </p:nvSpPr>
        <p:spPr bwMode="auto">
          <a:xfrm>
            <a:off x="6897688" y="64404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40" name="Rectangle 56"/>
          <p:cNvSpPr>
            <a:spLocks noChangeArrowheads="1"/>
          </p:cNvSpPr>
          <p:nvPr/>
        </p:nvSpPr>
        <p:spPr bwMode="auto">
          <a:xfrm>
            <a:off x="6618288" y="64404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41" name="Rectangle 57"/>
          <p:cNvSpPr>
            <a:spLocks noChangeArrowheads="1"/>
          </p:cNvSpPr>
          <p:nvPr/>
        </p:nvSpPr>
        <p:spPr bwMode="auto">
          <a:xfrm>
            <a:off x="6038850" y="64404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42" name="Rectangle 58"/>
          <p:cNvSpPr>
            <a:spLocks noChangeArrowheads="1"/>
          </p:cNvSpPr>
          <p:nvPr/>
        </p:nvSpPr>
        <p:spPr bwMode="auto">
          <a:xfrm>
            <a:off x="5757863" y="64404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43" name="Rectangle 59"/>
          <p:cNvSpPr>
            <a:spLocks noChangeArrowheads="1"/>
          </p:cNvSpPr>
          <p:nvPr/>
        </p:nvSpPr>
        <p:spPr bwMode="auto">
          <a:xfrm>
            <a:off x="5459413" y="64404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44" name="Rectangle 60"/>
          <p:cNvSpPr>
            <a:spLocks noChangeArrowheads="1"/>
          </p:cNvSpPr>
          <p:nvPr/>
        </p:nvSpPr>
        <p:spPr bwMode="auto">
          <a:xfrm>
            <a:off x="4878388" y="64404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45" name="Rectangle 61"/>
          <p:cNvSpPr>
            <a:spLocks noChangeArrowheads="1"/>
          </p:cNvSpPr>
          <p:nvPr/>
        </p:nvSpPr>
        <p:spPr bwMode="auto">
          <a:xfrm>
            <a:off x="4598988" y="64404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46" name="Rectangle 62"/>
          <p:cNvSpPr>
            <a:spLocks noChangeArrowheads="1"/>
          </p:cNvSpPr>
          <p:nvPr/>
        </p:nvSpPr>
        <p:spPr bwMode="auto">
          <a:xfrm>
            <a:off x="4319588" y="64404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47" name="Rectangle 63"/>
          <p:cNvSpPr>
            <a:spLocks noChangeArrowheads="1"/>
          </p:cNvSpPr>
          <p:nvPr/>
        </p:nvSpPr>
        <p:spPr bwMode="auto">
          <a:xfrm>
            <a:off x="4019550" y="64404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48" name="Rectangle 64"/>
          <p:cNvSpPr>
            <a:spLocks noChangeArrowheads="1"/>
          </p:cNvSpPr>
          <p:nvPr/>
        </p:nvSpPr>
        <p:spPr bwMode="auto">
          <a:xfrm>
            <a:off x="3440113" y="64404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49" name="Rectangle 65"/>
          <p:cNvSpPr>
            <a:spLocks noChangeArrowheads="1"/>
          </p:cNvSpPr>
          <p:nvPr/>
        </p:nvSpPr>
        <p:spPr bwMode="auto">
          <a:xfrm>
            <a:off x="3159125" y="64404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50" name="Rectangle 66"/>
          <p:cNvSpPr>
            <a:spLocks noChangeArrowheads="1"/>
          </p:cNvSpPr>
          <p:nvPr/>
        </p:nvSpPr>
        <p:spPr bwMode="auto">
          <a:xfrm>
            <a:off x="2879725" y="64404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51" name="Rectangle 67"/>
          <p:cNvSpPr>
            <a:spLocks noChangeArrowheads="1"/>
          </p:cNvSpPr>
          <p:nvPr/>
        </p:nvSpPr>
        <p:spPr bwMode="auto">
          <a:xfrm>
            <a:off x="7158038" y="48006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52" name="Rectangle 68"/>
          <p:cNvSpPr>
            <a:spLocks noChangeArrowheads="1"/>
          </p:cNvSpPr>
          <p:nvPr/>
        </p:nvSpPr>
        <p:spPr bwMode="auto">
          <a:xfrm>
            <a:off x="6878638" y="48006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53" name="Rectangle 69"/>
          <p:cNvSpPr>
            <a:spLocks noChangeArrowheads="1"/>
          </p:cNvSpPr>
          <p:nvPr/>
        </p:nvSpPr>
        <p:spPr bwMode="auto">
          <a:xfrm>
            <a:off x="6297613" y="48006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54" name="Rectangle 70"/>
          <p:cNvSpPr>
            <a:spLocks noChangeArrowheads="1"/>
          </p:cNvSpPr>
          <p:nvPr/>
        </p:nvSpPr>
        <p:spPr bwMode="auto">
          <a:xfrm>
            <a:off x="5997575" y="48006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55" name="Rectangle 71"/>
          <p:cNvSpPr>
            <a:spLocks noChangeArrowheads="1"/>
          </p:cNvSpPr>
          <p:nvPr/>
        </p:nvSpPr>
        <p:spPr bwMode="auto">
          <a:xfrm>
            <a:off x="5718175" y="48006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56" name="Rectangle 72"/>
          <p:cNvSpPr>
            <a:spLocks noChangeArrowheads="1"/>
          </p:cNvSpPr>
          <p:nvPr/>
        </p:nvSpPr>
        <p:spPr bwMode="auto">
          <a:xfrm>
            <a:off x="4859338" y="48006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57" name="Rectangle 73"/>
          <p:cNvSpPr>
            <a:spLocks noChangeArrowheads="1"/>
          </p:cNvSpPr>
          <p:nvPr/>
        </p:nvSpPr>
        <p:spPr bwMode="auto">
          <a:xfrm>
            <a:off x="3419475" y="48006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58" name="Rectangle 74"/>
          <p:cNvSpPr>
            <a:spLocks noChangeArrowheads="1"/>
          </p:cNvSpPr>
          <p:nvPr/>
        </p:nvSpPr>
        <p:spPr bwMode="auto">
          <a:xfrm>
            <a:off x="2840038" y="48006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0</a:t>
            </a:r>
            <a:endParaRPr lang="en-CA" altLang="zh-CN" sz="2400">
              <a:latin typeface="Times New Roman" panose="02020603050405020304" pitchFamily="18" charset="0"/>
              <a:ea typeface="SimSun" panose="02010600030101010101" pitchFamily="2" charset="-122"/>
            </a:endParaRPr>
          </a:p>
        </p:txBody>
      </p:sp>
      <p:sp>
        <p:nvSpPr>
          <p:cNvPr id="93259" name="Rectangle 75"/>
          <p:cNvSpPr>
            <a:spLocks noChangeArrowheads="1"/>
          </p:cNvSpPr>
          <p:nvPr/>
        </p:nvSpPr>
        <p:spPr bwMode="auto">
          <a:xfrm>
            <a:off x="3159125" y="32210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60" name="Rectangle 76"/>
          <p:cNvSpPr>
            <a:spLocks noChangeArrowheads="1"/>
          </p:cNvSpPr>
          <p:nvPr/>
        </p:nvSpPr>
        <p:spPr bwMode="auto">
          <a:xfrm>
            <a:off x="3079750" y="3221038"/>
            <a:ext cx="587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61" name="Rectangle 77"/>
          <p:cNvSpPr>
            <a:spLocks noChangeArrowheads="1"/>
          </p:cNvSpPr>
          <p:nvPr/>
        </p:nvSpPr>
        <p:spPr bwMode="auto">
          <a:xfrm>
            <a:off x="3698875" y="32210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62" name="Rectangle 78"/>
          <p:cNvSpPr>
            <a:spLocks noChangeArrowheads="1"/>
          </p:cNvSpPr>
          <p:nvPr/>
        </p:nvSpPr>
        <p:spPr bwMode="auto">
          <a:xfrm>
            <a:off x="3619500" y="3221038"/>
            <a:ext cx="587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63" name="Rectangle 79"/>
          <p:cNvSpPr>
            <a:spLocks noChangeArrowheads="1"/>
          </p:cNvSpPr>
          <p:nvPr/>
        </p:nvSpPr>
        <p:spPr bwMode="auto">
          <a:xfrm>
            <a:off x="4279900" y="32210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64" name="Rectangle 80"/>
          <p:cNvSpPr>
            <a:spLocks noChangeArrowheads="1"/>
          </p:cNvSpPr>
          <p:nvPr/>
        </p:nvSpPr>
        <p:spPr bwMode="auto">
          <a:xfrm>
            <a:off x="4198938" y="3221038"/>
            <a:ext cx="587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65" name="Rectangle 81"/>
          <p:cNvSpPr>
            <a:spLocks noChangeArrowheads="1"/>
          </p:cNvSpPr>
          <p:nvPr/>
        </p:nvSpPr>
        <p:spPr bwMode="auto">
          <a:xfrm>
            <a:off x="4859338" y="32210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66" name="Rectangle 82"/>
          <p:cNvSpPr>
            <a:spLocks noChangeArrowheads="1"/>
          </p:cNvSpPr>
          <p:nvPr/>
        </p:nvSpPr>
        <p:spPr bwMode="auto">
          <a:xfrm>
            <a:off x="4778375" y="3221038"/>
            <a:ext cx="587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67" name="Rectangle 83"/>
          <p:cNvSpPr>
            <a:spLocks noChangeArrowheads="1"/>
          </p:cNvSpPr>
          <p:nvPr/>
        </p:nvSpPr>
        <p:spPr bwMode="auto">
          <a:xfrm>
            <a:off x="5438775" y="32210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68" name="Rectangle 84"/>
          <p:cNvSpPr>
            <a:spLocks noChangeArrowheads="1"/>
          </p:cNvSpPr>
          <p:nvPr/>
        </p:nvSpPr>
        <p:spPr bwMode="auto">
          <a:xfrm>
            <a:off x="5359400" y="3221038"/>
            <a:ext cx="587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69" name="Rectangle 85"/>
          <p:cNvSpPr>
            <a:spLocks noChangeArrowheads="1"/>
          </p:cNvSpPr>
          <p:nvPr/>
        </p:nvSpPr>
        <p:spPr bwMode="auto">
          <a:xfrm>
            <a:off x="6018213" y="32210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70" name="Rectangle 86"/>
          <p:cNvSpPr>
            <a:spLocks noChangeArrowheads="1"/>
          </p:cNvSpPr>
          <p:nvPr/>
        </p:nvSpPr>
        <p:spPr bwMode="auto">
          <a:xfrm>
            <a:off x="5938838" y="3221038"/>
            <a:ext cx="587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71" name="Rectangle 87"/>
          <p:cNvSpPr>
            <a:spLocks noChangeArrowheads="1"/>
          </p:cNvSpPr>
          <p:nvPr/>
        </p:nvSpPr>
        <p:spPr bwMode="auto">
          <a:xfrm>
            <a:off x="6597650" y="32210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72" name="Rectangle 88"/>
          <p:cNvSpPr>
            <a:spLocks noChangeArrowheads="1"/>
          </p:cNvSpPr>
          <p:nvPr/>
        </p:nvSpPr>
        <p:spPr bwMode="auto">
          <a:xfrm>
            <a:off x="6518275" y="3221038"/>
            <a:ext cx="587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73" name="Rectangle 89"/>
          <p:cNvSpPr>
            <a:spLocks noChangeArrowheads="1"/>
          </p:cNvSpPr>
          <p:nvPr/>
        </p:nvSpPr>
        <p:spPr bwMode="auto">
          <a:xfrm>
            <a:off x="7158038" y="32210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74" name="Rectangle 90"/>
          <p:cNvSpPr>
            <a:spLocks noChangeArrowheads="1"/>
          </p:cNvSpPr>
          <p:nvPr/>
        </p:nvSpPr>
        <p:spPr bwMode="auto">
          <a:xfrm>
            <a:off x="7077075" y="3221038"/>
            <a:ext cx="587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75" name="Rectangle 91"/>
          <p:cNvSpPr>
            <a:spLocks noChangeArrowheads="1"/>
          </p:cNvSpPr>
          <p:nvPr/>
        </p:nvSpPr>
        <p:spPr bwMode="auto">
          <a:xfrm>
            <a:off x="3159125" y="48006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76" name="Rectangle 92"/>
          <p:cNvSpPr>
            <a:spLocks noChangeArrowheads="1"/>
          </p:cNvSpPr>
          <p:nvPr/>
        </p:nvSpPr>
        <p:spPr bwMode="auto">
          <a:xfrm>
            <a:off x="3079750" y="4800600"/>
            <a:ext cx="587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77" name="Rectangle 93"/>
          <p:cNvSpPr>
            <a:spLocks noChangeArrowheads="1"/>
          </p:cNvSpPr>
          <p:nvPr/>
        </p:nvSpPr>
        <p:spPr bwMode="auto">
          <a:xfrm>
            <a:off x="4279900" y="48006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78" name="Rectangle 94"/>
          <p:cNvSpPr>
            <a:spLocks noChangeArrowheads="1"/>
          </p:cNvSpPr>
          <p:nvPr/>
        </p:nvSpPr>
        <p:spPr bwMode="auto">
          <a:xfrm>
            <a:off x="4198938" y="4800600"/>
            <a:ext cx="587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79" name="Rectangle 95"/>
          <p:cNvSpPr>
            <a:spLocks noChangeArrowheads="1"/>
          </p:cNvSpPr>
          <p:nvPr/>
        </p:nvSpPr>
        <p:spPr bwMode="auto">
          <a:xfrm>
            <a:off x="5138738" y="48006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80" name="Rectangle 96"/>
          <p:cNvSpPr>
            <a:spLocks noChangeArrowheads="1"/>
          </p:cNvSpPr>
          <p:nvPr/>
        </p:nvSpPr>
        <p:spPr bwMode="auto">
          <a:xfrm>
            <a:off x="5059363" y="4800600"/>
            <a:ext cx="587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81" name="Rectangle 97"/>
          <p:cNvSpPr>
            <a:spLocks noChangeArrowheads="1"/>
          </p:cNvSpPr>
          <p:nvPr/>
        </p:nvSpPr>
        <p:spPr bwMode="auto">
          <a:xfrm>
            <a:off x="6597650" y="48006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82" name="Rectangle 98"/>
          <p:cNvSpPr>
            <a:spLocks noChangeArrowheads="1"/>
          </p:cNvSpPr>
          <p:nvPr/>
        </p:nvSpPr>
        <p:spPr bwMode="auto">
          <a:xfrm>
            <a:off x="6518275" y="4800600"/>
            <a:ext cx="587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83" name="Rectangle 99"/>
          <p:cNvSpPr>
            <a:spLocks noChangeArrowheads="1"/>
          </p:cNvSpPr>
          <p:nvPr/>
        </p:nvSpPr>
        <p:spPr bwMode="auto">
          <a:xfrm>
            <a:off x="7197725" y="64404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84" name="Rectangle 100"/>
          <p:cNvSpPr>
            <a:spLocks noChangeArrowheads="1"/>
          </p:cNvSpPr>
          <p:nvPr/>
        </p:nvSpPr>
        <p:spPr bwMode="auto">
          <a:xfrm>
            <a:off x="7118350" y="6440488"/>
            <a:ext cx="587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85" name="Rectangle 101"/>
          <p:cNvSpPr>
            <a:spLocks noChangeArrowheads="1"/>
          </p:cNvSpPr>
          <p:nvPr/>
        </p:nvSpPr>
        <p:spPr bwMode="auto">
          <a:xfrm>
            <a:off x="5178425" y="64404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86" name="Rectangle 102"/>
          <p:cNvSpPr>
            <a:spLocks noChangeArrowheads="1"/>
          </p:cNvSpPr>
          <p:nvPr/>
        </p:nvSpPr>
        <p:spPr bwMode="auto">
          <a:xfrm>
            <a:off x="5099050" y="6440488"/>
            <a:ext cx="587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87" name="Rectangle 103"/>
          <p:cNvSpPr>
            <a:spLocks noChangeArrowheads="1"/>
          </p:cNvSpPr>
          <p:nvPr/>
        </p:nvSpPr>
        <p:spPr bwMode="auto">
          <a:xfrm>
            <a:off x="2840038" y="32210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88" name="Rectangle 104"/>
          <p:cNvSpPr>
            <a:spLocks noChangeArrowheads="1"/>
          </p:cNvSpPr>
          <p:nvPr/>
        </p:nvSpPr>
        <p:spPr bwMode="auto">
          <a:xfrm>
            <a:off x="2760663" y="3221038"/>
            <a:ext cx="1031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89" name="Rectangle 105"/>
          <p:cNvSpPr>
            <a:spLocks noChangeArrowheads="1"/>
          </p:cNvSpPr>
          <p:nvPr/>
        </p:nvSpPr>
        <p:spPr bwMode="auto">
          <a:xfrm>
            <a:off x="3419475" y="32210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90" name="Rectangle 106"/>
          <p:cNvSpPr>
            <a:spLocks noChangeArrowheads="1"/>
          </p:cNvSpPr>
          <p:nvPr/>
        </p:nvSpPr>
        <p:spPr bwMode="auto">
          <a:xfrm>
            <a:off x="3319463" y="3221038"/>
            <a:ext cx="1031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91" name="Rectangle 107"/>
          <p:cNvSpPr>
            <a:spLocks noChangeArrowheads="1"/>
          </p:cNvSpPr>
          <p:nvPr/>
        </p:nvSpPr>
        <p:spPr bwMode="auto">
          <a:xfrm>
            <a:off x="3998913" y="32210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92" name="Rectangle 108"/>
          <p:cNvSpPr>
            <a:spLocks noChangeArrowheads="1"/>
          </p:cNvSpPr>
          <p:nvPr/>
        </p:nvSpPr>
        <p:spPr bwMode="auto">
          <a:xfrm>
            <a:off x="3898900" y="3221038"/>
            <a:ext cx="1031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93" name="Rectangle 109"/>
          <p:cNvSpPr>
            <a:spLocks noChangeArrowheads="1"/>
          </p:cNvSpPr>
          <p:nvPr/>
        </p:nvSpPr>
        <p:spPr bwMode="auto">
          <a:xfrm>
            <a:off x="4578350" y="32210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94" name="Rectangle 110"/>
          <p:cNvSpPr>
            <a:spLocks noChangeArrowheads="1"/>
          </p:cNvSpPr>
          <p:nvPr/>
        </p:nvSpPr>
        <p:spPr bwMode="auto">
          <a:xfrm>
            <a:off x="4478338" y="3221038"/>
            <a:ext cx="1031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95" name="Rectangle 111"/>
          <p:cNvSpPr>
            <a:spLocks noChangeArrowheads="1"/>
          </p:cNvSpPr>
          <p:nvPr/>
        </p:nvSpPr>
        <p:spPr bwMode="auto">
          <a:xfrm>
            <a:off x="5138738" y="32210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96" name="Rectangle 112"/>
          <p:cNvSpPr>
            <a:spLocks noChangeArrowheads="1"/>
          </p:cNvSpPr>
          <p:nvPr/>
        </p:nvSpPr>
        <p:spPr bwMode="auto">
          <a:xfrm>
            <a:off x="5038725" y="3221038"/>
            <a:ext cx="1031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97" name="Rectangle 113"/>
          <p:cNvSpPr>
            <a:spLocks noChangeArrowheads="1"/>
          </p:cNvSpPr>
          <p:nvPr/>
        </p:nvSpPr>
        <p:spPr bwMode="auto">
          <a:xfrm>
            <a:off x="5718175" y="32210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298" name="Rectangle 114"/>
          <p:cNvSpPr>
            <a:spLocks noChangeArrowheads="1"/>
          </p:cNvSpPr>
          <p:nvPr/>
        </p:nvSpPr>
        <p:spPr bwMode="auto">
          <a:xfrm>
            <a:off x="5618163" y="3221038"/>
            <a:ext cx="1031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299" name="Rectangle 115"/>
          <p:cNvSpPr>
            <a:spLocks noChangeArrowheads="1"/>
          </p:cNvSpPr>
          <p:nvPr/>
        </p:nvSpPr>
        <p:spPr bwMode="auto">
          <a:xfrm>
            <a:off x="6297613" y="32210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300" name="Rectangle 116"/>
          <p:cNvSpPr>
            <a:spLocks noChangeArrowheads="1"/>
          </p:cNvSpPr>
          <p:nvPr/>
        </p:nvSpPr>
        <p:spPr bwMode="auto">
          <a:xfrm>
            <a:off x="6197600" y="3221038"/>
            <a:ext cx="1031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301" name="Rectangle 117"/>
          <p:cNvSpPr>
            <a:spLocks noChangeArrowheads="1"/>
          </p:cNvSpPr>
          <p:nvPr/>
        </p:nvSpPr>
        <p:spPr bwMode="auto">
          <a:xfrm>
            <a:off x="6878638" y="32210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302" name="Rectangle 118"/>
          <p:cNvSpPr>
            <a:spLocks noChangeArrowheads="1"/>
          </p:cNvSpPr>
          <p:nvPr/>
        </p:nvSpPr>
        <p:spPr bwMode="auto">
          <a:xfrm>
            <a:off x="6778625" y="3221038"/>
            <a:ext cx="1031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303" name="Rectangle 119"/>
          <p:cNvSpPr>
            <a:spLocks noChangeArrowheads="1"/>
          </p:cNvSpPr>
          <p:nvPr/>
        </p:nvSpPr>
        <p:spPr bwMode="auto">
          <a:xfrm>
            <a:off x="6338888" y="64404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304" name="Rectangle 120"/>
          <p:cNvSpPr>
            <a:spLocks noChangeArrowheads="1"/>
          </p:cNvSpPr>
          <p:nvPr/>
        </p:nvSpPr>
        <p:spPr bwMode="auto">
          <a:xfrm>
            <a:off x="6238875" y="6440488"/>
            <a:ext cx="1031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305" name="Rectangle 121"/>
          <p:cNvSpPr>
            <a:spLocks noChangeArrowheads="1"/>
          </p:cNvSpPr>
          <p:nvPr/>
        </p:nvSpPr>
        <p:spPr bwMode="auto">
          <a:xfrm>
            <a:off x="5438775" y="48006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306" name="Rectangle 122"/>
          <p:cNvSpPr>
            <a:spLocks noChangeArrowheads="1"/>
          </p:cNvSpPr>
          <p:nvPr/>
        </p:nvSpPr>
        <p:spPr bwMode="auto">
          <a:xfrm>
            <a:off x="5338763" y="4800600"/>
            <a:ext cx="1031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307" name="Rectangle 123"/>
          <p:cNvSpPr>
            <a:spLocks noChangeArrowheads="1"/>
          </p:cNvSpPr>
          <p:nvPr/>
        </p:nvSpPr>
        <p:spPr bwMode="auto">
          <a:xfrm>
            <a:off x="4578350" y="48006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308" name="Rectangle 124"/>
          <p:cNvSpPr>
            <a:spLocks noChangeArrowheads="1"/>
          </p:cNvSpPr>
          <p:nvPr/>
        </p:nvSpPr>
        <p:spPr bwMode="auto">
          <a:xfrm>
            <a:off x="4478338" y="4800600"/>
            <a:ext cx="1031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309" name="Rectangle 125"/>
          <p:cNvSpPr>
            <a:spLocks noChangeArrowheads="1"/>
          </p:cNvSpPr>
          <p:nvPr/>
        </p:nvSpPr>
        <p:spPr bwMode="auto">
          <a:xfrm>
            <a:off x="3998913" y="4800600"/>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310" name="Rectangle 126"/>
          <p:cNvSpPr>
            <a:spLocks noChangeArrowheads="1"/>
          </p:cNvSpPr>
          <p:nvPr/>
        </p:nvSpPr>
        <p:spPr bwMode="auto">
          <a:xfrm>
            <a:off x="3898900" y="4800600"/>
            <a:ext cx="1031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311" name="Rectangle 127"/>
          <p:cNvSpPr>
            <a:spLocks noChangeArrowheads="1"/>
          </p:cNvSpPr>
          <p:nvPr/>
        </p:nvSpPr>
        <p:spPr bwMode="auto">
          <a:xfrm>
            <a:off x="3740150" y="644048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1</a:t>
            </a:r>
            <a:endParaRPr lang="en-CA" altLang="zh-CN" sz="2400">
              <a:latin typeface="Times New Roman" panose="02020603050405020304" pitchFamily="18" charset="0"/>
              <a:ea typeface="SimSun" panose="02010600030101010101" pitchFamily="2" charset="-122"/>
            </a:endParaRPr>
          </a:p>
        </p:txBody>
      </p:sp>
      <p:sp>
        <p:nvSpPr>
          <p:cNvPr id="93312" name="Rectangle 128"/>
          <p:cNvSpPr>
            <a:spLocks noChangeArrowheads="1"/>
          </p:cNvSpPr>
          <p:nvPr/>
        </p:nvSpPr>
        <p:spPr bwMode="auto">
          <a:xfrm>
            <a:off x="3640138" y="6440488"/>
            <a:ext cx="1031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a:t>
            </a:r>
            <a:endParaRPr lang="en-CA" altLang="zh-CN" sz="2400">
              <a:latin typeface="Times New Roman" panose="02020603050405020304" pitchFamily="18" charset="0"/>
              <a:ea typeface="SimSun" panose="02010600030101010101" pitchFamily="2" charset="-122"/>
            </a:endParaRPr>
          </a:p>
        </p:txBody>
      </p:sp>
      <p:sp>
        <p:nvSpPr>
          <p:cNvPr id="93313" name="Freeform 129"/>
          <p:cNvSpPr>
            <a:spLocks/>
          </p:cNvSpPr>
          <p:nvPr/>
        </p:nvSpPr>
        <p:spPr bwMode="auto">
          <a:xfrm>
            <a:off x="4938713" y="4421188"/>
            <a:ext cx="300037" cy="358775"/>
          </a:xfrm>
          <a:custGeom>
            <a:avLst/>
            <a:gdLst>
              <a:gd name="T0" fmla="*/ 11 w 15"/>
              <a:gd name="T1" fmla="*/ 0 h 18"/>
              <a:gd name="T2" fmla="*/ 11 w 15"/>
              <a:gd name="T3" fmla="*/ 11 h 18"/>
              <a:gd name="T4" fmla="*/ 15 w 15"/>
              <a:gd name="T5" fmla="*/ 11 h 18"/>
              <a:gd name="T6" fmla="*/ 8 w 15"/>
              <a:gd name="T7" fmla="*/ 18 h 18"/>
              <a:gd name="T8" fmla="*/ 0 w 15"/>
              <a:gd name="T9" fmla="*/ 11 h 18"/>
              <a:gd name="T10" fmla="*/ 4 w 15"/>
              <a:gd name="T11" fmla="*/ 11 h 18"/>
              <a:gd name="T12" fmla="*/ 4 w 15"/>
              <a:gd name="T13" fmla="*/ 0 h 18"/>
              <a:gd name="T14" fmla="*/ 0 60000 65536"/>
              <a:gd name="T15" fmla="*/ 0 60000 65536"/>
              <a:gd name="T16" fmla="*/ 0 60000 65536"/>
              <a:gd name="T17" fmla="*/ 0 60000 65536"/>
              <a:gd name="T18" fmla="*/ 0 60000 65536"/>
              <a:gd name="T19" fmla="*/ 0 60000 65536"/>
              <a:gd name="T20" fmla="*/ 0 60000 65536"/>
              <a:gd name="T21" fmla="*/ 0 w 15"/>
              <a:gd name="T22" fmla="*/ 0 h 18"/>
              <a:gd name="T23" fmla="*/ 15 w 15"/>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8">
                <a:moveTo>
                  <a:pt x="11" y="0"/>
                </a:moveTo>
                <a:lnTo>
                  <a:pt x="11" y="11"/>
                </a:lnTo>
                <a:lnTo>
                  <a:pt x="15" y="11"/>
                </a:lnTo>
                <a:lnTo>
                  <a:pt x="8" y="18"/>
                </a:lnTo>
                <a:lnTo>
                  <a:pt x="0" y="11"/>
                </a:lnTo>
                <a:lnTo>
                  <a:pt x="4" y="11"/>
                </a:lnTo>
                <a:lnTo>
                  <a:pt x="4" y="0"/>
                </a:lnTo>
              </a:path>
            </a:pathLst>
          </a:custGeom>
          <a:noFill/>
          <a:ln w="20638">
            <a:solidFill>
              <a:srgbClr val="00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3314" name="Freeform 130"/>
          <p:cNvSpPr>
            <a:spLocks/>
          </p:cNvSpPr>
          <p:nvPr/>
        </p:nvSpPr>
        <p:spPr bwMode="auto">
          <a:xfrm>
            <a:off x="4978400" y="6040438"/>
            <a:ext cx="280988" cy="358775"/>
          </a:xfrm>
          <a:custGeom>
            <a:avLst/>
            <a:gdLst>
              <a:gd name="T0" fmla="*/ 11 w 14"/>
              <a:gd name="T1" fmla="*/ 0 h 18"/>
              <a:gd name="T2" fmla="*/ 11 w 14"/>
              <a:gd name="T3" fmla="*/ 10 h 18"/>
              <a:gd name="T4" fmla="*/ 14 w 14"/>
              <a:gd name="T5" fmla="*/ 10 h 18"/>
              <a:gd name="T6" fmla="*/ 7 w 14"/>
              <a:gd name="T7" fmla="*/ 18 h 18"/>
              <a:gd name="T8" fmla="*/ 0 w 14"/>
              <a:gd name="T9" fmla="*/ 10 h 18"/>
              <a:gd name="T10" fmla="*/ 4 w 14"/>
              <a:gd name="T11" fmla="*/ 10 h 18"/>
              <a:gd name="T12" fmla="*/ 4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11" y="0"/>
                </a:moveTo>
                <a:lnTo>
                  <a:pt x="11" y="10"/>
                </a:lnTo>
                <a:lnTo>
                  <a:pt x="14" y="10"/>
                </a:lnTo>
                <a:lnTo>
                  <a:pt x="7" y="18"/>
                </a:lnTo>
                <a:lnTo>
                  <a:pt x="0" y="10"/>
                </a:lnTo>
                <a:lnTo>
                  <a:pt x="4" y="10"/>
                </a:lnTo>
                <a:lnTo>
                  <a:pt x="4" y="0"/>
                </a:lnTo>
              </a:path>
            </a:pathLst>
          </a:custGeom>
          <a:noFill/>
          <a:ln w="20638">
            <a:solidFill>
              <a:srgbClr val="00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3315" name="Rectangle 131"/>
          <p:cNvSpPr>
            <a:spLocks noChangeArrowheads="1"/>
          </p:cNvSpPr>
          <p:nvPr/>
        </p:nvSpPr>
        <p:spPr bwMode="auto">
          <a:xfrm>
            <a:off x="1560513" y="2762250"/>
            <a:ext cx="8969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Worst-case</a:t>
            </a:r>
            <a:endParaRPr lang="en-CA" altLang="zh-CN" sz="2400">
              <a:latin typeface="Times New Roman" panose="02020603050405020304" pitchFamily="18" charset="0"/>
              <a:ea typeface="SimSun" panose="02010600030101010101" pitchFamily="2" charset="-122"/>
            </a:endParaRPr>
          </a:p>
        </p:txBody>
      </p:sp>
      <p:sp>
        <p:nvSpPr>
          <p:cNvPr id="93316" name="Rectangle 132"/>
          <p:cNvSpPr>
            <a:spLocks noChangeArrowheads="1"/>
          </p:cNvSpPr>
          <p:nvPr/>
        </p:nvSpPr>
        <p:spPr bwMode="auto">
          <a:xfrm>
            <a:off x="1620838" y="2981325"/>
            <a:ext cx="7096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multiplier</a:t>
            </a:r>
            <a:endParaRPr lang="en-CA" altLang="zh-CN" sz="2400">
              <a:latin typeface="Times New Roman" panose="02020603050405020304" pitchFamily="18" charset="0"/>
              <a:ea typeface="SimSun" panose="02010600030101010101" pitchFamily="2" charset="-122"/>
            </a:endParaRPr>
          </a:p>
        </p:txBody>
      </p:sp>
      <p:sp>
        <p:nvSpPr>
          <p:cNvPr id="93317" name="Rectangle 133"/>
          <p:cNvSpPr>
            <a:spLocks noChangeArrowheads="1"/>
          </p:cNvSpPr>
          <p:nvPr/>
        </p:nvSpPr>
        <p:spPr bwMode="auto">
          <a:xfrm>
            <a:off x="1639888" y="4360863"/>
            <a:ext cx="6794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Ordinary</a:t>
            </a:r>
            <a:endParaRPr lang="en-CA" altLang="zh-CN" sz="2400">
              <a:latin typeface="Times New Roman" panose="02020603050405020304" pitchFamily="18" charset="0"/>
              <a:ea typeface="SimSun" panose="02010600030101010101" pitchFamily="2" charset="-122"/>
            </a:endParaRPr>
          </a:p>
        </p:txBody>
      </p:sp>
      <p:sp>
        <p:nvSpPr>
          <p:cNvPr id="93318" name="Rectangle 134"/>
          <p:cNvSpPr>
            <a:spLocks noChangeArrowheads="1"/>
          </p:cNvSpPr>
          <p:nvPr/>
        </p:nvSpPr>
        <p:spPr bwMode="auto">
          <a:xfrm>
            <a:off x="1620838" y="4560888"/>
            <a:ext cx="7096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multiplier</a:t>
            </a:r>
            <a:endParaRPr lang="en-CA" altLang="zh-CN" sz="2400">
              <a:latin typeface="Times New Roman" panose="02020603050405020304" pitchFamily="18" charset="0"/>
              <a:ea typeface="SimSun" panose="02010600030101010101" pitchFamily="2" charset="-122"/>
            </a:endParaRPr>
          </a:p>
        </p:txBody>
      </p:sp>
      <p:sp>
        <p:nvSpPr>
          <p:cNvPr id="93319" name="Rectangle 135"/>
          <p:cNvSpPr>
            <a:spLocks noChangeArrowheads="1"/>
          </p:cNvSpPr>
          <p:nvPr/>
        </p:nvSpPr>
        <p:spPr bwMode="auto">
          <a:xfrm>
            <a:off x="1781175" y="5980113"/>
            <a:ext cx="4333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Good</a:t>
            </a:r>
            <a:endParaRPr lang="en-CA" altLang="zh-CN" sz="2400">
              <a:latin typeface="Times New Roman" panose="02020603050405020304" pitchFamily="18" charset="0"/>
              <a:ea typeface="SimSun" panose="02010600030101010101" pitchFamily="2" charset="-122"/>
            </a:endParaRPr>
          </a:p>
        </p:txBody>
      </p:sp>
      <p:sp>
        <p:nvSpPr>
          <p:cNvPr id="93320" name="Rectangle 136"/>
          <p:cNvSpPr>
            <a:spLocks noChangeArrowheads="1"/>
          </p:cNvSpPr>
          <p:nvPr/>
        </p:nvSpPr>
        <p:spPr bwMode="auto">
          <a:xfrm>
            <a:off x="1620838" y="6180138"/>
            <a:ext cx="7096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zh-CN" sz="1400">
                <a:solidFill>
                  <a:srgbClr val="000000"/>
                </a:solidFill>
                <a:latin typeface="Nimbus Roman No9 L"/>
                <a:ea typeface="SimSun" panose="02010600030101010101" pitchFamily="2" charset="-122"/>
              </a:rPr>
              <a:t>multiplier</a:t>
            </a:r>
            <a:endParaRPr lang="en-CA" altLang="zh-CN" sz="2400">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41534638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31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318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319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32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32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32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32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32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32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32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32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32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32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32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32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32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32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32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325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326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326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326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326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326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326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326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9326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326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326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9327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327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9327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327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327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9328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9328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328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9329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329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329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329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3294"/>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9329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93296"/>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93297"/>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93298"/>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93299"/>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93300"/>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93301"/>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93302"/>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93315"/>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93316"/>
                                        </p:tgtEl>
                                        <p:attrNameLst>
                                          <p:attrName>style.visibility</p:attrName>
                                        </p:attrNameLst>
                                      </p:cBhvr>
                                      <p:to>
                                        <p:strVal val="visible"/>
                                      </p:to>
                                    </p:se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93190"/>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93208"/>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93209"/>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93210"/>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93211"/>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93212"/>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93213"/>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93214"/>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93215"/>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93216"/>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93217"/>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93218"/>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93219"/>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93220"/>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93221"/>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93222"/>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93238"/>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93251"/>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93252"/>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93253"/>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93254"/>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93255"/>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93256"/>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93257"/>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93258"/>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93275"/>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93276"/>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93277"/>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93278"/>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93279"/>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93280"/>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93281"/>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93282"/>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93305"/>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93306"/>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93307"/>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93308"/>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93309"/>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93310"/>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93313"/>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93317"/>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93318"/>
                                        </p:tgtEl>
                                        <p:attrNameLst>
                                          <p:attrName>style.visibility</p:attrName>
                                        </p:attrNameLst>
                                      </p:cBhvr>
                                      <p:to>
                                        <p:strVal val="visible"/>
                                      </p:to>
                                    </p:set>
                                  </p:childTnLst>
                                </p:cTn>
                              </p:par>
                            </p:childTnLst>
                          </p:cTn>
                        </p:par>
                      </p:childTnLst>
                    </p:cTn>
                  </p:par>
                  <p:par>
                    <p:cTn id="201" fill="hold" nodeType="clickPar">
                      <p:stCondLst>
                        <p:cond delay="indefinite"/>
                      </p:stCondLst>
                      <p:childTnLst>
                        <p:par>
                          <p:cTn id="202" fill="hold" nodeType="withGroup">
                            <p:stCondLst>
                              <p:cond delay="0"/>
                            </p:stCondLst>
                            <p:childTnLst>
                              <p:par>
                                <p:cTn id="203" presetID="1" presetClass="entr" presetSubtype="0" fill="hold" grpId="0" nodeType="clickEffect">
                                  <p:stCondLst>
                                    <p:cond delay="0"/>
                                  </p:stCondLst>
                                  <p:childTnLst>
                                    <p:set>
                                      <p:cBhvr>
                                        <p:cTn id="204" dur="1" fill="hold">
                                          <p:stCondLst>
                                            <p:cond delay="0"/>
                                          </p:stCondLst>
                                        </p:cTn>
                                        <p:tgtEl>
                                          <p:spTgt spid="93192"/>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93193"/>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93194"/>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93195"/>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93196"/>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93197"/>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93198"/>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93199"/>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93200"/>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93201"/>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93202"/>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93203"/>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93204"/>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93205"/>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93206"/>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93207"/>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93239"/>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93240"/>
                                        </p:tgtEl>
                                        <p:attrNameLst>
                                          <p:attrName>style.visibility</p:attrName>
                                        </p:attrNameLst>
                                      </p:cBhvr>
                                      <p:to>
                                        <p:strVal val="visible"/>
                                      </p:to>
                                    </p:set>
                                  </p:childTnLst>
                                </p:cTn>
                              </p:par>
                              <p:par>
                                <p:cTn id="239" presetID="1" presetClass="entr" presetSubtype="0" fill="hold" grpId="0" nodeType="withEffect">
                                  <p:stCondLst>
                                    <p:cond delay="0"/>
                                  </p:stCondLst>
                                  <p:childTnLst>
                                    <p:set>
                                      <p:cBhvr>
                                        <p:cTn id="240" dur="1" fill="hold">
                                          <p:stCondLst>
                                            <p:cond delay="0"/>
                                          </p:stCondLst>
                                        </p:cTn>
                                        <p:tgtEl>
                                          <p:spTgt spid="93241"/>
                                        </p:tgtEl>
                                        <p:attrNameLst>
                                          <p:attrName>style.visibility</p:attrName>
                                        </p:attrNameLst>
                                      </p:cBhvr>
                                      <p:to>
                                        <p:strVal val="visible"/>
                                      </p:to>
                                    </p:set>
                                  </p:childTnLst>
                                </p:cTn>
                              </p:par>
                              <p:par>
                                <p:cTn id="241" presetID="1" presetClass="entr" presetSubtype="0" fill="hold" grpId="0" nodeType="withEffect">
                                  <p:stCondLst>
                                    <p:cond delay="0"/>
                                  </p:stCondLst>
                                  <p:childTnLst>
                                    <p:set>
                                      <p:cBhvr>
                                        <p:cTn id="242" dur="1" fill="hold">
                                          <p:stCondLst>
                                            <p:cond delay="0"/>
                                          </p:stCondLst>
                                        </p:cTn>
                                        <p:tgtEl>
                                          <p:spTgt spid="93242"/>
                                        </p:tgtEl>
                                        <p:attrNameLst>
                                          <p:attrName>style.visibility</p:attrName>
                                        </p:attrNameLst>
                                      </p:cBhvr>
                                      <p:to>
                                        <p:strVal val="visible"/>
                                      </p:to>
                                    </p:set>
                                  </p:childTnLst>
                                </p:cTn>
                              </p:par>
                              <p:par>
                                <p:cTn id="243" presetID="1" presetClass="entr" presetSubtype="0" fill="hold" grpId="0" nodeType="withEffect">
                                  <p:stCondLst>
                                    <p:cond delay="0"/>
                                  </p:stCondLst>
                                  <p:childTnLst>
                                    <p:set>
                                      <p:cBhvr>
                                        <p:cTn id="244" dur="1" fill="hold">
                                          <p:stCondLst>
                                            <p:cond delay="0"/>
                                          </p:stCondLst>
                                        </p:cTn>
                                        <p:tgtEl>
                                          <p:spTgt spid="93243"/>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93244"/>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93245"/>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0"/>
                                          </p:stCondLst>
                                        </p:cTn>
                                        <p:tgtEl>
                                          <p:spTgt spid="93246"/>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93247"/>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0"/>
                                          </p:stCondLst>
                                        </p:cTn>
                                        <p:tgtEl>
                                          <p:spTgt spid="93248"/>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0"/>
                                          </p:stCondLst>
                                        </p:cTn>
                                        <p:tgtEl>
                                          <p:spTgt spid="93249"/>
                                        </p:tgtEl>
                                        <p:attrNameLst>
                                          <p:attrName>style.visibility</p:attrName>
                                        </p:attrNameLst>
                                      </p:cBhvr>
                                      <p:to>
                                        <p:strVal val="visible"/>
                                      </p:to>
                                    </p:set>
                                  </p:childTnLst>
                                </p:cTn>
                              </p:par>
                              <p:par>
                                <p:cTn id="257" presetID="1" presetClass="entr" presetSubtype="0" fill="hold" grpId="0" nodeType="withEffect">
                                  <p:stCondLst>
                                    <p:cond delay="0"/>
                                  </p:stCondLst>
                                  <p:childTnLst>
                                    <p:set>
                                      <p:cBhvr>
                                        <p:cTn id="258" dur="1" fill="hold">
                                          <p:stCondLst>
                                            <p:cond delay="0"/>
                                          </p:stCondLst>
                                        </p:cTn>
                                        <p:tgtEl>
                                          <p:spTgt spid="93250"/>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93283"/>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93284"/>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93285"/>
                                        </p:tgtEl>
                                        <p:attrNameLst>
                                          <p:attrName>style.visibility</p:attrName>
                                        </p:attrNameLst>
                                      </p:cBhvr>
                                      <p:to>
                                        <p:strVal val="visible"/>
                                      </p:to>
                                    </p:set>
                                  </p:childTnLst>
                                </p:cTn>
                              </p:par>
                              <p:par>
                                <p:cTn id="265" presetID="1" presetClass="entr" presetSubtype="0" fill="hold" grpId="0" nodeType="withEffect">
                                  <p:stCondLst>
                                    <p:cond delay="0"/>
                                  </p:stCondLst>
                                  <p:childTnLst>
                                    <p:set>
                                      <p:cBhvr>
                                        <p:cTn id="266" dur="1" fill="hold">
                                          <p:stCondLst>
                                            <p:cond delay="0"/>
                                          </p:stCondLst>
                                        </p:cTn>
                                        <p:tgtEl>
                                          <p:spTgt spid="93286"/>
                                        </p:tgtEl>
                                        <p:attrNameLst>
                                          <p:attrName>style.visibility</p:attrName>
                                        </p:attrNameLst>
                                      </p:cBhvr>
                                      <p:to>
                                        <p:strVal val="visible"/>
                                      </p:to>
                                    </p:set>
                                  </p:childTnLst>
                                </p:cTn>
                              </p:par>
                              <p:par>
                                <p:cTn id="267" presetID="1" presetClass="entr" presetSubtype="0" fill="hold" grpId="0" nodeType="withEffect">
                                  <p:stCondLst>
                                    <p:cond delay="0"/>
                                  </p:stCondLst>
                                  <p:childTnLst>
                                    <p:set>
                                      <p:cBhvr>
                                        <p:cTn id="268" dur="1" fill="hold">
                                          <p:stCondLst>
                                            <p:cond delay="0"/>
                                          </p:stCondLst>
                                        </p:cTn>
                                        <p:tgtEl>
                                          <p:spTgt spid="93303"/>
                                        </p:tgtEl>
                                        <p:attrNameLst>
                                          <p:attrName>style.visibility</p:attrName>
                                        </p:attrNameLst>
                                      </p:cBhvr>
                                      <p:to>
                                        <p:strVal val="visible"/>
                                      </p:to>
                                    </p:set>
                                  </p:childTnLst>
                                </p:cTn>
                              </p:par>
                              <p:par>
                                <p:cTn id="269" presetID="1" presetClass="entr" presetSubtype="0" fill="hold" grpId="0" nodeType="withEffect">
                                  <p:stCondLst>
                                    <p:cond delay="0"/>
                                  </p:stCondLst>
                                  <p:childTnLst>
                                    <p:set>
                                      <p:cBhvr>
                                        <p:cTn id="270" dur="1" fill="hold">
                                          <p:stCondLst>
                                            <p:cond delay="0"/>
                                          </p:stCondLst>
                                        </p:cTn>
                                        <p:tgtEl>
                                          <p:spTgt spid="93304"/>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93311"/>
                                        </p:tgtEl>
                                        <p:attrNameLst>
                                          <p:attrName>style.visibility</p:attrName>
                                        </p:attrNameLst>
                                      </p:cBhvr>
                                      <p:to>
                                        <p:strVal val="visible"/>
                                      </p:to>
                                    </p:set>
                                  </p:childTnLst>
                                </p:cTn>
                              </p:par>
                              <p:par>
                                <p:cTn id="273" presetID="1" presetClass="entr" presetSubtype="0" fill="hold" grpId="0" nodeType="withEffect">
                                  <p:stCondLst>
                                    <p:cond delay="0"/>
                                  </p:stCondLst>
                                  <p:childTnLst>
                                    <p:set>
                                      <p:cBhvr>
                                        <p:cTn id="274" dur="1" fill="hold">
                                          <p:stCondLst>
                                            <p:cond delay="0"/>
                                          </p:stCondLst>
                                        </p:cTn>
                                        <p:tgtEl>
                                          <p:spTgt spid="93312"/>
                                        </p:tgtEl>
                                        <p:attrNameLst>
                                          <p:attrName>style.visibility</p:attrName>
                                        </p:attrNameLst>
                                      </p:cBhvr>
                                      <p:to>
                                        <p:strVal val="visible"/>
                                      </p:to>
                                    </p:set>
                                  </p:childTnLst>
                                </p:cTn>
                              </p:par>
                              <p:par>
                                <p:cTn id="275" presetID="1" presetClass="entr" presetSubtype="0" fill="hold" nodeType="withEffect">
                                  <p:stCondLst>
                                    <p:cond delay="0"/>
                                  </p:stCondLst>
                                  <p:childTnLst>
                                    <p:set>
                                      <p:cBhvr>
                                        <p:cTn id="276" dur="1" fill="hold">
                                          <p:stCondLst>
                                            <p:cond delay="0"/>
                                          </p:stCondLst>
                                        </p:cTn>
                                        <p:tgtEl>
                                          <p:spTgt spid="93314"/>
                                        </p:tgtEl>
                                        <p:attrNameLst>
                                          <p:attrName>style.visibility</p:attrName>
                                        </p:attrNameLst>
                                      </p:cBhvr>
                                      <p:to>
                                        <p:strVal val="visible"/>
                                      </p:to>
                                    </p:set>
                                  </p:childTnLst>
                                </p:cTn>
                              </p:par>
                              <p:par>
                                <p:cTn id="277" presetID="1" presetClass="entr" presetSubtype="0" fill="hold" grpId="0" nodeType="withEffect">
                                  <p:stCondLst>
                                    <p:cond delay="0"/>
                                  </p:stCondLst>
                                  <p:childTnLst>
                                    <p:set>
                                      <p:cBhvr>
                                        <p:cTn id="278" dur="1" fill="hold">
                                          <p:stCondLst>
                                            <p:cond delay="0"/>
                                          </p:stCondLst>
                                        </p:cTn>
                                        <p:tgtEl>
                                          <p:spTgt spid="93319"/>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933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p:bldP spid="93190" grpId="0"/>
      <p:bldP spid="93191" grpId="0"/>
      <p:bldP spid="93192" grpId="0"/>
      <p:bldP spid="93193" grpId="0"/>
      <p:bldP spid="93194" grpId="0"/>
      <p:bldP spid="93195" grpId="0"/>
      <p:bldP spid="93196" grpId="0"/>
      <p:bldP spid="93197" grpId="0"/>
      <p:bldP spid="93198" grpId="0"/>
      <p:bldP spid="93199" grpId="0"/>
      <p:bldP spid="93200" grpId="0"/>
      <p:bldP spid="93201" grpId="0"/>
      <p:bldP spid="93202" grpId="0"/>
      <p:bldP spid="93203" grpId="0"/>
      <p:bldP spid="93204" grpId="0"/>
      <p:bldP spid="93205" grpId="0"/>
      <p:bldP spid="93206" grpId="0"/>
      <p:bldP spid="93207" grpId="0"/>
      <p:bldP spid="93208" grpId="0"/>
      <p:bldP spid="93209" grpId="0"/>
      <p:bldP spid="93210" grpId="0"/>
      <p:bldP spid="93211" grpId="0"/>
      <p:bldP spid="93212" grpId="0"/>
      <p:bldP spid="93213" grpId="0"/>
      <p:bldP spid="93214" grpId="0"/>
      <p:bldP spid="93215" grpId="0"/>
      <p:bldP spid="93216" grpId="0"/>
      <p:bldP spid="93217" grpId="0"/>
      <p:bldP spid="93218" grpId="0"/>
      <p:bldP spid="93219" grpId="0"/>
      <p:bldP spid="93220" grpId="0"/>
      <p:bldP spid="93221" grpId="0"/>
      <p:bldP spid="93222" grpId="0"/>
      <p:bldP spid="93223" grpId="0"/>
      <p:bldP spid="93224" grpId="0"/>
      <p:bldP spid="93225" grpId="0"/>
      <p:bldP spid="93226" grpId="0"/>
      <p:bldP spid="93227" grpId="0"/>
      <p:bldP spid="93228" grpId="0"/>
      <p:bldP spid="93229" grpId="0"/>
      <p:bldP spid="93230" grpId="0"/>
      <p:bldP spid="93231" grpId="0"/>
      <p:bldP spid="93232" grpId="0"/>
      <p:bldP spid="93233" grpId="0"/>
      <p:bldP spid="93234" grpId="0"/>
      <p:bldP spid="93235" grpId="0"/>
      <p:bldP spid="93236" grpId="0"/>
      <p:bldP spid="93237" grpId="0"/>
      <p:bldP spid="93238" grpId="0"/>
      <p:bldP spid="93239" grpId="0"/>
      <p:bldP spid="93240" grpId="0"/>
      <p:bldP spid="93241" grpId="0"/>
      <p:bldP spid="93242" grpId="0"/>
      <p:bldP spid="93243" grpId="0"/>
      <p:bldP spid="93244" grpId="0"/>
      <p:bldP spid="93245" grpId="0"/>
      <p:bldP spid="93246" grpId="0"/>
      <p:bldP spid="93247" grpId="0"/>
      <p:bldP spid="93248" grpId="0"/>
      <p:bldP spid="93249" grpId="0"/>
      <p:bldP spid="93250" grpId="0"/>
      <p:bldP spid="93251" grpId="0"/>
      <p:bldP spid="93252" grpId="0"/>
      <p:bldP spid="93253" grpId="0"/>
      <p:bldP spid="93254" grpId="0"/>
      <p:bldP spid="93255" grpId="0"/>
      <p:bldP spid="93256" grpId="0"/>
      <p:bldP spid="93257" grpId="0"/>
      <p:bldP spid="93258" grpId="0"/>
      <p:bldP spid="93259" grpId="0"/>
      <p:bldP spid="93260" grpId="0"/>
      <p:bldP spid="93261" grpId="0"/>
      <p:bldP spid="93262" grpId="0"/>
      <p:bldP spid="93263" grpId="0"/>
      <p:bldP spid="93264" grpId="0"/>
      <p:bldP spid="93265" grpId="0"/>
      <p:bldP spid="93266" grpId="0"/>
      <p:bldP spid="93267" grpId="0"/>
      <p:bldP spid="93268" grpId="0"/>
      <p:bldP spid="93269" grpId="0"/>
      <p:bldP spid="93270" grpId="0"/>
      <p:bldP spid="93271" grpId="0"/>
      <p:bldP spid="93272" grpId="0"/>
      <p:bldP spid="93273" grpId="0"/>
      <p:bldP spid="93274" grpId="0"/>
      <p:bldP spid="93275" grpId="0"/>
      <p:bldP spid="93276" grpId="0"/>
      <p:bldP spid="93277" grpId="0"/>
      <p:bldP spid="93278" grpId="0"/>
      <p:bldP spid="93279" grpId="0"/>
      <p:bldP spid="93280" grpId="0"/>
      <p:bldP spid="93281" grpId="0"/>
      <p:bldP spid="93282" grpId="0"/>
      <p:bldP spid="93283" grpId="0"/>
      <p:bldP spid="93284" grpId="0"/>
      <p:bldP spid="93285" grpId="0"/>
      <p:bldP spid="93286" grpId="0"/>
      <p:bldP spid="93287" grpId="0"/>
      <p:bldP spid="93288" grpId="0"/>
      <p:bldP spid="93289" grpId="0"/>
      <p:bldP spid="93290" grpId="0"/>
      <p:bldP spid="93291" grpId="0"/>
      <p:bldP spid="93292" grpId="0"/>
      <p:bldP spid="93293" grpId="0"/>
      <p:bldP spid="93294" grpId="0"/>
      <p:bldP spid="93295" grpId="0"/>
      <p:bldP spid="93296" grpId="0"/>
      <p:bldP spid="93297" grpId="0"/>
      <p:bldP spid="93298" grpId="0"/>
      <p:bldP spid="93299" grpId="0"/>
      <p:bldP spid="93300" grpId="0"/>
      <p:bldP spid="93301" grpId="0"/>
      <p:bldP spid="93302" grpId="0"/>
      <p:bldP spid="93303" grpId="0"/>
      <p:bldP spid="93304" grpId="0"/>
      <p:bldP spid="93305" grpId="0"/>
      <p:bldP spid="93306" grpId="0"/>
      <p:bldP spid="93307" grpId="0"/>
      <p:bldP spid="93308" grpId="0"/>
      <p:bldP spid="93309" grpId="0"/>
      <p:bldP spid="93310" grpId="0"/>
      <p:bldP spid="93311" grpId="0"/>
      <p:bldP spid="93312" grpId="0"/>
      <p:bldP spid="93315" grpId="0"/>
      <p:bldP spid="93316" grpId="0"/>
      <p:bldP spid="93317" grpId="0"/>
      <p:bldP spid="93318" grpId="0"/>
      <p:bldP spid="93319" grpId="0"/>
      <p:bldP spid="9332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52" name="Line 36"/>
          <p:cNvSpPr>
            <a:spLocks noChangeShapeType="1"/>
          </p:cNvSpPr>
          <p:nvPr/>
        </p:nvSpPr>
        <p:spPr bwMode="auto">
          <a:xfrm flipH="1">
            <a:off x="1221579" y="5629898"/>
            <a:ext cx="6317732" cy="24565"/>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4" name="Group 13"/>
          <p:cNvGrpSpPr/>
          <p:nvPr/>
        </p:nvGrpSpPr>
        <p:grpSpPr>
          <a:xfrm>
            <a:off x="7906352" y="5720448"/>
            <a:ext cx="737842" cy="264028"/>
            <a:chOff x="6619875" y="5542232"/>
            <a:chExt cx="737842" cy="264028"/>
          </a:xfrm>
        </p:grpSpPr>
        <p:sp>
          <p:nvSpPr>
            <p:cNvPr id="86089" name="Rectangle 73"/>
            <p:cNvSpPr>
              <a:spLocks noChangeArrowheads="1"/>
            </p:cNvSpPr>
            <p:nvPr/>
          </p:nvSpPr>
          <p:spPr bwMode="auto">
            <a:xfrm>
              <a:off x="6800409" y="5590816"/>
              <a:ext cx="3975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1350</a:t>
              </a:r>
              <a:endParaRPr lang="en-CA" altLang="zh-CN" sz="2400">
                <a:latin typeface="Times New Roman" panose="02020603050405020304" pitchFamily="18" charset="0"/>
              </a:endParaRPr>
            </a:p>
          </p:txBody>
        </p:sp>
        <p:sp>
          <p:nvSpPr>
            <p:cNvPr id="86090" name="Rectangle 74"/>
            <p:cNvSpPr>
              <a:spLocks noChangeArrowheads="1"/>
            </p:cNvSpPr>
            <p:nvPr/>
          </p:nvSpPr>
          <p:spPr bwMode="auto">
            <a:xfrm>
              <a:off x="6700838" y="5556250"/>
              <a:ext cx="10419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a:t>
              </a:r>
              <a:endParaRPr lang="en-CA" altLang="zh-CN" sz="2400">
                <a:latin typeface="Times New Roman" panose="02020603050405020304" pitchFamily="18" charset="0"/>
              </a:endParaRPr>
            </a:p>
          </p:txBody>
        </p:sp>
        <p:sp>
          <p:nvSpPr>
            <p:cNvPr id="86091" name="Rectangle 75"/>
            <p:cNvSpPr>
              <a:spLocks noChangeArrowheads="1"/>
            </p:cNvSpPr>
            <p:nvPr/>
          </p:nvSpPr>
          <p:spPr bwMode="auto">
            <a:xfrm>
              <a:off x="6619875" y="5556250"/>
              <a:ext cx="587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Symbol" panose="05050102010706020507" pitchFamily="18" charset="2"/>
                </a:rPr>
                <a:t>(</a:t>
              </a:r>
              <a:endParaRPr lang="en-CA" altLang="zh-CN" sz="2400">
                <a:latin typeface="Times New Roman" panose="02020603050405020304" pitchFamily="18" charset="0"/>
              </a:endParaRPr>
            </a:p>
          </p:txBody>
        </p:sp>
        <p:sp>
          <p:nvSpPr>
            <p:cNvPr id="86092" name="Rectangle 76"/>
            <p:cNvSpPr>
              <a:spLocks noChangeArrowheads="1"/>
            </p:cNvSpPr>
            <p:nvPr/>
          </p:nvSpPr>
          <p:spPr bwMode="auto">
            <a:xfrm>
              <a:off x="7163753" y="5542232"/>
              <a:ext cx="19396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Symbol" panose="05050102010706020507" pitchFamily="18" charset="2"/>
                </a:rPr>
                <a:t>   )</a:t>
              </a:r>
              <a:endParaRPr lang="en-CA" altLang="zh-CN" sz="2400">
                <a:latin typeface="Times New Roman" panose="02020603050405020304" pitchFamily="18" charset="0"/>
              </a:endParaRPr>
            </a:p>
          </p:txBody>
        </p:sp>
      </p:grpSp>
      <p:sp>
        <p:nvSpPr>
          <p:cNvPr id="83" name="Title 3"/>
          <p:cNvSpPr txBox="1">
            <a:spLocks/>
          </p:cNvSpPr>
          <p:nvPr/>
        </p:nvSpPr>
        <p:spPr bwMode="auto">
          <a:xfrm>
            <a:off x="-367533" y="348653"/>
            <a:ext cx="8382000" cy="609600"/>
          </a:xfrm>
          <a:prstGeom prst="rect">
            <a:avLst/>
          </a:prstGeom>
          <a:noFill/>
          <a:ln w="9525">
            <a:noFill/>
            <a:miter lim="800000"/>
            <a:headEnd/>
            <a:tailEnd/>
          </a:ln>
        </p:spPr>
        <p:txBody>
          <a:bodyPr bIns="91440" anchor="b"/>
          <a:lstStyle/>
          <a:p>
            <a:pPr algn="ctr">
              <a:defRPr/>
            </a:pPr>
            <a:r>
              <a:rPr lang="en-US" sz="3200" b="1" u="sng">
                <a:solidFill>
                  <a:srgbClr val="002060"/>
                </a:solidFill>
                <a:latin typeface="Times New Roman" panose="02020603050405020304" pitchFamily="18" charset="0"/>
                <a:ea typeface="+mj-ea"/>
                <a:cs typeface="Times New Roman" panose="02020603050405020304" pitchFamily="18" charset="0"/>
              </a:rPr>
              <a:t>BOOTH’S Algorithm</a:t>
            </a:r>
          </a:p>
        </p:txBody>
      </p:sp>
      <p:sp>
        <p:nvSpPr>
          <p:cNvPr id="2" name="TextBox 1"/>
          <p:cNvSpPr txBox="1"/>
          <p:nvPr/>
        </p:nvSpPr>
        <p:spPr>
          <a:xfrm>
            <a:off x="245058" y="1095282"/>
            <a:ext cx="4096009" cy="954107"/>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        (+45)   </a:t>
            </a:r>
            <a:r>
              <a:rPr lang="en-US" sz="2000">
                <a:latin typeface="Times New Roman" panose="02020603050405020304" pitchFamily="18" charset="0"/>
                <a:cs typeface="Times New Roman" panose="02020603050405020304" pitchFamily="18" charset="0"/>
              </a:rPr>
              <a:t>Multiplicand </a:t>
            </a:r>
            <a:r>
              <a:rPr lang="en-US">
                <a:latin typeface="Times New Roman" panose="02020603050405020304" pitchFamily="18" charset="0"/>
                <a:cs typeface="Times New Roman" panose="02020603050405020304" pitchFamily="18" charset="0"/>
              </a:rPr>
              <a:t>        </a:t>
            </a:r>
          </a:p>
          <a:p>
            <a:r>
              <a:rPr lang="en-US">
                <a:latin typeface="Times New Roman" panose="02020603050405020304" pitchFamily="18" charset="0"/>
                <a:cs typeface="Times New Roman" panose="02020603050405020304" pitchFamily="18" charset="0"/>
              </a:rPr>
              <a:t>X</a:t>
            </a:r>
          </a:p>
          <a:p>
            <a:r>
              <a:rPr lang="en-US">
                <a:latin typeface="Times New Roman" panose="02020603050405020304" pitchFamily="18" charset="0"/>
                <a:cs typeface="Times New Roman" panose="02020603050405020304" pitchFamily="18" charset="0"/>
              </a:rPr>
              <a:t>        (+30)   Multiplier</a:t>
            </a:r>
          </a:p>
        </p:txBody>
      </p:sp>
      <p:grpSp>
        <p:nvGrpSpPr>
          <p:cNvPr id="29" name="Group 28"/>
          <p:cNvGrpSpPr/>
          <p:nvPr/>
        </p:nvGrpSpPr>
        <p:grpSpPr>
          <a:xfrm>
            <a:off x="3156532" y="1187524"/>
            <a:ext cx="5504566" cy="258785"/>
            <a:chOff x="3063874" y="1470551"/>
            <a:chExt cx="5504566" cy="258785"/>
          </a:xfrm>
        </p:grpSpPr>
        <p:grpSp>
          <p:nvGrpSpPr>
            <p:cNvPr id="9" name="Group 8"/>
            <p:cNvGrpSpPr/>
            <p:nvPr/>
          </p:nvGrpSpPr>
          <p:grpSpPr>
            <a:xfrm>
              <a:off x="3063874" y="1470551"/>
              <a:ext cx="5504566" cy="258785"/>
              <a:chOff x="2797175" y="2433518"/>
              <a:chExt cx="5504566" cy="258785"/>
            </a:xfrm>
          </p:grpSpPr>
          <p:sp>
            <p:nvSpPr>
              <p:cNvPr id="86094" name="Rectangle 78"/>
              <p:cNvSpPr>
                <a:spLocks noChangeArrowheads="1"/>
              </p:cNvSpPr>
              <p:nvPr/>
            </p:nvSpPr>
            <p:spPr bwMode="auto">
              <a:xfrm>
                <a:off x="7272613" y="2438400"/>
                <a:ext cx="102912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          (</a:t>
                </a:r>
                <a:r>
                  <a:rPr lang="en-CA" altLang="zh-CN" sz="1200">
                    <a:solidFill>
                      <a:srgbClr val="000000"/>
                    </a:solidFill>
                    <a:latin typeface="Nimbus Roman No9 L"/>
                  </a:rPr>
                  <a:t>7</a:t>
                </a:r>
                <a:r>
                  <a:rPr lang="en-CA" altLang="zh-CN" sz="1400">
                    <a:solidFill>
                      <a:srgbClr val="000000"/>
                    </a:solidFill>
                    <a:latin typeface="Nimbus Roman No9 L"/>
                  </a:rPr>
                  <a:t> bits)</a:t>
                </a:r>
                <a:endParaRPr lang="en-CA" altLang="zh-CN" sz="2400">
                  <a:latin typeface="Times New Roman" panose="02020603050405020304" pitchFamily="18" charset="0"/>
                </a:endParaRPr>
              </a:p>
            </p:txBody>
          </p:sp>
          <p:grpSp>
            <p:nvGrpSpPr>
              <p:cNvPr id="8" name="Group 7"/>
              <p:cNvGrpSpPr/>
              <p:nvPr/>
            </p:nvGrpSpPr>
            <p:grpSpPr>
              <a:xfrm>
                <a:off x="2797175" y="2433518"/>
                <a:ext cx="5138618" cy="258785"/>
                <a:chOff x="2797175" y="2433518"/>
                <a:chExt cx="5138618" cy="258785"/>
              </a:xfrm>
            </p:grpSpPr>
            <p:sp>
              <p:nvSpPr>
                <p:cNvPr id="86021" name="Rectangle 5"/>
                <p:cNvSpPr>
                  <a:spLocks noChangeArrowheads="1"/>
                </p:cNvSpPr>
                <p:nvPr/>
              </p:nvSpPr>
              <p:spPr bwMode="auto">
                <a:xfrm>
                  <a:off x="4985786" y="2460674"/>
                  <a:ext cx="1376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37" name="Rectangle 21"/>
                <p:cNvSpPr>
                  <a:spLocks noChangeArrowheads="1"/>
                </p:cNvSpPr>
                <p:nvPr/>
              </p:nvSpPr>
              <p:spPr bwMode="auto">
                <a:xfrm>
                  <a:off x="6265087" y="2433518"/>
                  <a:ext cx="20406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38" name="Rectangle 22"/>
                <p:cNvSpPr>
                  <a:spLocks noChangeArrowheads="1"/>
                </p:cNvSpPr>
                <p:nvPr/>
              </p:nvSpPr>
              <p:spPr bwMode="auto">
                <a:xfrm>
                  <a:off x="5974954" y="2460674"/>
                  <a:ext cx="8457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39" name="Rectangle 23"/>
                <p:cNvSpPr>
                  <a:spLocks noChangeArrowheads="1"/>
                </p:cNvSpPr>
                <p:nvPr/>
              </p:nvSpPr>
              <p:spPr bwMode="auto">
                <a:xfrm>
                  <a:off x="5674632" y="2465011"/>
                  <a:ext cx="7318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41" name="Rectangle 25"/>
                <p:cNvSpPr>
                  <a:spLocks noChangeArrowheads="1"/>
                </p:cNvSpPr>
                <p:nvPr/>
              </p:nvSpPr>
              <p:spPr bwMode="auto">
                <a:xfrm>
                  <a:off x="5317239" y="2476859"/>
                  <a:ext cx="14770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88" name="Rectangle 72"/>
                <p:cNvSpPr>
                  <a:spLocks noChangeArrowheads="1"/>
                </p:cNvSpPr>
                <p:nvPr/>
              </p:nvSpPr>
              <p:spPr bwMode="auto">
                <a:xfrm>
                  <a:off x="7343514" y="2448699"/>
                  <a:ext cx="59227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Symbol" panose="05050102010706020507" pitchFamily="18" charset="2"/>
                    </a:rPr>
                    <a:t> </a:t>
                  </a:r>
                  <a:endParaRPr lang="en-CA" altLang="zh-CN" sz="2400">
                    <a:latin typeface="Times New Roman" panose="02020603050405020304" pitchFamily="18" charset="0"/>
                  </a:endParaRPr>
                </a:p>
              </p:txBody>
            </p:sp>
            <p:cxnSp>
              <p:nvCxnSpPr>
                <p:cNvPr id="4" name="Straight Arrow Connector 3"/>
                <p:cNvCxnSpPr/>
                <p:nvPr/>
              </p:nvCxnSpPr>
              <p:spPr bwMode="auto">
                <a:xfrm>
                  <a:off x="2797175" y="2546122"/>
                  <a:ext cx="1851025" cy="0"/>
                </a:xfrm>
                <a:prstGeom prst="straightConnector1">
                  <a:avLst/>
                </a:prstGeom>
                <a:noFill/>
                <a:ln w="12700" cap="flat" cmpd="sng" algn="ctr">
                  <a:solidFill>
                    <a:schemeClr val="tx1"/>
                  </a:solidFill>
                  <a:prstDash val="solid"/>
                  <a:round/>
                  <a:headEnd type="none" w="med" len="med"/>
                  <a:tailEnd type="triangle"/>
                </a:ln>
                <a:effectLst/>
              </p:spPr>
            </p:cxnSp>
          </p:grpSp>
        </p:grpSp>
        <p:sp>
          <p:nvSpPr>
            <p:cNvPr id="104" name="Rectangle 21"/>
            <p:cNvSpPr>
              <a:spLocks noChangeArrowheads="1"/>
            </p:cNvSpPr>
            <p:nvPr/>
          </p:nvSpPr>
          <p:spPr bwMode="auto">
            <a:xfrm>
              <a:off x="6829092" y="1481445"/>
              <a:ext cx="20406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105" name="Rectangle 21"/>
            <p:cNvSpPr>
              <a:spLocks noChangeArrowheads="1"/>
            </p:cNvSpPr>
            <p:nvPr/>
          </p:nvSpPr>
          <p:spPr bwMode="auto">
            <a:xfrm>
              <a:off x="7117622" y="1479283"/>
              <a:ext cx="20406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grpSp>
      <p:grpSp>
        <p:nvGrpSpPr>
          <p:cNvPr id="33" name="Group 32"/>
          <p:cNvGrpSpPr/>
          <p:nvPr/>
        </p:nvGrpSpPr>
        <p:grpSpPr>
          <a:xfrm>
            <a:off x="3086219" y="1785323"/>
            <a:ext cx="5476162" cy="277975"/>
            <a:chOff x="3086219" y="1785323"/>
            <a:chExt cx="5476162" cy="277975"/>
          </a:xfrm>
        </p:grpSpPr>
        <p:grpSp>
          <p:nvGrpSpPr>
            <p:cNvPr id="10" name="Group 9"/>
            <p:cNvGrpSpPr/>
            <p:nvPr/>
          </p:nvGrpSpPr>
          <p:grpSpPr>
            <a:xfrm>
              <a:off x="3086219" y="1785323"/>
              <a:ext cx="5476162" cy="277975"/>
              <a:chOff x="2843212" y="2970359"/>
              <a:chExt cx="5476162" cy="277975"/>
            </a:xfrm>
          </p:grpSpPr>
          <p:sp>
            <p:nvSpPr>
              <p:cNvPr id="86022" name="Rectangle 6"/>
              <p:cNvSpPr>
                <a:spLocks noChangeArrowheads="1"/>
              </p:cNvSpPr>
              <p:nvPr/>
            </p:nvSpPr>
            <p:spPr bwMode="auto">
              <a:xfrm>
                <a:off x="5038831" y="300197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34" name="Rectangle 18"/>
              <p:cNvSpPr>
                <a:spLocks noChangeArrowheads="1"/>
              </p:cNvSpPr>
              <p:nvPr/>
            </p:nvSpPr>
            <p:spPr bwMode="auto">
              <a:xfrm>
                <a:off x="6345128" y="3008312"/>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35" name="Rectangle 19"/>
              <p:cNvSpPr>
                <a:spLocks noChangeArrowheads="1"/>
              </p:cNvSpPr>
              <p:nvPr/>
            </p:nvSpPr>
            <p:spPr bwMode="auto">
              <a:xfrm>
                <a:off x="6040476" y="3035609"/>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36" name="Rectangle 20"/>
              <p:cNvSpPr>
                <a:spLocks noChangeArrowheads="1"/>
              </p:cNvSpPr>
              <p:nvPr/>
            </p:nvSpPr>
            <p:spPr bwMode="auto">
              <a:xfrm>
                <a:off x="5748203" y="3029759"/>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86040" name="Rectangle 24"/>
              <p:cNvSpPr>
                <a:spLocks noChangeArrowheads="1"/>
              </p:cNvSpPr>
              <p:nvPr/>
            </p:nvSpPr>
            <p:spPr bwMode="auto">
              <a:xfrm>
                <a:off x="5401053" y="3008827"/>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cxnSp>
            <p:nvCxnSpPr>
              <p:cNvPr id="85" name="Straight Arrow Connector 84"/>
              <p:cNvCxnSpPr/>
              <p:nvPr/>
            </p:nvCxnSpPr>
            <p:spPr bwMode="auto">
              <a:xfrm>
                <a:off x="2843212" y="3075792"/>
                <a:ext cx="1851025" cy="0"/>
              </a:xfrm>
              <a:prstGeom prst="straightConnector1">
                <a:avLst/>
              </a:prstGeom>
              <a:noFill/>
              <a:ln w="12700" cap="flat" cmpd="sng" algn="ctr">
                <a:solidFill>
                  <a:schemeClr val="tx1"/>
                </a:solidFill>
                <a:prstDash val="solid"/>
                <a:round/>
                <a:headEnd type="none" w="med" len="med"/>
                <a:tailEnd type="triangle"/>
              </a:ln>
              <a:effectLst/>
            </p:spPr>
          </p:cxnSp>
          <p:sp>
            <p:nvSpPr>
              <p:cNvPr id="101" name="Rectangle 78"/>
              <p:cNvSpPr>
                <a:spLocks noChangeArrowheads="1"/>
              </p:cNvSpPr>
              <p:nvPr/>
            </p:nvSpPr>
            <p:spPr bwMode="auto">
              <a:xfrm>
                <a:off x="7787177" y="2970359"/>
                <a:ext cx="53219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a:t>
                </a:r>
                <a:r>
                  <a:rPr lang="en-CA" altLang="zh-CN" sz="1200">
                    <a:solidFill>
                      <a:srgbClr val="000000"/>
                    </a:solidFill>
                    <a:latin typeface="Nimbus Roman No9 L"/>
                  </a:rPr>
                  <a:t>7</a:t>
                </a:r>
                <a:r>
                  <a:rPr lang="en-CA" altLang="zh-CN" sz="1400">
                    <a:solidFill>
                      <a:srgbClr val="000000"/>
                    </a:solidFill>
                    <a:latin typeface="Nimbus Roman No9 L"/>
                  </a:rPr>
                  <a:t> bits)</a:t>
                </a:r>
                <a:endParaRPr lang="en-CA" altLang="zh-CN" sz="2400">
                  <a:latin typeface="Times New Roman" panose="02020603050405020304" pitchFamily="18" charset="0"/>
                </a:endParaRPr>
              </a:p>
            </p:txBody>
          </p:sp>
        </p:grpSp>
        <p:sp>
          <p:nvSpPr>
            <p:cNvPr id="110" name="Rectangle 21"/>
            <p:cNvSpPr>
              <a:spLocks noChangeArrowheads="1"/>
            </p:cNvSpPr>
            <p:nvPr/>
          </p:nvSpPr>
          <p:spPr bwMode="auto">
            <a:xfrm>
              <a:off x="7167501" y="1823791"/>
              <a:ext cx="20406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111" name="Rectangle 21"/>
            <p:cNvSpPr>
              <a:spLocks noChangeArrowheads="1"/>
            </p:cNvSpPr>
            <p:nvPr/>
          </p:nvSpPr>
          <p:spPr bwMode="auto">
            <a:xfrm>
              <a:off x="6862341" y="1815350"/>
              <a:ext cx="20406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grpSp>
      <p:sp>
        <p:nvSpPr>
          <p:cNvPr id="86064" name="Rectangle 48"/>
          <p:cNvSpPr>
            <a:spLocks noChangeArrowheads="1"/>
          </p:cNvSpPr>
          <p:nvPr/>
        </p:nvSpPr>
        <p:spPr bwMode="auto">
          <a:xfrm>
            <a:off x="3310611" y="4332490"/>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86074" name="Line 58"/>
          <p:cNvSpPr>
            <a:spLocks noChangeShapeType="1"/>
          </p:cNvSpPr>
          <p:nvPr/>
        </p:nvSpPr>
        <p:spPr bwMode="auto">
          <a:xfrm>
            <a:off x="4273550" y="4100513"/>
            <a:ext cx="1588" cy="158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71" name="Rectangle 55"/>
          <p:cNvSpPr>
            <a:spLocks noChangeArrowheads="1"/>
          </p:cNvSpPr>
          <p:nvPr/>
        </p:nvSpPr>
        <p:spPr bwMode="auto">
          <a:xfrm>
            <a:off x="3757300" y="3987037"/>
            <a:ext cx="11401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86072" name="Rectangle 56"/>
          <p:cNvSpPr>
            <a:spLocks noChangeArrowheads="1"/>
          </p:cNvSpPr>
          <p:nvPr/>
        </p:nvSpPr>
        <p:spPr bwMode="auto">
          <a:xfrm>
            <a:off x="3340242" y="3987037"/>
            <a:ext cx="11401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149" name="Rectangle 148"/>
          <p:cNvSpPr/>
          <p:nvPr/>
        </p:nvSpPr>
        <p:spPr bwMode="auto">
          <a:xfrm>
            <a:off x="2130646" y="5193013"/>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86024" name="Rectangle 8"/>
          <p:cNvSpPr>
            <a:spLocks noChangeArrowheads="1"/>
          </p:cNvSpPr>
          <p:nvPr/>
        </p:nvSpPr>
        <p:spPr bwMode="auto">
          <a:xfrm>
            <a:off x="4483094" y="2759094"/>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86026" name="Rectangle 10"/>
          <p:cNvSpPr>
            <a:spLocks noChangeArrowheads="1"/>
          </p:cNvSpPr>
          <p:nvPr/>
        </p:nvSpPr>
        <p:spPr bwMode="auto">
          <a:xfrm>
            <a:off x="4858605" y="2747232"/>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86028" name="Rectangle 12"/>
          <p:cNvSpPr>
            <a:spLocks noChangeArrowheads="1"/>
          </p:cNvSpPr>
          <p:nvPr/>
        </p:nvSpPr>
        <p:spPr bwMode="auto">
          <a:xfrm>
            <a:off x="3714830" y="2747862"/>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86029" name="Rectangle 13"/>
          <p:cNvSpPr>
            <a:spLocks noChangeArrowheads="1"/>
          </p:cNvSpPr>
          <p:nvPr/>
        </p:nvSpPr>
        <p:spPr bwMode="auto">
          <a:xfrm>
            <a:off x="4115560" y="2766089"/>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124" name="Rectangle 12"/>
          <p:cNvSpPr>
            <a:spLocks noChangeArrowheads="1"/>
          </p:cNvSpPr>
          <p:nvPr/>
        </p:nvSpPr>
        <p:spPr bwMode="auto">
          <a:xfrm>
            <a:off x="3277260" y="2758520"/>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86025" name="Line 9">
            <a:hlinkClick r:id="rId3" action="ppaction://hlinksldjump"/>
          </p:cNvPr>
          <p:cNvSpPr>
            <a:spLocks noChangeShapeType="1"/>
          </p:cNvSpPr>
          <p:nvPr/>
        </p:nvSpPr>
        <p:spPr bwMode="auto">
          <a:xfrm flipH="1">
            <a:off x="416596" y="2486726"/>
            <a:ext cx="8085170" cy="2773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1" name="Group 40"/>
          <p:cNvGrpSpPr/>
          <p:nvPr/>
        </p:nvGrpSpPr>
        <p:grpSpPr>
          <a:xfrm>
            <a:off x="2194935" y="2727254"/>
            <a:ext cx="2951706" cy="250944"/>
            <a:chOff x="2194935" y="2727254"/>
            <a:chExt cx="2951706" cy="250944"/>
          </a:xfrm>
        </p:grpSpPr>
        <p:grpSp>
          <p:nvGrpSpPr>
            <p:cNvPr id="12" name="Group 11"/>
            <p:cNvGrpSpPr/>
            <p:nvPr/>
          </p:nvGrpSpPr>
          <p:grpSpPr>
            <a:xfrm>
              <a:off x="3176645" y="2727254"/>
              <a:ext cx="1969996" cy="237783"/>
              <a:chOff x="908531" y="3644900"/>
              <a:chExt cx="1969996" cy="235809"/>
            </a:xfrm>
          </p:grpSpPr>
          <p:sp>
            <p:nvSpPr>
              <p:cNvPr id="11" name="Rectangle 10"/>
              <p:cNvSpPr/>
              <p:nvPr/>
            </p:nvSpPr>
            <p:spPr bwMode="auto">
              <a:xfrm>
                <a:off x="2138955" y="3650623"/>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Arial" charset="0"/>
                </a:endParaRPr>
              </a:p>
            </p:txBody>
          </p:sp>
          <p:sp>
            <p:nvSpPr>
              <p:cNvPr id="106" name="Rectangle 105"/>
              <p:cNvSpPr/>
              <p:nvPr/>
            </p:nvSpPr>
            <p:spPr bwMode="auto">
              <a:xfrm>
                <a:off x="1321830" y="3644900"/>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Arial" charset="0"/>
                </a:endParaRPr>
              </a:p>
            </p:txBody>
          </p:sp>
          <p:sp>
            <p:nvSpPr>
              <p:cNvPr id="107" name="Rectangle 106"/>
              <p:cNvSpPr/>
              <p:nvPr/>
            </p:nvSpPr>
            <p:spPr bwMode="auto">
              <a:xfrm>
                <a:off x="2544157" y="3653544"/>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Arial" charset="0"/>
                </a:endParaRPr>
              </a:p>
            </p:txBody>
          </p:sp>
          <p:sp>
            <p:nvSpPr>
              <p:cNvPr id="108" name="Rectangle 107"/>
              <p:cNvSpPr/>
              <p:nvPr/>
            </p:nvSpPr>
            <p:spPr bwMode="auto">
              <a:xfrm>
                <a:off x="1729272" y="3644900"/>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Arial" charset="0"/>
                </a:endParaRPr>
              </a:p>
            </p:txBody>
          </p:sp>
          <p:sp>
            <p:nvSpPr>
              <p:cNvPr id="109" name="Rectangle 108"/>
              <p:cNvSpPr/>
              <p:nvPr/>
            </p:nvSpPr>
            <p:spPr bwMode="auto">
              <a:xfrm>
                <a:off x="908531" y="3644900"/>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FF0000"/>
                  </a:solidFill>
                  <a:effectLst/>
                  <a:latin typeface="Arial" charset="0"/>
                </a:endParaRPr>
              </a:p>
            </p:txBody>
          </p:sp>
        </p:grpSp>
        <p:grpSp>
          <p:nvGrpSpPr>
            <p:cNvPr id="112" name="Group 111"/>
            <p:cNvGrpSpPr/>
            <p:nvPr/>
          </p:nvGrpSpPr>
          <p:grpSpPr>
            <a:xfrm>
              <a:off x="2194935" y="2746185"/>
              <a:ext cx="739572" cy="232013"/>
              <a:chOff x="2138955" y="3650623"/>
              <a:chExt cx="739572" cy="230086"/>
            </a:xfrm>
          </p:grpSpPr>
          <p:sp>
            <p:nvSpPr>
              <p:cNvPr id="113" name="Rectangle 112"/>
              <p:cNvSpPr/>
              <p:nvPr/>
            </p:nvSpPr>
            <p:spPr bwMode="auto">
              <a:xfrm>
                <a:off x="2138955" y="3650623"/>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15" name="Rectangle 114"/>
              <p:cNvSpPr/>
              <p:nvPr/>
            </p:nvSpPr>
            <p:spPr bwMode="auto">
              <a:xfrm>
                <a:off x="2544157" y="3653544"/>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grpSp>
      </p:grpSp>
      <p:sp>
        <p:nvSpPr>
          <p:cNvPr id="125" name="Rectangle 12"/>
          <p:cNvSpPr>
            <a:spLocks noChangeArrowheads="1"/>
          </p:cNvSpPr>
          <p:nvPr/>
        </p:nvSpPr>
        <p:spPr bwMode="auto">
          <a:xfrm>
            <a:off x="2684581" y="2770176"/>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126" name="Rectangle 12"/>
          <p:cNvSpPr>
            <a:spLocks noChangeArrowheads="1"/>
          </p:cNvSpPr>
          <p:nvPr/>
        </p:nvSpPr>
        <p:spPr bwMode="auto">
          <a:xfrm>
            <a:off x="2268325" y="2773605"/>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150" name="Rectangle 65"/>
          <p:cNvSpPr>
            <a:spLocks noChangeArrowheads="1"/>
          </p:cNvSpPr>
          <p:nvPr/>
        </p:nvSpPr>
        <p:spPr bwMode="auto">
          <a:xfrm>
            <a:off x="2268967" y="3220929"/>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sp>
        <p:nvSpPr>
          <p:cNvPr id="151" name="Rectangle 65"/>
          <p:cNvSpPr>
            <a:spLocks noChangeArrowheads="1"/>
          </p:cNvSpPr>
          <p:nvPr/>
        </p:nvSpPr>
        <p:spPr bwMode="auto">
          <a:xfrm>
            <a:off x="2695787" y="3209022"/>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sp>
        <p:nvSpPr>
          <p:cNvPr id="128" name="Rectangle 12"/>
          <p:cNvSpPr>
            <a:spLocks noChangeArrowheads="1"/>
          </p:cNvSpPr>
          <p:nvPr/>
        </p:nvSpPr>
        <p:spPr bwMode="auto">
          <a:xfrm>
            <a:off x="2692154" y="3605921"/>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174" name="Rectangle 12"/>
          <p:cNvSpPr>
            <a:spLocks noChangeArrowheads="1"/>
          </p:cNvSpPr>
          <p:nvPr/>
        </p:nvSpPr>
        <p:spPr bwMode="auto">
          <a:xfrm>
            <a:off x="2276422" y="3624796"/>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grpSp>
        <p:nvGrpSpPr>
          <p:cNvPr id="38" name="Group 37"/>
          <p:cNvGrpSpPr/>
          <p:nvPr/>
        </p:nvGrpSpPr>
        <p:grpSpPr>
          <a:xfrm>
            <a:off x="2169023" y="3959619"/>
            <a:ext cx="1835962" cy="241219"/>
            <a:chOff x="2169023" y="3959619"/>
            <a:chExt cx="1835962" cy="241219"/>
          </a:xfrm>
        </p:grpSpPr>
        <p:grpSp>
          <p:nvGrpSpPr>
            <p:cNvPr id="135" name="Group 134"/>
            <p:cNvGrpSpPr/>
            <p:nvPr/>
          </p:nvGrpSpPr>
          <p:grpSpPr>
            <a:xfrm>
              <a:off x="3156532" y="3959619"/>
              <a:ext cx="848453" cy="230086"/>
              <a:chOff x="2138955" y="3650623"/>
              <a:chExt cx="739572" cy="230086"/>
            </a:xfrm>
          </p:grpSpPr>
          <p:sp>
            <p:nvSpPr>
              <p:cNvPr id="136" name="Rectangle 135"/>
              <p:cNvSpPr/>
              <p:nvPr/>
            </p:nvSpPr>
            <p:spPr bwMode="auto">
              <a:xfrm>
                <a:off x="2138955" y="3650623"/>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38" name="Rectangle 137"/>
              <p:cNvSpPr/>
              <p:nvPr/>
            </p:nvSpPr>
            <p:spPr bwMode="auto">
              <a:xfrm>
                <a:off x="2544157" y="3653544"/>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grpSp>
        <p:sp>
          <p:nvSpPr>
            <p:cNvPr id="177" name="Rectangle 176"/>
            <p:cNvSpPr/>
            <p:nvPr/>
          </p:nvSpPr>
          <p:spPr bwMode="auto">
            <a:xfrm>
              <a:off x="2169023" y="3970752"/>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79" name="Rectangle 178"/>
            <p:cNvSpPr/>
            <p:nvPr/>
          </p:nvSpPr>
          <p:spPr bwMode="auto">
            <a:xfrm>
              <a:off x="2574225" y="3973673"/>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grpSp>
      <p:sp>
        <p:nvSpPr>
          <p:cNvPr id="182" name="Rectangle 49"/>
          <p:cNvSpPr>
            <a:spLocks noChangeArrowheads="1"/>
          </p:cNvSpPr>
          <p:nvPr/>
        </p:nvSpPr>
        <p:spPr bwMode="auto">
          <a:xfrm>
            <a:off x="2278314" y="3992087"/>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184" name="Rectangle 49"/>
          <p:cNvSpPr>
            <a:spLocks noChangeArrowheads="1"/>
          </p:cNvSpPr>
          <p:nvPr/>
        </p:nvSpPr>
        <p:spPr bwMode="auto">
          <a:xfrm>
            <a:off x="2690039" y="4006323"/>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86023" name="Rectangle 7"/>
          <p:cNvSpPr>
            <a:spLocks noChangeArrowheads="1"/>
          </p:cNvSpPr>
          <p:nvPr/>
        </p:nvSpPr>
        <p:spPr bwMode="auto">
          <a:xfrm>
            <a:off x="5252011" y="2753407"/>
            <a:ext cx="10541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30" name="Rectangle 14"/>
          <p:cNvSpPr>
            <a:spLocks noChangeArrowheads="1"/>
          </p:cNvSpPr>
          <p:nvPr/>
        </p:nvSpPr>
        <p:spPr bwMode="auto">
          <a:xfrm flipH="1">
            <a:off x="5579740" y="2753976"/>
            <a:ext cx="10962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31" name="Rectangle 15"/>
          <p:cNvSpPr>
            <a:spLocks noChangeArrowheads="1"/>
          </p:cNvSpPr>
          <p:nvPr/>
        </p:nvSpPr>
        <p:spPr bwMode="auto">
          <a:xfrm>
            <a:off x="5927159" y="2759475"/>
            <a:ext cx="10541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32" name="Rectangle 16"/>
          <p:cNvSpPr>
            <a:spLocks noChangeArrowheads="1"/>
          </p:cNvSpPr>
          <p:nvPr/>
        </p:nvSpPr>
        <p:spPr bwMode="auto">
          <a:xfrm>
            <a:off x="6238536" y="2771817"/>
            <a:ext cx="10541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86033" name="Rectangle 17"/>
          <p:cNvSpPr>
            <a:spLocks noChangeArrowheads="1"/>
          </p:cNvSpPr>
          <p:nvPr/>
        </p:nvSpPr>
        <p:spPr bwMode="auto">
          <a:xfrm>
            <a:off x="6551508" y="2771817"/>
            <a:ext cx="1220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194" name="Rectangle 17"/>
          <p:cNvSpPr>
            <a:spLocks noChangeArrowheads="1"/>
          </p:cNvSpPr>
          <p:nvPr/>
        </p:nvSpPr>
        <p:spPr bwMode="auto">
          <a:xfrm>
            <a:off x="6842565" y="2771817"/>
            <a:ext cx="9654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195" name="Rectangle 17"/>
          <p:cNvSpPr>
            <a:spLocks noChangeArrowheads="1"/>
          </p:cNvSpPr>
          <p:nvPr/>
        </p:nvSpPr>
        <p:spPr bwMode="auto">
          <a:xfrm>
            <a:off x="7133756" y="2777659"/>
            <a:ext cx="8144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192" name="Rectangle 12"/>
          <p:cNvSpPr>
            <a:spLocks noChangeArrowheads="1"/>
          </p:cNvSpPr>
          <p:nvPr/>
        </p:nvSpPr>
        <p:spPr bwMode="auto">
          <a:xfrm>
            <a:off x="2252942" y="4415205"/>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220" name="Rectangle 12"/>
          <p:cNvSpPr>
            <a:spLocks noChangeArrowheads="1"/>
          </p:cNvSpPr>
          <p:nvPr/>
        </p:nvSpPr>
        <p:spPr bwMode="auto">
          <a:xfrm>
            <a:off x="2670142" y="4395602"/>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grpSp>
        <p:nvGrpSpPr>
          <p:cNvPr id="39" name="Group 38"/>
          <p:cNvGrpSpPr/>
          <p:nvPr/>
        </p:nvGrpSpPr>
        <p:grpSpPr>
          <a:xfrm>
            <a:off x="2149718" y="4351500"/>
            <a:ext cx="1358854" cy="260886"/>
            <a:chOff x="2149718" y="4351500"/>
            <a:chExt cx="1358854" cy="260886"/>
          </a:xfrm>
        </p:grpSpPr>
        <p:sp>
          <p:nvSpPr>
            <p:cNvPr id="142" name="Rectangle 141"/>
            <p:cNvSpPr/>
            <p:nvPr/>
          </p:nvSpPr>
          <p:spPr bwMode="auto">
            <a:xfrm>
              <a:off x="3174202" y="4351500"/>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grpSp>
          <p:nvGrpSpPr>
            <p:cNvPr id="221" name="Group 220"/>
            <p:cNvGrpSpPr/>
            <p:nvPr/>
          </p:nvGrpSpPr>
          <p:grpSpPr>
            <a:xfrm>
              <a:off x="2149718" y="4382300"/>
              <a:ext cx="739572" cy="230086"/>
              <a:chOff x="2138955" y="3650623"/>
              <a:chExt cx="739572" cy="230086"/>
            </a:xfrm>
          </p:grpSpPr>
          <p:sp>
            <p:nvSpPr>
              <p:cNvPr id="222" name="Rectangle 221"/>
              <p:cNvSpPr/>
              <p:nvPr/>
            </p:nvSpPr>
            <p:spPr bwMode="auto">
              <a:xfrm>
                <a:off x="2138955" y="3650623"/>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224" name="Rectangle 223"/>
              <p:cNvSpPr/>
              <p:nvPr/>
            </p:nvSpPr>
            <p:spPr bwMode="auto">
              <a:xfrm>
                <a:off x="2544157" y="3653544"/>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grpSp>
      </p:grpSp>
      <p:sp>
        <p:nvSpPr>
          <p:cNvPr id="232" name="Rectangle 12"/>
          <p:cNvSpPr>
            <a:spLocks noChangeArrowheads="1"/>
          </p:cNvSpPr>
          <p:nvPr/>
        </p:nvSpPr>
        <p:spPr bwMode="auto">
          <a:xfrm>
            <a:off x="2230191" y="5200961"/>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86080" name="Rectangle 64"/>
          <p:cNvSpPr>
            <a:spLocks noChangeArrowheads="1"/>
          </p:cNvSpPr>
          <p:nvPr/>
        </p:nvSpPr>
        <p:spPr bwMode="auto">
          <a:xfrm>
            <a:off x="4068490" y="3209284"/>
            <a:ext cx="10560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sp>
        <p:nvSpPr>
          <p:cNvPr id="86081" name="Rectangle 65"/>
          <p:cNvSpPr>
            <a:spLocks noChangeArrowheads="1"/>
          </p:cNvSpPr>
          <p:nvPr/>
        </p:nvSpPr>
        <p:spPr bwMode="auto">
          <a:xfrm>
            <a:off x="3709474" y="3235872"/>
            <a:ext cx="10560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sp>
        <p:nvSpPr>
          <p:cNvPr id="86082" name="Rectangle 66"/>
          <p:cNvSpPr>
            <a:spLocks noChangeArrowheads="1"/>
          </p:cNvSpPr>
          <p:nvPr/>
        </p:nvSpPr>
        <p:spPr bwMode="auto">
          <a:xfrm>
            <a:off x="3341416" y="3235872"/>
            <a:ext cx="10560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sp>
        <p:nvSpPr>
          <p:cNvPr id="246" name="Rectangle 42"/>
          <p:cNvSpPr>
            <a:spLocks noChangeArrowheads="1"/>
          </p:cNvSpPr>
          <p:nvPr/>
        </p:nvSpPr>
        <p:spPr bwMode="auto">
          <a:xfrm>
            <a:off x="4526253" y="3241024"/>
            <a:ext cx="11226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1</a:t>
            </a:r>
            <a:endParaRPr lang="en-CA" altLang="zh-CN" sz="2400">
              <a:solidFill>
                <a:srgbClr val="FF0000"/>
              </a:solidFill>
              <a:latin typeface="Times New Roman" panose="02020603050405020304" pitchFamily="18" charset="0"/>
            </a:endParaRPr>
          </a:p>
        </p:txBody>
      </p:sp>
      <p:grpSp>
        <p:nvGrpSpPr>
          <p:cNvPr id="36" name="Group 35"/>
          <p:cNvGrpSpPr/>
          <p:nvPr/>
        </p:nvGrpSpPr>
        <p:grpSpPr>
          <a:xfrm>
            <a:off x="2207763" y="3206725"/>
            <a:ext cx="2602194" cy="240234"/>
            <a:chOff x="2207763" y="3206725"/>
            <a:chExt cx="2602194" cy="240234"/>
          </a:xfrm>
        </p:grpSpPr>
        <p:sp>
          <p:nvSpPr>
            <p:cNvPr id="143" name="Rectangle 142"/>
            <p:cNvSpPr/>
            <p:nvPr/>
          </p:nvSpPr>
          <p:spPr bwMode="auto">
            <a:xfrm>
              <a:off x="2207763" y="3206725"/>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45" name="Rectangle 144"/>
            <p:cNvSpPr/>
            <p:nvPr/>
          </p:nvSpPr>
          <p:spPr bwMode="auto">
            <a:xfrm>
              <a:off x="2612965" y="3209646"/>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grpSp>
          <p:nvGrpSpPr>
            <p:cNvPr id="129" name="Group 128"/>
            <p:cNvGrpSpPr/>
            <p:nvPr/>
          </p:nvGrpSpPr>
          <p:grpSpPr>
            <a:xfrm>
              <a:off x="3139093" y="3211150"/>
              <a:ext cx="1221191" cy="235809"/>
              <a:chOff x="1729272" y="3644900"/>
              <a:chExt cx="1149255" cy="235809"/>
            </a:xfrm>
          </p:grpSpPr>
          <p:sp>
            <p:nvSpPr>
              <p:cNvPr id="130" name="Rectangle 129"/>
              <p:cNvSpPr/>
              <p:nvPr/>
            </p:nvSpPr>
            <p:spPr bwMode="auto">
              <a:xfrm>
                <a:off x="2138955" y="3650623"/>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32" name="Rectangle 131"/>
              <p:cNvSpPr/>
              <p:nvPr/>
            </p:nvSpPr>
            <p:spPr bwMode="auto">
              <a:xfrm>
                <a:off x="2544157" y="3653544"/>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33" name="Rectangle 132"/>
              <p:cNvSpPr/>
              <p:nvPr/>
            </p:nvSpPr>
            <p:spPr bwMode="auto">
              <a:xfrm>
                <a:off x="1729272" y="3644900"/>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grpSp>
        <p:sp>
          <p:nvSpPr>
            <p:cNvPr id="247" name="Rectangle 246"/>
            <p:cNvSpPr/>
            <p:nvPr/>
          </p:nvSpPr>
          <p:spPr bwMode="auto">
            <a:xfrm>
              <a:off x="4428559" y="3218646"/>
              <a:ext cx="381398" cy="217740"/>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grpSp>
      <p:sp>
        <p:nvSpPr>
          <p:cNvPr id="198" name="Rectangle 54"/>
          <p:cNvSpPr>
            <a:spLocks noChangeArrowheads="1"/>
          </p:cNvSpPr>
          <p:nvPr/>
        </p:nvSpPr>
        <p:spPr bwMode="auto">
          <a:xfrm>
            <a:off x="4221446" y="3600341"/>
            <a:ext cx="11449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200" name="Rectangle 55"/>
          <p:cNvSpPr>
            <a:spLocks noChangeArrowheads="1"/>
          </p:cNvSpPr>
          <p:nvPr/>
        </p:nvSpPr>
        <p:spPr bwMode="auto">
          <a:xfrm>
            <a:off x="3749978" y="3622793"/>
            <a:ext cx="11449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201" name="Rectangle 56"/>
          <p:cNvSpPr>
            <a:spLocks noChangeArrowheads="1"/>
          </p:cNvSpPr>
          <p:nvPr/>
        </p:nvSpPr>
        <p:spPr bwMode="auto">
          <a:xfrm>
            <a:off x="3331178" y="3622793"/>
            <a:ext cx="11449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grpSp>
        <p:nvGrpSpPr>
          <p:cNvPr id="37" name="Group 36"/>
          <p:cNvGrpSpPr/>
          <p:nvPr/>
        </p:nvGrpSpPr>
        <p:grpSpPr>
          <a:xfrm>
            <a:off x="2188064" y="3591683"/>
            <a:ext cx="2286979" cy="233778"/>
            <a:chOff x="2188064" y="3591683"/>
            <a:chExt cx="2286979" cy="233778"/>
          </a:xfrm>
        </p:grpSpPr>
        <p:grpSp>
          <p:nvGrpSpPr>
            <p:cNvPr id="152" name="Group 151"/>
            <p:cNvGrpSpPr/>
            <p:nvPr/>
          </p:nvGrpSpPr>
          <p:grpSpPr>
            <a:xfrm>
              <a:off x="2188064" y="3591683"/>
              <a:ext cx="739572" cy="230086"/>
              <a:chOff x="2138955" y="3650623"/>
              <a:chExt cx="739572" cy="230086"/>
            </a:xfrm>
          </p:grpSpPr>
          <p:sp>
            <p:nvSpPr>
              <p:cNvPr id="154" name="Rectangle 153"/>
              <p:cNvSpPr/>
              <p:nvPr/>
            </p:nvSpPr>
            <p:spPr bwMode="auto">
              <a:xfrm>
                <a:off x="2138955" y="3650623"/>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156" name="Rectangle 155"/>
              <p:cNvSpPr/>
              <p:nvPr/>
            </p:nvSpPr>
            <p:spPr bwMode="auto">
              <a:xfrm>
                <a:off x="2544157" y="3653544"/>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grpSp>
        <p:grpSp>
          <p:nvGrpSpPr>
            <p:cNvPr id="203" name="Group 202"/>
            <p:cNvGrpSpPr/>
            <p:nvPr/>
          </p:nvGrpSpPr>
          <p:grpSpPr>
            <a:xfrm>
              <a:off x="3146700" y="3595375"/>
              <a:ext cx="851998" cy="230086"/>
              <a:chOff x="2138955" y="3650623"/>
              <a:chExt cx="739572" cy="230086"/>
            </a:xfrm>
          </p:grpSpPr>
          <p:sp>
            <p:nvSpPr>
              <p:cNvPr id="204" name="Rectangle 203"/>
              <p:cNvSpPr/>
              <p:nvPr/>
            </p:nvSpPr>
            <p:spPr bwMode="auto">
              <a:xfrm>
                <a:off x="2138955" y="3650623"/>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205" name="Rectangle 204"/>
              <p:cNvSpPr/>
              <p:nvPr/>
            </p:nvSpPr>
            <p:spPr bwMode="auto">
              <a:xfrm>
                <a:off x="2544157" y="3653544"/>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grpSp>
        <p:sp>
          <p:nvSpPr>
            <p:cNvPr id="249" name="Rectangle 248"/>
            <p:cNvSpPr/>
            <p:nvPr/>
          </p:nvSpPr>
          <p:spPr bwMode="auto">
            <a:xfrm>
              <a:off x="4089844" y="3595580"/>
              <a:ext cx="385199"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grpSp>
      <p:sp>
        <p:nvSpPr>
          <p:cNvPr id="86058" name="Rectangle 42"/>
          <p:cNvSpPr>
            <a:spLocks noChangeArrowheads="1"/>
          </p:cNvSpPr>
          <p:nvPr/>
        </p:nvSpPr>
        <p:spPr bwMode="auto">
          <a:xfrm>
            <a:off x="2642527" y="4793877"/>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sp>
        <p:nvSpPr>
          <p:cNvPr id="233" name="Rectangle 12"/>
          <p:cNvSpPr>
            <a:spLocks noChangeArrowheads="1"/>
          </p:cNvSpPr>
          <p:nvPr/>
        </p:nvSpPr>
        <p:spPr bwMode="auto">
          <a:xfrm>
            <a:off x="2248138" y="4792163"/>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FF0000"/>
                </a:solidFill>
                <a:latin typeface="Nimbus Roman No9 L"/>
              </a:rPr>
              <a:t>0</a:t>
            </a:r>
            <a:endParaRPr lang="en-CA" altLang="zh-CN" sz="2400">
              <a:solidFill>
                <a:srgbClr val="FF0000"/>
              </a:solidFill>
              <a:latin typeface="Times New Roman" panose="02020603050405020304" pitchFamily="18" charset="0"/>
            </a:endParaRPr>
          </a:p>
        </p:txBody>
      </p:sp>
      <p:grpSp>
        <p:nvGrpSpPr>
          <p:cNvPr id="40" name="Group 39"/>
          <p:cNvGrpSpPr/>
          <p:nvPr/>
        </p:nvGrpSpPr>
        <p:grpSpPr>
          <a:xfrm>
            <a:off x="2151576" y="4781782"/>
            <a:ext cx="719689" cy="227165"/>
            <a:chOff x="2151576" y="4781782"/>
            <a:chExt cx="719689" cy="227165"/>
          </a:xfrm>
        </p:grpSpPr>
        <p:sp>
          <p:nvSpPr>
            <p:cNvPr id="237" name="Rectangle 236"/>
            <p:cNvSpPr/>
            <p:nvPr/>
          </p:nvSpPr>
          <p:spPr bwMode="auto">
            <a:xfrm>
              <a:off x="2151576" y="4781782"/>
              <a:ext cx="334370" cy="22716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sp>
          <p:nvSpPr>
            <p:cNvPr id="250" name="Rectangle 249"/>
            <p:cNvSpPr/>
            <p:nvPr/>
          </p:nvSpPr>
          <p:spPr bwMode="auto">
            <a:xfrm>
              <a:off x="2536895" y="4796092"/>
              <a:ext cx="334370" cy="211515"/>
            </a:xfrm>
            <a:prstGeom prst="rect">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accent1"/>
                </a:solidFill>
                <a:effectLst/>
                <a:latin typeface="Arial" charset="0"/>
              </a:endParaRPr>
            </a:p>
          </p:txBody>
        </p:sp>
      </p:grpSp>
      <p:sp>
        <p:nvSpPr>
          <p:cNvPr id="276" name="Rectangle 7"/>
          <p:cNvSpPr>
            <a:spLocks noChangeArrowheads="1"/>
          </p:cNvSpPr>
          <p:nvPr/>
        </p:nvSpPr>
        <p:spPr bwMode="auto">
          <a:xfrm>
            <a:off x="4939337" y="3229124"/>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277" name="Rectangle 14"/>
          <p:cNvSpPr>
            <a:spLocks noChangeArrowheads="1"/>
          </p:cNvSpPr>
          <p:nvPr/>
        </p:nvSpPr>
        <p:spPr bwMode="auto">
          <a:xfrm flipH="1">
            <a:off x="5301091" y="3229241"/>
            <a:ext cx="10962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278" name="Rectangle 15"/>
          <p:cNvSpPr>
            <a:spLocks noChangeArrowheads="1"/>
          </p:cNvSpPr>
          <p:nvPr/>
        </p:nvSpPr>
        <p:spPr bwMode="auto">
          <a:xfrm>
            <a:off x="5614485" y="3235192"/>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279" name="Rectangle 16"/>
          <p:cNvSpPr>
            <a:spLocks noChangeArrowheads="1"/>
          </p:cNvSpPr>
          <p:nvPr/>
        </p:nvSpPr>
        <p:spPr bwMode="auto">
          <a:xfrm>
            <a:off x="5925862" y="3247534"/>
            <a:ext cx="10541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280" name="Rectangle 17"/>
          <p:cNvSpPr>
            <a:spLocks noChangeArrowheads="1"/>
          </p:cNvSpPr>
          <p:nvPr/>
        </p:nvSpPr>
        <p:spPr bwMode="auto">
          <a:xfrm>
            <a:off x="6238834" y="3247534"/>
            <a:ext cx="1220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281" name="Rectangle 17"/>
          <p:cNvSpPr>
            <a:spLocks noChangeArrowheads="1"/>
          </p:cNvSpPr>
          <p:nvPr/>
        </p:nvSpPr>
        <p:spPr bwMode="auto">
          <a:xfrm>
            <a:off x="6529891" y="3247534"/>
            <a:ext cx="9654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282" name="Rectangle 17"/>
          <p:cNvSpPr>
            <a:spLocks noChangeArrowheads="1"/>
          </p:cNvSpPr>
          <p:nvPr/>
        </p:nvSpPr>
        <p:spPr bwMode="auto">
          <a:xfrm>
            <a:off x="6889912" y="3241024"/>
            <a:ext cx="45719" cy="221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284" name="Rectangle 7"/>
          <p:cNvSpPr>
            <a:spLocks noChangeArrowheads="1"/>
          </p:cNvSpPr>
          <p:nvPr/>
        </p:nvSpPr>
        <p:spPr bwMode="auto">
          <a:xfrm>
            <a:off x="4611139" y="3590492"/>
            <a:ext cx="10876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285" name="Rectangle 14"/>
          <p:cNvSpPr>
            <a:spLocks noChangeArrowheads="1"/>
          </p:cNvSpPr>
          <p:nvPr/>
        </p:nvSpPr>
        <p:spPr bwMode="auto">
          <a:xfrm flipH="1">
            <a:off x="4949277" y="3591061"/>
            <a:ext cx="11310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286" name="Rectangle 15"/>
          <p:cNvSpPr>
            <a:spLocks noChangeArrowheads="1"/>
          </p:cNvSpPr>
          <p:nvPr/>
        </p:nvSpPr>
        <p:spPr bwMode="auto">
          <a:xfrm>
            <a:off x="5307731" y="3596560"/>
            <a:ext cx="10876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287" name="Rectangle 16"/>
          <p:cNvSpPr>
            <a:spLocks noChangeArrowheads="1"/>
          </p:cNvSpPr>
          <p:nvPr/>
        </p:nvSpPr>
        <p:spPr bwMode="auto">
          <a:xfrm>
            <a:off x="5628998" y="3608902"/>
            <a:ext cx="10876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288" name="Rectangle 17"/>
          <p:cNvSpPr>
            <a:spLocks noChangeArrowheads="1"/>
          </p:cNvSpPr>
          <p:nvPr/>
        </p:nvSpPr>
        <p:spPr bwMode="auto">
          <a:xfrm>
            <a:off x="5951910" y="3608902"/>
            <a:ext cx="12597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289" name="Rectangle 17"/>
          <p:cNvSpPr>
            <a:spLocks noChangeArrowheads="1"/>
          </p:cNvSpPr>
          <p:nvPr/>
        </p:nvSpPr>
        <p:spPr bwMode="auto">
          <a:xfrm>
            <a:off x="6252212" y="3608902"/>
            <a:ext cx="9961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290" name="Rectangle 17"/>
          <p:cNvSpPr>
            <a:spLocks noChangeArrowheads="1"/>
          </p:cNvSpPr>
          <p:nvPr/>
        </p:nvSpPr>
        <p:spPr bwMode="auto">
          <a:xfrm>
            <a:off x="6552652" y="3614744"/>
            <a:ext cx="8402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292" name="Rectangle 7"/>
          <p:cNvSpPr>
            <a:spLocks noChangeArrowheads="1"/>
          </p:cNvSpPr>
          <p:nvPr/>
        </p:nvSpPr>
        <p:spPr bwMode="auto">
          <a:xfrm>
            <a:off x="4195499" y="3998091"/>
            <a:ext cx="11069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293" name="Rectangle 14"/>
          <p:cNvSpPr>
            <a:spLocks noChangeArrowheads="1"/>
          </p:cNvSpPr>
          <p:nvPr/>
        </p:nvSpPr>
        <p:spPr bwMode="auto">
          <a:xfrm flipH="1">
            <a:off x="4569648" y="3980093"/>
            <a:ext cx="11511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294" name="Rectangle 15"/>
          <p:cNvSpPr>
            <a:spLocks noChangeArrowheads="1"/>
          </p:cNvSpPr>
          <p:nvPr/>
        </p:nvSpPr>
        <p:spPr bwMode="auto">
          <a:xfrm>
            <a:off x="4941578" y="3980093"/>
            <a:ext cx="11069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295" name="Rectangle 16"/>
          <p:cNvSpPr>
            <a:spLocks noChangeArrowheads="1"/>
          </p:cNvSpPr>
          <p:nvPr/>
        </p:nvSpPr>
        <p:spPr bwMode="auto">
          <a:xfrm>
            <a:off x="5311144" y="3980093"/>
            <a:ext cx="11069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296" name="Rectangle 17"/>
          <p:cNvSpPr>
            <a:spLocks noChangeArrowheads="1"/>
          </p:cNvSpPr>
          <p:nvPr/>
        </p:nvSpPr>
        <p:spPr bwMode="auto">
          <a:xfrm>
            <a:off x="5639789" y="3980093"/>
            <a:ext cx="1282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297" name="Rectangle 17"/>
          <p:cNvSpPr>
            <a:spLocks noChangeArrowheads="1"/>
          </p:cNvSpPr>
          <p:nvPr/>
        </p:nvSpPr>
        <p:spPr bwMode="auto">
          <a:xfrm>
            <a:off x="5945422" y="3980093"/>
            <a:ext cx="10137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298" name="Rectangle 17"/>
          <p:cNvSpPr>
            <a:spLocks noChangeArrowheads="1"/>
          </p:cNvSpPr>
          <p:nvPr/>
        </p:nvSpPr>
        <p:spPr bwMode="auto">
          <a:xfrm>
            <a:off x="6251197" y="3985935"/>
            <a:ext cx="8551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00" name="Rectangle 7"/>
          <p:cNvSpPr>
            <a:spLocks noChangeArrowheads="1"/>
          </p:cNvSpPr>
          <p:nvPr/>
        </p:nvSpPr>
        <p:spPr bwMode="auto">
          <a:xfrm>
            <a:off x="3800715" y="4338341"/>
            <a:ext cx="11876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01" name="Rectangle 14"/>
          <p:cNvSpPr>
            <a:spLocks noChangeArrowheads="1"/>
          </p:cNvSpPr>
          <p:nvPr/>
        </p:nvSpPr>
        <p:spPr bwMode="auto">
          <a:xfrm flipH="1">
            <a:off x="4188734" y="4338339"/>
            <a:ext cx="12350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02" name="Rectangle 15"/>
          <p:cNvSpPr>
            <a:spLocks noChangeArrowheads="1"/>
          </p:cNvSpPr>
          <p:nvPr/>
        </p:nvSpPr>
        <p:spPr bwMode="auto">
          <a:xfrm>
            <a:off x="4562211" y="4343644"/>
            <a:ext cx="11876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03" name="Rectangle 16"/>
          <p:cNvSpPr>
            <a:spLocks noChangeArrowheads="1"/>
          </p:cNvSpPr>
          <p:nvPr/>
        </p:nvSpPr>
        <p:spPr bwMode="auto">
          <a:xfrm>
            <a:off x="4930948" y="4356180"/>
            <a:ext cx="11876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04" name="Rectangle 17"/>
          <p:cNvSpPr>
            <a:spLocks noChangeArrowheads="1"/>
          </p:cNvSpPr>
          <p:nvPr/>
        </p:nvSpPr>
        <p:spPr bwMode="auto">
          <a:xfrm>
            <a:off x="5283549" y="4356180"/>
            <a:ext cx="13755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05" name="Rectangle 17"/>
          <p:cNvSpPr>
            <a:spLocks noChangeArrowheads="1"/>
          </p:cNvSpPr>
          <p:nvPr/>
        </p:nvSpPr>
        <p:spPr bwMode="auto">
          <a:xfrm>
            <a:off x="5630383" y="4356180"/>
            <a:ext cx="10876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06" name="Rectangle 17"/>
          <p:cNvSpPr>
            <a:spLocks noChangeArrowheads="1"/>
          </p:cNvSpPr>
          <p:nvPr/>
        </p:nvSpPr>
        <p:spPr bwMode="auto">
          <a:xfrm>
            <a:off x="5939522" y="4362022"/>
            <a:ext cx="9175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08" name="Rectangle 7"/>
          <p:cNvSpPr>
            <a:spLocks noChangeArrowheads="1"/>
          </p:cNvSpPr>
          <p:nvPr/>
        </p:nvSpPr>
        <p:spPr bwMode="auto">
          <a:xfrm>
            <a:off x="3397251" y="4802811"/>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09" name="Rectangle 14"/>
          <p:cNvSpPr>
            <a:spLocks noChangeArrowheads="1"/>
          </p:cNvSpPr>
          <p:nvPr/>
        </p:nvSpPr>
        <p:spPr bwMode="auto">
          <a:xfrm flipH="1">
            <a:off x="3818180" y="4796767"/>
            <a:ext cx="12898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310" name="Rectangle 15"/>
          <p:cNvSpPr>
            <a:spLocks noChangeArrowheads="1"/>
          </p:cNvSpPr>
          <p:nvPr/>
        </p:nvSpPr>
        <p:spPr bwMode="auto">
          <a:xfrm>
            <a:off x="4208228" y="4802072"/>
            <a:ext cx="12403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11" name="Rectangle 16"/>
          <p:cNvSpPr>
            <a:spLocks noChangeArrowheads="1"/>
          </p:cNvSpPr>
          <p:nvPr/>
        </p:nvSpPr>
        <p:spPr bwMode="auto">
          <a:xfrm>
            <a:off x="4593326" y="4814608"/>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312" name="Rectangle 17"/>
          <p:cNvSpPr>
            <a:spLocks noChangeArrowheads="1"/>
          </p:cNvSpPr>
          <p:nvPr/>
        </p:nvSpPr>
        <p:spPr bwMode="auto">
          <a:xfrm>
            <a:off x="4961572" y="4814608"/>
            <a:ext cx="14366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313" name="Rectangle 17"/>
          <p:cNvSpPr>
            <a:spLocks noChangeArrowheads="1"/>
          </p:cNvSpPr>
          <p:nvPr/>
        </p:nvSpPr>
        <p:spPr bwMode="auto">
          <a:xfrm>
            <a:off x="5304719" y="4820736"/>
            <a:ext cx="11359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14" name="Rectangle 17"/>
          <p:cNvSpPr>
            <a:spLocks noChangeArrowheads="1"/>
          </p:cNvSpPr>
          <p:nvPr/>
        </p:nvSpPr>
        <p:spPr bwMode="auto">
          <a:xfrm>
            <a:off x="5652566" y="4826493"/>
            <a:ext cx="9582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316" name="Rectangle 7"/>
          <p:cNvSpPr>
            <a:spLocks noChangeArrowheads="1"/>
          </p:cNvSpPr>
          <p:nvPr/>
        </p:nvSpPr>
        <p:spPr bwMode="auto">
          <a:xfrm>
            <a:off x="2704080" y="5170807"/>
            <a:ext cx="14669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17" name="Rectangle 14"/>
          <p:cNvSpPr>
            <a:spLocks noChangeArrowheads="1"/>
          </p:cNvSpPr>
          <p:nvPr/>
        </p:nvSpPr>
        <p:spPr bwMode="auto">
          <a:xfrm flipH="1">
            <a:off x="3415243" y="5189217"/>
            <a:ext cx="15254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18" name="Rectangle 15"/>
          <p:cNvSpPr>
            <a:spLocks noChangeArrowheads="1"/>
          </p:cNvSpPr>
          <p:nvPr/>
        </p:nvSpPr>
        <p:spPr bwMode="auto">
          <a:xfrm>
            <a:off x="3823467" y="5177226"/>
            <a:ext cx="14669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19" name="Rectangle 16"/>
          <p:cNvSpPr>
            <a:spLocks noChangeArrowheads="1"/>
          </p:cNvSpPr>
          <p:nvPr/>
        </p:nvSpPr>
        <p:spPr bwMode="auto">
          <a:xfrm>
            <a:off x="4229716" y="5183477"/>
            <a:ext cx="14669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20" name="Rectangle 17"/>
          <p:cNvSpPr>
            <a:spLocks noChangeArrowheads="1"/>
          </p:cNvSpPr>
          <p:nvPr/>
        </p:nvSpPr>
        <p:spPr bwMode="auto">
          <a:xfrm>
            <a:off x="4621246" y="5189217"/>
            <a:ext cx="16990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21" name="Rectangle 17"/>
          <p:cNvSpPr>
            <a:spLocks noChangeArrowheads="1"/>
          </p:cNvSpPr>
          <p:nvPr/>
        </p:nvSpPr>
        <p:spPr bwMode="auto">
          <a:xfrm>
            <a:off x="4973587" y="5189217"/>
            <a:ext cx="1343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22" name="Rectangle 17"/>
          <p:cNvSpPr>
            <a:spLocks noChangeArrowheads="1"/>
          </p:cNvSpPr>
          <p:nvPr/>
        </p:nvSpPr>
        <p:spPr bwMode="auto">
          <a:xfrm>
            <a:off x="5322613" y="5195059"/>
            <a:ext cx="11332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24" name="Rectangle 7"/>
          <p:cNvSpPr>
            <a:spLocks noChangeArrowheads="1"/>
          </p:cNvSpPr>
          <p:nvPr/>
        </p:nvSpPr>
        <p:spPr bwMode="auto">
          <a:xfrm flipH="1">
            <a:off x="5309436" y="5735289"/>
            <a:ext cx="15492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325" name="Rectangle 14"/>
          <p:cNvSpPr>
            <a:spLocks noChangeArrowheads="1"/>
          </p:cNvSpPr>
          <p:nvPr/>
        </p:nvSpPr>
        <p:spPr bwMode="auto">
          <a:xfrm flipH="1">
            <a:off x="5648647" y="5735289"/>
            <a:ext cx="142443" cy="282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26" name="Rectangle 15"/>
          <p:cNvSpPr>
            <a:spLocks noChangeArrowheads="1"/>
          </p:cNvSpPr>
          <p:nvPr/>
        </p:nvSpPr>
        <p:spPr bwMode="auto">
          <a:xfrm flipH="1">
            <a:off x="5921806" y="5720448"/>
            <a:ext cx="247464" cy="282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27" name="Rectangle 16"/>
          <p:cNvSpPr>
            <a:spLocks noChangeArrowheads="1"/>
          </p:cNvSpPr>
          <p:nvPr/>
        </p:nvSpPr>
        <p:spPr bwMode="auto">
          <a:xfrm>
            <a:off x="6227632" y="5755181"/>
            <a:ext cx="22472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28" name="Rectangle 17"/>
          <p:cNvSpPr>
            <a:spLocks noChangeArrowheads="1"/>
          </p:cNvSpPr>
          <p:nvPr/>
        </p:nvSpPr>
        <p:spPr bwMode="auto">
          <a:xfrm>
            <a:off x="6529782" y="5755181"/>
            <a:ext cx="20446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329" name="Rectangle 17"/>
          <p:cNvSpPr>
            <a:spLocks noChangeArrowheads="1"/>
          </p:cNvSpPr>
          <p:nvPr/>
        </p:nvSpPr>
        <p:spPr bwMode="auto">
          <a:xfrm>
            <a:off x="6925232" y="5755182"/>
            <a:ext cx="710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330" name="Rectangle 17"/>
          <p:cNvSpPr>
            <a:spLocks noChangeArrowheads="1"/>
          </p:cNvSpPr>
          <p:nvPr/>
        </p:nvSpPr>
        <p:spPr bwMode="auto">
          <a:xfrm>
            <a:off x="7215861" y="5755182"/>
            <a:ext cx="105822" cy="282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32" name="Rectangle 7"/>
          <p:cNvSpPr>
            <a:spLocks noChangeArrowheads="1"/>
          </p:cNvSpPr>
          <p:nvPr/>
        </p:nvSpPr>
        <p:spPr bwMode="auto">
          <a:xfrm flipH="1">
            <a:off x="2230192" y="5723114"/>
            <a:ext cx="186383" cy="292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33" name="Rectangle 14"/>
          <p:cNvSpPr>
            <a:spLocks noChangeArrowheads="1"/>
          </p:cNvSpPr>
          <p:nvPr/>
        </p:nvSpPr>
        <p:spPr bwMode="auto">
          <a:xfrm flipH="1">
            <a:off x="2691245" y="5747637"/>
            <a:ext cx="171361" cy="292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34" name="Rectangle 15"/>
          <p:cNvSpPr>
            <a:spLocks noChangeArrowheads="1"/>
          </p:cNvSpPr>
          <p:nvPr/>
        </p:nvSpPr>
        <p:spPr bwMode="auto">
          <a:xfrm flipH="1">
            <a:off x="3385388" y="5737393"/>
            <a:ext cx="29770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35" name="Rectangle 16"/>
          <p:cNvSpPr>
            <a:spLocks noChangeArrowheads="1"/>
          </p:cNvSpPr>
          <p:nvPr/>
        </p:nvSpPr>
        <p:spPr bwMode="auto">
          <a:xfrm>
            <a:off x="3756812" y="5731755"/>
            <a:ext cx="27034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336" name="Rectangle 17"/>
          <p:cNvSpPr>
            <a:spLocks noChangeArrowheads="1"/>
          </p:cNvSpPr>
          <p:nvPr/>
        </p:nvSpPr>
        <p:spPr bwMode="auto">
          <a:xfrm>
            <a:off x="4205874" y="5747636"/>
            <a:ext cx="24596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sp>
        <p:nvSpPr>
          <p:cNvPr id="337" name="Rectangle 17"/>
          <p:cNvSpPr>
            <a:spLocks noChangeArrowheads="1"/>
          </p:cNvSpPr>
          <p:nvPr/>
        </p:nvSpPr>
        <p:spPr bwMode="auto">
          <a:xfrm>
            <a:off x="4581361" y="5751323"/>
            <a:ext cx="23607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1</a:t>
            </a:r>
            <a:endParaRPr lang="en-CA" altLang="zh-CN" sz="2400">
              <a:latin typeface="Times New Roman" panose="02020603050405020304" pitchFamily="18" charset="0"/>
            </a:endParaRPr>
          </a:p>
        </p:txBody>
      </p:sp>
      <p:sp>
        <p:nvSpPr>
          <p:cNvPr id="338" name="Rectangle 17"/>
          <p:cNvSpPr>
            <a:spLocks noChangeArrowheads="1"/>
          </p:cNvSpPr>
          <p:nvPr/>
        </p:nvSpPr>
        <p:spPr bwMode="auto">
          <a:xfrm>
            <a:off x="4939339" y="5741420"/>
            <a:ext cx="17235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0</a:t>
            </a:r>
            <a:endParaRPr lang="en-CA" altLang="zh-CN" sz="2400">
              <a:latin typeface="Times New Roman" panose="02020603050405020304" pitchFamily="18" charset="0"/>
            </a:endParaRPr>
          </a:p>
        </p:txBody>
      </p:sp>
      <p:grpSp>
        <p:nvGrpSpPr>
          <p:cNvPr id="32" name="Group 31"/>
          <p:cNvGrpSpPr/>
          <p:nvPr/>
        </p:nvGrpSpPr>
        <p:grpSpPr>
          <a:xfrm>
            <a:off x="806665" y="2146043"/>
            <a:ext cx="7798495" cy="307777"/>
            <a:chOff x="806665" y="2146043"/>
            <a:chExt cx="7798495" cy="307777"/>
          </a:xfrm>
        </p:grpSpPr>
        <p:grpSp>
          <p:nvGrpSpPr>
            <p:cNvPr id="31" name="Group 30"/>
            <p:cNvGrpSpPr/>
            <p:nvPr/>
          </p:nvGrpSpPr>
          <p:grpSpPr>
            <a:xfrm>
              <a:off x="806665" y="2146043"/>
              <a:ext cx="7266298" cy="307777"/>
              <a:chOff x="806665" y="2146043"/>
              <a:chExt cx="7266298" cy="307777"/>
            </a:xfrm>
          </p:grpSpPr>
          <p:cxnSp>
            <p:nvCxnSpPr>
              <p:cNvPr id="341" name="Straight Arrow Connector 340"/>
              <p:cNvCxnSpPr/>
              <p:nvPr/>
            </p:nvCxnSpPr>
            <p:spPr bwMode="auto">
              <a:xfrm>
                <a:off x="3164331" y="2264682"/>
                <a:ext cx="1851025" cy="0"/>
              </a:xfrm>
              <a:prstGeom prst="straightConnector1">
                <a:avLst/>
              </a:prstGeom>
              <a:noFill/>
              <a:ln w="12700" cap="flat" cmpd="sng" algn="ctr">
                <a:solidFill>
                  <a:schemeClr val="tx1"/>
                </a:solidFill>
                <a:prstDash val="solid"/>
                <a:round/>
                <a:headEnd type="none" w="med" len="med"/>
                <a:tailEnd type="triangle"/>
              </a:ln>
              <a:effectLst/>
            </p:spPr>
          </p:cxnSp>
          <p:sp>
            <p:nvSpPr>
              <p:cNvPr id="3" name="TextBox 2"/>
              <p:cNvSpPr txBox="1"/>
              <p:nvPr/>
            </p:nvSpPr>
            <p:spPr>
              <a:xfrm>
                <a:off x="806665" y="2146043"/>
                <a:ext cx="7266298" cy="307777"/>
              </a:xfrm>
              <a:prstGeom prst="rect">
                <a:avLst/>
              </a:prstGeom>
              <a:noFill/>
            </p:spPr>
            <p:txBody>
              <a:bodyPr wrap="square" rtlCol="0">
                <a:spAutoFit/>
              </a:bodyPr>
              <a:lstStyle/>
              <a:p>
                <a:r>
                  <a:rPr lang="en-US" sz="1400"/>
                  <a:t>Booth Recoded Multiplier                                                 0     1      0   0    0   -1    0</a:t>
                </a:r>
              </a:p>
            </p:txBody>
          </p:sp>
        </p:grpSp>
        <p:sp>
          <p:nvSpPr>
            <p:cNvPr id="342" name="Rectangle 78"/>
            <p:cNvSpPr>
              <a:spLocks noChangeArrowheads="1"/>
            </p:cNvSpPr>
            <p:nvPr/>
          </p:nvSpPr>
          <p:spPr bwMode="auto">
            <a:xfrm>
              <a:off x="7576032" y="2170197"/>
              <a:ext cx="102912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zh-CN" sz="1400">
                  <a:solidFill>
                    <a:srgbClr val="000000"/>
                  </a:solidFill>
                  <a:latin typeface="Nimbus Roman No9 L"/>
                </a:rPr>
                <a:t>          (</a:t>
              </a:r>
              <a:r>
                <a:rPr lang="en-CA" altLang="zh-CN" sz="1200">
                  <a:solidFill>
                    <a:srgbClr val="000000"/>
                  </a:solidFill>
                  <a:latin typeface="Nimbus Roman No9 L"/>
                </a:rPr>
                <a:t>7</a:t>
              </a:r>
              <a:r>
                <a:rPr lang="en-CA" altLang="zh-CN" sz="1400">
                  <a:solidFill>
                    <a:srgbClr val="000000"/>
                  </a:solidFill>
                  <a:latin typeface="Nimbus Roman No9 L"/>
                </a:rPr>
                <a:t> bits)</a:t>
              </a:r>
              <a:endParaRPr lang="en-CA" altLang="zh-CN" sz="2400">
                <a:latin typeface="Times New Roman" panose="02020603050405020304" pitchFamily="18" charset="0"/>
              </a:endParaRPr>
            </a:p>
          </p:txBody>
        </p:sp>
      </p:grpSp>
    </p:spTree>
    <p:extLst>
      <p:ext uri="{BB962C8B-B14F-4D97-AF65-F5344CB8AC3E}">
        <p14:creationId xmlns:p14="http://schemas.microsoft.com/office/powerpoint/2010/main" val="67985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60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60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60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60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603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60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602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602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602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602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2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2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2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8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8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8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7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78"/>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27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27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3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246"/>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86080"/>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8608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86082"/>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51"/>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50"/>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29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289"/>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288"/>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287"/>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286"/>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285"/>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284"/>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37"/>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198"/>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200"/>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201"/>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128"/>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174"/>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298"/>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297"/>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grpId="0" nodeType="clickEffect">
                                  <p:stCondLst>
                                    <p:cond delay="0"/>
                                  </p:stCondLst>
                                  <p:childTnLst>
                                    <p:set>
                                      <p:cBhvr>
                                        <p:cTn id="206" dur="1" fill="hold">
                                          <p:stCondLst>
                                            <p:cond delay="0"/>
                                          </p:stCondLst>
                                        </p:cTn>
                                        <p:tgtEl>
                                          <p:spTgt spid="296"/>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295"/>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294"/>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293"/>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292"/>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38"/>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86071"/>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grpId="0" nodeType="clickEffect">
                                  <p:stCondLst>
                                    <p:cond delay="0"/>
                                  </p:stCondLst>
                                  <p:childTnLst>
                                    <p:set>
                                      <p:cBhvr>
                                        <p:cTn id="234" dur="1" fill="hold">
                                          <p:stCondLst>
                                            <p:cond delay="0"/>
                                          </p:stCondLst>
                                        </p:cTn>
                                        <p:tgtEl>
                                          <p:spTgt spid="86072"/>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grpId="0" nodeType="clickEffect">
                                  <p:stCondLst>
                                    <p:cond delay="0"/>
                                  </p:stCondLst>
                                  <p:childTnLst>
                                    <p:set>
                                      <p:cBhvr>
                                        <p:cTn id="238" dur="1" fill="hold">
                                          <p:stCondLst>
                                            <p:cond delay="0"/>
                                          </p:stCondLst>
                                        </p:cTn>
                                        <p:tgtEl>
                                          <p:spTgt spid="184"/>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grpId="0" nodeType="clickEffect">
                                  <p:stCondLst>
                                    <p:cond delay="0"/>
                                  </p:stCondLst>
                                  <p:childTnLst>
                                    <p:set>
                                      <p:cBhvr>
                                        <p:cTn id="242" dur="1" fill="hold">
                                          <p:stCondLst>
                                            <p:cond delay="0"/>
                                          </p:stCondLst>
                                        </p:cTn>
                                        <p:tgtEl>
                                          <p:spTgt spid="182"/>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grpId="0" nodeType="clickEffect">
                                  <p:stCondLst>
                                    <p:cond delay="0"/>
                                  </p:stCondLst>
                                  <p:childTnLst>
                                    <p:set>
                                      <p:cBhvr>
                                        <p:cTn id="246" dur="1" fill="hold">
                                          <p:stCondLst>
                                            <p:cond delay="0"/>
                                          </p:stCondLst>
                                        </p:cTn>
                                        <p:tgtEl>
                                          <p:spTgt spid="306"/>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0" nodeType="clickEffect">
                                  <p:stCondLst>
                                    <p:cond delay="0"/>
                                  </p:stCondLst>
                                  <p:childTnLst>
                                    <p:set>
                                      <p:cBhvr>
                                        <p:cTn id="250" dur="1" fill="hold">
                                          <p:stCondLst>
                                            <p:cond delay="0"/>
                                          </p:stCondLst>
                                        </p:cTn>
                                        <p:tgtEl>
                                          <p:spTgt spid="305"/>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grpId="0" nodeType="clickEffect">
                                  <p:stCondLst>
                                    <p:cond delay="0"/>
                                  </p:stCondLst>
                                  <p:childTnLst>
                                    <p:set>
                                      <p:cBhvr>
                                        <p:cTn id="254" dur="1" fill="hold">
                                          <p:stCondLst>
                                            <p:cond delay="0"/>
                                          </p:stCondLst>
                                        </p:cTn>
                                        <p:tgtEl>
                                          <p:spTgt spid="304"/>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grpId="0" nodeType="clickEffect">
                                  <p:stCondLst>
                                    <p:cond delay="0"/>
                                  </p:stCondLst>
                                  <p:childTnLst>
                                    <p:set>
                                      <p:cBhvr>
                                        <p:cTn id="258" dur="1" fill="hold">
                                          <p:stCondLst>
                                            <p:cond delay="0"/>
                                          </p:stCondLst>
                                        </p:cTn>
                                        <p:tgtEl>
                                          <p:spTgt spid="303"/>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grpId="0" nodeType="clickEffect">
                                  <p:stCondLst>
                                    <p:cond delay="0"/>
                                  </p:stCondLst>
                                  <p:childTnLst>
                                    <p:set>
                                      <p:cBhvr>
                                        <p:cTn id="262" dur="1" fill="hold">
                                          <p:stCondLst>
                                            <p:cond delay="0"/>
                                          </p:stCondLst>
                                        </p:cTn>
                                        <p:tgtEl>
                                          <p:spTgt spid="302"/>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grpId="0" nodeType="clickEffect">
                                  <p:stCondLst>
                                    <p:cond delay="0"/>
                                  </p:stCondLst>
                                  <p:childTnLst>
                                    <p:set>
                                      <p:cBhvr>
                                        <p:cTn id="266" dur="1" fill="hold">
                                          <p:stCondLst>
                                            <p:cond delay="0"/>
                                          </p:stCondLst>
                                        </p:cTn>
                                        <p:tgtEl>
                                          <p:spTgt spid="301"/>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grpId="0" nodeType="clickEffect">
                                  <p:stCondLst>
                                    <p:cond delay="0"/>
                                  </p:stCondLst>
                                  <p:childTnLst>
                                    <p:set>
                                      <p:cBhvr>
                                        <p:cTn id="270" dur="1" fill="hold">
                                          <p:stCondLst>
                                            <p:cond delay="0"/>
                                          </p:stCondLst>
                                        </p:cTn>
                                        <p:tgtEl>
                                          <p:spTgt spid="300"/>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39"/>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grpId="0" nodeType="clickEffect">
                                  <p:stCondLst>
                                    <p:cond delay="0"/>
                                  </p:stCondLst>
                                  <p:childTnLst>
                                    <p:set>
                                      <p:cBhvr>
                                        <p:cTn id="278" dur="1" fill="hold">
                                          <p:stCondLst>
                                            <p:cond delay="0"/>
                                          </p:stCondLst>
                                        </p:cTn>
                                        <p:tgtEl>
                                          <p:spTgt spid="86064"/>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grpId="0" nodeType="clickEffect">
                                  <p:stCondLst>
                                    <p:cond delay="0"/>
                                  </p:stCondLst>
                                  <p:childTnLst>
                                    <p:set>
                                      <p:cBhvr>
                                        <p:cTn id="282" dur="1" fill="hold">
                                          <p:stCondLst>
                                            <p:cond delay="0"/>
                                          </p:stCondLst>
                                        </p:cTn>
                                        <p:tgtEl>
                                          <p:spTgt spid="220"/>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grpId="0" nodeType="clickEffect">
                                  <p:stCondLst>
                                    <p:cond delay="0"/>
                                  </p:stCondLst>
                                  <p:childTnLst>
                                    <p:set>
                                      <p:cBhvr>
                                        <p:cTn id="286" dur="1" fill="hold">
                                          <p:stCondLst>
                                            <p:cond delay="0"/>
                                          </p:stCondLst>
                                        </p:cTn>
                                        <p:tgtEl>
                                          <p:spTgt spid="192"/>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grpId="0" nodeType="clickEffect">
                                  <p:stCondLst>
                                    <p:cond delay="0"/>
                                  </p:stCondLst>
                                  <p:childTnLst>
                                    <p:set>
                                      <p:cBhvr>
                                        <p:cTn id="290" dur="1" fill="hold">
                                          <p:stCondLst>
                                            <p:cond delay="0"/>
                                          </p:stCondLst>
                                        </p:cTn>
                                        <p:tgtEl>
                                          <p:spTgt spid="314"/>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grpId="0" nodeType="clickEffect">
                                  <p:stCondLst>
                                    <p:cond delay="0"/>
                                  </p:stCondLst>
                                  <p:childTnLst>
                                    <p:set>
                                      <p:cBhvr>
                                        <p:cTn id="294" dur="1" fill="hold">
                                          <p:stCondLst>
                                            <p:cond delay="0"/>
                                          </p:stCondLst>
                                        </p:cTn>
                                        <p:tgtEl>
                                          <p:spTgt spid="313"/>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grpId="0" nodeType="clickEffect">
                                  <p:stCondLst>
                                    <p:cond delay="0"/>
                                  </p:stCondLst>
                                  <p:childTnLst>
                                    <p:set>
                                      <p:cBhvr>
                                        <p:cTn id="298" dur="1" fill="hold">
                                          <p:stCondLst>
                                            <p:cond delay="0"/>
                                          </p:stCondLst>
                                        </p:cTn>
                                        <p:tgtEl>
                                          <p:spTgt spid="312"/>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grpId="0" nodeType="clickEffect">
                                  <p:stCondLst>
                                    <p:cond delay="0"/>
                                  </p:stCondLst>
                                  <p:childTnLst>
                                    <p:set>
                                      <p:cBhvr>
                                        <p:cTn id="302" dur="1" fill="hold">
                                          <p:stCondLst>
                                            <p:cond delay="0"/>
                                          </p:stCondLst>
                                        </p:cTn>
                                        <p:tgtEl>
                                          <p:spTgt spid="311"/>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grpId="0" nodeType="clickEffect">
                                  <p:stCondLst>
                                    <p:cond delay="0"/>
                                  </p:stCondLst>
                                  <p:childTnLst>
                                    <p:set>
                                      <p:cBhvr>
                                        <p:cTn id="306" dur="1" fill="hold">
                                          <p:stCondLst>
                                            <p:cond delay="0"/>
                                          </p:stCondLst>
                                        </p:cTn>
                                        <p:tgtEl>
                                          <p:spTgt spid="310"/>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grpId="0" nodeType="clickEffect">
                                  <p:stCondLst>
                                    <p:cond delay="0"/>
                                  </p:stCondLst>
                                  <p:childTnLst>
                                    <p:set>
                                      <p:cBhvr>
                                        <p:cTn id="310" dur="1" fill="hold">
                                          <p:stCondLst>
                                            <p:cond delay="0"/>
                                          </p:stCondLst>
                                        </p:cTn>
                                        <p:tgtEl>
                                          <p:spTgt spid="309"/>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grpId="0" nodeType="clickEffect">
                                  <p:stCondLst>
                                    <p:cond delay="0"/>
                                  </p:stCondLst>
                                  <p:childTnLst>
                                    <p:set>
                                      <p:cBhvr>
                                        <p:cTn id="314" dur="1" fill="hold">
                                          <p:stCondLst>
                                            <p:cond delay="0"/>
                                          </p:stCondLst>
                                        </p:cTn>
                                        <p:tgtEl>
                                          <p:spTgt spid="308"/>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nodeType="clickEffect">
                                  <p:stCondLst>
                                    <p:cond delay="0"/>
                                  </p:stCondLst>
                                  <p:childTnLst>
                                    <p:set>
                                      <p:cBhvr>
                                        <p:cTn id="318" dur="1" fill="hold">
                                          <p:stCondLst>
                                            <p:cond delay="0"/>
                                          </p:stCondLst>
                                        </p:cTn>
                                        <p:tgtEl>
                                          <p:spTgt spid="40"/>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grpId="0" nodeType="clickEffect">
                                  <p:stCondLst>
                                    <p:cond delay="0"/>
                                  </p:stCondLst>
                                  <p:childTnLst>
                                    <p:set>
                                      <p:cBhvr>
                                        <p:cTn id="322" dur="1" fill="hold">
                                          <p:stCondLst>
                                            <p:cond delay="0"/>
                                          </p:stCondLst>
                                        </p:cTn>
                                        <p:tgtEl>
                                          <p:spTgt spid="86058"/>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grpId="0" nodeType="clickEffect">
                                  <p:stCondLst>
                                    <p:cond delay="0"/>
                                  </p:stCondLst>
                                  <p:childTnLst>
                                    <p:set>
                                      <p:cBhvr>
                                        <p:cTn id="326" dur="1" fill="hold">
                                          <p:stCondLst>
                                            <p:cond delay="0"/>
                                          </p:stCondLst>
                                        </p:cTn>
                                        <p:tgtEl>
                                          <p:spTgt spid="233"/>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grpId="0" nodeType="clickEffect">
                                  <p:stCondLst>
                                    <p:cond delay="0"/>
                                  </p:stCondLst>
                                  <p:childTnLst>
                                    <p:set>
                                      <p:cBhvr>
                                        <p:cTn id="330" dur="1" fill="hold">
                                          <p:stCondLst>
                                            <p:cond delay="0"/>
                                          </p:stCondLst>
                                        </p:cTn>
                                        <p:tgtEl>
                                          <p:spTgt spid="322"/>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grpId="0" nodeType="clickEffect">
                                  <p:stCondLst>
                                    <p:cond delay="0"/>
                                  </p:stCondLst>
                                  <p:childTnLst>
                                    <p:set>
                                      <p:cBhvr>
                                        <p:cTn id="334" dur="1" fill="hold">
                                          <p:stCondLst>
                                            <p:cond delay="0"/>
                                          </p:stCondLst>
                                        </p:cTn>
                                        <p:tgtEl>
                                          <p:spTgt spid="321"/>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grpId="0" nodeType="clickEffect">
                                  <p:stCondLst>
                                    <p:cond delay="0"/>
                                  </p:stCondLst>
                                  <p:childTnLst>
                                    <p:set>
                                      <p:cBhvr>
                                        <p:cTn id="338" dur="1" fill="hold">
                                          <p:stCondLst>
                                            <p:cond delay="0"/>
                                          </p:stCondLst>
                                        </p:cTn>
                                        <p:tgtEl>
                                          <p:spTgt spid="320"/>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grpId="0" nodeType="clickEffect">
                                  <p:stCondLst>
                                    <p:cond delay="0"/>
                                  </p:stCondLst>
                                  <p:childTnLst>
                                    <p:set>
                                      <p:cBhvr>
                                        <p:cTn id="342" dur="1" fill="hold">
                                          <p:stCondLst>
                                            <p:cond delay="0"/>
                                          </p:stCondLst>
                                        </p:cTn>
                                        <p:tgtEl>
                                          <p:spTgt spid="319"/>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grpId="0" nodeType="clickEffect">
                                  <p:stCondLst>
                                    <p:cond delay="0"/>
                                  </p:stCondLst>
                                  <p:childTnLst>
                                    <p:set>
                                      <p:cBhvr>
                                        <p:cTn id="346" dur="1" fill="hold">
                                          <p:stCondLst>
                                            <p:cond delay="0"/>
                                          </p:stCondLst>
                                        </p:cTn>
                                        <p:tgtEl>
                                          <p:spTgt spid="318"/>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grpId="0" nodeType="clickEffect">
                                  <p:stCondLst>
                                    <p:cond delay="0"/>
                                  </p:stCondLst>
                                  <p:childTnLst>
                                    <p:set>
                                      <p:cBhvr>
                                        <p:cTn id="350" dur="1" fill="hold">
                                          <p:stCondLst>
                                            <p:cond delay="0"/>
                                          </p:stCondLst>
                                        </p:cTn>
                                        <p:tgtEl>
                                          <p:spTgt spid="317"/>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grpId="0" nodeType="clickEffect">
                                  <p:stCondLst>
                                    <p:cond delay="0"/>
                                  </p:stCondLst>
                                  <p:childTnLst>
                                    <p:set>
                                      <p:cBhvr>
                                        <p:cTn id="354" dur="1" fill="hold">
                                          <p:stCondLst>
                                            <p:cond delay="0"/>
                                          </p:stCondLst>
                                        </p:cTn>
                                        <p:tgtEl>
                                          <p:spTgt spid="316"/>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grpId="0" nodeType="clickEffect">
                                  <p:stCondLst>
                                    <p:cond delay="0"/>
                                  </p:stCondLst>
                                  <p:childTnLst>
                                    <p:set>
                                      <p:cBhvr>
                                        <p:cTn id="358" dur="1" fill="hold">
                                          <p:stCondLst>
                                            <p:cond delay="0"/>
                                          </p:stCondLst>
                                        </p:cTn>
                                        <p:tgtEl>
                                          <p:spTgt spid="149"/>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grpId="0" nodeType="clickEffect">
                                  <p:stCondLst>
                                    <p:cond delay="0"/>
                                  </p:stCondLst>
                                  <p:childTnLst>
                                    <p:set>
                                      <p:cBhvr>
                                        <p:cTn id="362" dur="1" fill="hold">
                                          <p:stCondLst>
                                            <p:cond delay="0"/>
                                          </p:stCondLst>
                                        </p:cTn>
                                        <p:tgtEl>
                                          <p:spTgt spid="232"/>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grpId="0" nodeType="clickEffect">
                                  <p:stCondLst>
                                    <p:cond delay="0"/>
                                  </p:stCondLst>
                                  <p:childTnLst>
                                    <p:set>
                                      <p:cBhvr>
                                        <p:cTn id="366" dur="1" fill="hold">
                                          <p:stCondLst>
                                            <p:cond delay="0"/>
                                          </p:stCondLst>
                                        </p:cTn>
                                        <p:tgtEl>
                                          <p:spTgt spid="86052"/>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grpId="0" nodeType="clickEffect">
                                  <p:stCondLst>
                                    <p:cond delay="0"/>
                                  </p:stCondLst>
                                  <p:childTnLst>
                                    <p:set>
                                      <p:cBhvr>
                                        <p:cTn id="370" dur="1" fill="hold">
                                          <p:stCondLst>
                                            <p:cond delay="0"/>
                                          </p:stCondLst>
                                        </p:cTn>
                                        <p:tgtEl>
                                          <p:spTgt spid="330"/>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grpId="0" nodeType="clickEffect">
                                  <p:stCondLst>
                                    <p:cond delay="0"/>
                                  </p:stCondLst>
                                  <p:childTnLst>
                                    <p:set>
                                      <p:cBhvr>
                                        <p:cTn id="374" dur="1" fill="hold">
                                          <p:stCondLst>
                                            <p:cond delay="0"/>
                                          </p:stCondLst>
                                        </p:cTn>
                                        <p:tgtEl>
                                          <p:spTgt spid="329"/>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grpId="0" nodeType="clickEffect">
                                  <p:stCondLst>
                                    <p:cond delay="0"/>
                                  </p:stCondLst>
                                  <p:childTnLst>
                                    <p:set>
                                      <p:cBhvr>
                                        <p:cTn id="378" dur="1" fill="hold">
                                          <p:stCondLst>
                                            <p:cond delay="0"/>
                                          </p:stCondLst>
                                        </p:cTn>
                                        <p:tgtEl>
                                          <p:spTgt spid="328"/>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grpId="0" nodeType="clickEffect">
                                  <p:stCondLst>
                                    <p:cond delay="0"/>
                                  </p:stCondLst>
                                  <p:childTnLst>
                                    <p:set>
                                      <p:cBhvr>
                                        <p:cTn id="382" dur="1" fill="hold">
                                          <p:stCondLst>
                                            <p:cond delay="0"/>
                                          </p:stCondLst>
                                        </p:cTn>
                                        <p:tgtEl>
                                          <p:spTgt spid="327"/>
                                        </p:tgtEl>
                                        <p:attrNameLst>
                                          <p:attrName>style.visibility</p:attrName>
                                        </p:attrNameLst>
                                      </p:cBhvr>
                                      <p:to>
                                        <p:strVal val="visible"/>
                                      </p:to>
                                    </p:set>
                                  </p:childTnLst>
                                </p:cTn>
                              </p:par>
                            </p:childTnLst>
                          </p:cTn>
                        </p:par>
                      </p:childTnLst>
                    </p:cTn>
                  </p:par>
                  <p:par>
                    <p:cTn id="383" fill="hold">
                      <p:stCondLst>
                        <p:cond delay="indefinite"/>
                      </p:stCondLst>
                      <p:childTnLst>
                        <p:par>
                          <p:cTn id="384" fill="hold">
                            <p:stCondLst>
                              <p:cond delay="0"/>
                            </p:stCondLst>
                            <p:childTnLst>
                              <p:par>
                                <p:cTn id="385" presetID="1" presetClass="entr" presetSubtype="0" fill="hold" grpId="0" nodeType="clickEffect">
                                  <p:stCondLst>
                                    <p:cond delay="0"/>
                                  </p:stCondLst>
                                  <p:childTnLst>
                                    <p:set>
                                      <p:cBhvr>
                                        <p:cTn id="386" dur="1" fill="hold">
                                          <p:stCondLst>
                                            <p:cond delay="0"/>
                                          </p:stCondLst>
                                        </p:cTn>
                                        <p:tgtEl>
                                          <p:spTgt spid="326"/>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presetID="1" presetClass="entr" presetSubtype="0" fill="hold" grpId="0" nodeType="clickEffect">
                                  <p:stCondLst>
                                    <p:cond delay="0"/>
                                  </p:stCondLst>
                                  <p:childTnLst>
                                    <p:set>
                                      <p:cBhvr>
                                        <p:cTn id="390" dur="1" fill="hold">
                                          <p:stCondLst>
                                            <p:cond delay="0"/>
                                          </p:stCondLst>
                                        </p:cTn>
                                        <p:tgtEl>
                                          <p:spTgt spid="325"/>
                                        </p:tgtEl>
                                        <p:attrNameLst>
                                          <p:attrName>style.visibility</p:attrName>
                                        </p:attrNameLst>
                                      </p:cBhvr>
                                      <p:to>
                                        <p:strVal val="visible"/>
                                      </p:to>
                                    </p:set>
                                  </p:childTnLst>
                                </p:cTn>
                              </p:par>
                            </p:childTnLst>
                          </p:cTn>
                        </p:par>
                      </p:childTnLst>
                    </p:cTn>
                  </p:par>
                  <p:par>
                    <p:cTn id="391" fill="hold">
                      <p:stCondLst>
                        <p:cond delay="indefinite"/>
                      </p:stCondLst>
                      <p:childTnLst>
                        <p:par>
                          <p:cTn id="392" fill="hold">
                            <p:stCondLst>
                              <p:cond delay="0"/>
                            </p:stCondLst>
                            <p:childTnLst>
                              <p:par>
                                <p:cTn id="393" presetID="1" presetClass="entr" presetSubtype="0" fill="hold" grpId="0" nodeType="clickEffect">
                                  <p:stCondLst>
                                    <p:cond delay="0"/>
                                  </p:stCondLst>
                                  <p:childTnLst>
                                    <p:set>
                                      <p:cBhvr>
                                        <p:cTn id="394" dur="1" fill="hold">
                                          <p:stCondLst>
                                            <p:cond delay="0"/>
                                          </p:stCondLst>
                                        </p:cTn>
                                        <p:tgtEl>
                                          <p:spTgt spid="324"/>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presetID="1" presetClass="entr" presetSubtype="0" fill="hold" grpId="0" nodeType="clickEffect">
                                  <p:stCondLst>
                                    <p:cond delay="0"/>
                                  </p:stCondLst>
                                  <p:childTnLst>
                                    <p:set>
                                      <p:cBhvr>
                                        <p:cTn id="398" dur="1" fill="hold">
                                          <p:stCondLst>
                                            <p:cond delay="0"/>
                                          </p:stCondLst>
                                        </p:cTn>
                                        <p:tgtEl>
                                          <p:spTgt spid="338"/>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presetID="1" presetClass="entr" presetSubtype="0" fill="hold" grpId="0" nodeType="clickEffect">
                                  <p:stCondLst>
                                    <p:cond delay="0"/>
                                  </p:stCondLst>
                                  <p:childTnLst>
                                    <p:set>
                                      <p:cBhvr>
                                        <p:cTn id="402" dur="1" fill="hold">
                                          <p:stCondLst>
                                            <p:cond delay="0"/>
                                          </p:stCondLst>
                                        </p:cTn>
                                        <p:tgtEl>
                                          <p:spTgt spid="337"/>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presetID="1" presetClass="entr" presetSubtype="0" fill="hold" grpId="0" nodeType="clickEffect">
                                  <p:stCondLst>
                                    <p:cond delay="0"/>
                                  </p:stCondLst>
                                  <p:childTnLst>
                                    <p:set>
                                      <p:cBhvr>
                                        <p:cTn id="406" dur="1" fill="hold">
                                          <p:stCondLst>
                                            <p:cond delay="0"/>
                                          </p:stCondLst>
                                        </p:cTn>
                                        <p:tgtEl>
                                          <p:spTgt spid="336"/>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presetID="1" presetClass="entr" presetSubtype="0" fill="hold" grpId="0" nodeType="clickEffect">
                                  <p:stCondLst>
                                    <p:cond delay="0"/>
                                  </p:stCondLst>
                                  <p:childTnLst>
                                    <p:set>
                                      <p:cBhvr>
                                        <p:cTn id="410" dur="1" fill="hold">
                                          <p:stCondLst>
                                            <p:cond delay="0"/>
                                          </p:stCondLst>
                                        </p:cTn>
                                        <p:tgtEl>
                                          <p:spTgt spid="335"/>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presetID="1" presetClass="entr" presetSubtype="0" fill="hold" grpId="0" nodeType="clickEffect">
                                  <p:stCondLst>
                                    <p:cond delay="0"/>
                                  </p:stCondLst>
                                  <p:childTnLst>
                                    <p:set>
                                      <p:cBhvr>
                                        <p:cTn id="414" dur="1" fill="hold">
                                          <p:stCondLst>
                                            <p:cond delay="0"/>
                                          </p:stCondLst>
                                        </p:cTn>
                                        <p:tgtEl>
                                          <p:spTgt spid="334"/>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presetID="1" presetClass="entr" presetSubtype="0" fill="hold" grpId="0" nodeType="clickEffect">
                                  <p:stCondLst>
                                    <p:cond delay="0"/>
                                  </p:stCondLst>
                                  <p:childTnLst>
                                    <p:set>
                                      <p:cBhvr>
                                        <p:cTn id="418" dur="1" fill="hold">
                                          <p:stCondLst>
                                            <p:cond delay="0"/>
                                          </p:stCondLst>
                                        </p:cTn>
                                        <p:tgtEl>
                                          <p:spTgt spid="333"/>
                                        </p:tgtEl>
                                        <p:attrNameLst>
                                          <p:attrName>style.visibility</p:attrName>
                                        </p:attrNameLst>
                                      </p:cBhvr>
                                      <p:to>
                                        <p:strVal val="visible"/>
                                      </p:to>
                                    </p:set>
                                  </p:childTnLst>
                                </p:cTn>
                              </p:par>
                            </p:childTnLst>
                          </p:cTn>
                        </p:par>
                      </p:childTnLst>
                    </p:cTn>
                  </p:par>
                  <p:par>
                    <p:cTn id="419" fill="hold">
                      <p:stCondLst>
                        <p:cond delay="indefinite"/>
                      </p:stCondLst>
                      <p:childTnLst>
                        <p:par>
                          <p:cTn id="420" fill="hold">
                            <p:stCondLst>
                              <p:cond delay="0"/>
                            </p:stCondLst>
                            <p:childTnLst>
                              <p:par>
                                <p:cTn id="421" presetID="1" presetClass="entr" presetSubtype="0" fill="hold" grpId="0" nodeType="clickEffect">
                                  <p:stCondLst>
                                    <p:cond delay="0"/>
                                  </p:stCondLst>
                                  <p:childTnLst>
                                    <p:set>
                                      <p:cBhvr>
                                        <p:cTn id="422" dur="1" fill="hold">
                                          <p:stCondLst>
                                            <p:cond delay="0"/>
                                          </p:stCondLst>
                                        </p:cTn>
                                        <p:tgtEl>
                                          <p:spTgt spid="332"/>
                                        </p:tgtEl>
                                        <p:attrNameLst>
                                          <p:attrName>style.visibility</p:attrName>
                                        </p:attrNameLst>
                                      </p:cBhvr>
                                      <p:to>
                                        <p:strVal val="visible"/>
                                      </p:to>
                                    </p:set>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nodeType="clickEffect">
                                  <p:stCondLst>
                                    <p:cond delay="0"/>
                                  </p:stCondLst>
                                  <p:childTnLst>
                                    <p:set>
                                      <p:cBhvr>
                                        <p:cTn id="4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52" grpId="0" animBg="1"/>
      <p:bldP spid="83" grpId="0"/>
      <p:bldP spid="2" grpId="0"/>
      <p:bldP spid="86064" grpId="0"/>
      <p:bldP spid="86071" grpId="0"/>
      <p:bldP spid="86072" grpId="0"/>
      <p:bldP spid="149" grpId="0" animBg="1"/>
      <p:bldP spid="86024" grpId="0"/>
      <p:bldP spid="86026" grpId="0"/>
      <p:bldP spid="86028" grpId="0"/>
      <p:bldP spid="86029" grpId="0"/>
      <p:bldP spid="124" grpId="0"/>
      <p:bldP spid="86025" grpId="0" animBg="1"/>
      <p:bldP spid="125" grpId="0"/>
      <p:bldP spid="126" grpId="0"/>
      <p:bldP spid="150" grpId="0"/>
      <p:bldP spid="151" grpId="0"/>
      <p:bldP spid="128" grpId="0"/>
      <p:bldP spid="174" grpId="0"/>
      <p:bldP spid="182" grpId="0"/>
      <p:bldP spid="184" grpId="0"/>
      <p:bldP spid="86023" grpId="0"/>
      <p:bldP spid="86030" grpId="0"/>
      <p:bldP spid="86031" grpId="0"/>
      <p:bldP spid="86032" grpId="0"/>
      <p:bldP spid="86033" grpId="0"/>
      <p:bldP spid="194" grpId="0"/>
      <p:bldP spid="195" grpId="0"/>
      <p:bldP spid="192" grpId="0"/>
      <p:bldP spid="220" grpId="0"/>
      <p:bldP spid="232" grpId="0"/>
      <p:bldP spid="86080" grpId="0"/>
      <p:bldP spid="86081" grpId="0"/>
      <p:bldP spid="86082" grpId="0"/>
      <p:bldP spid="246" grpId="0"/>
      <p:bldP spid="198" grpId="0"/>
      <p:bldP spid="200" grpId="0"/>
      <p:bldP spid="201" grpId="0"/>
      <p:bldP spid="86058" grpId="0"/>
      <p:bldP spid="233" grpId="0"/>
      <p:bldP spid="276" grpId="0"/>
      <p:bldP spid="277" grpId="0"/>
      <p:bldP spid="278" grpId="0"/>
      <p:bldP spid="279" grpId="0"/>
      <p:bldP spid="280" grpId="0"/>
      <p:bldP spid="281" grpId="0"/>
      <p:bldP spid="282" grpId="0"/>
      <p:bldP spid="284" grpId="0"/>
      <p:bldP spid="285" grpId="0"/>
      <p:bldP spid="286" grpId="0"/>
      <p:bldP spid="287" grpId="0"/>
      <p:bldP spid="288" grpId="0"/>
      <p:bldP spid="289" grpId="0"/>
      <p:bldP spid="290" grpId="0"/>
      <p:bldP spid="292" grpId="0"/>
      <p:bldP spid="293" grpId="0"/>
      <p:bldP spid="294" grpId="0"/>
      <p:bldP spid="295" grpId="0"/>
      <p:bldP spid="296" grpId="0"/>
      <p:bldP spid="297" grpId="0"/>
      <p:bldP spid="298" grpId="0"/>
      <p:bldP spid="300" grpId="0"/>
      <p:bldP spid="301" grpId="0"/>
      <p:bldP spid="302" grpId="0"/>
      <p:bldP spid="303" grpId="0"/>
      <p:bldP spid="304" grpId="0"/>
      <p:bldP spid="305" grpId="0"/>
      <p:bldP spid="306" grpId="0"/>
      <p:bldP spid="308" grpId="0"/>
      <p:bldP spid="309" grpId="0"/>
      <p:bldP spid="310" grpId="0"/>
      <p:bldP spid="311" grpId="0"/>
      <p:bldP spid="312" grpId="0"/>
      <p:bldP spid="313" grpId="0"/>
      <p:bldP spid="314" grpId="0"/>
      <p:bldP spid="316" grpId="0"/>
      <p:bldP spid="317" grpId="0"/>
      <p:bldP spid="318" grpId="0"/>
      <p:bldP spid="319" grpId="0"/>
      <p:bldP spid="320" grpId="0"/>
      <p:bldP spid="321" grpId="0"/>
      <p:bldP spid="322" grpId="0"/>
      <p:bldP spid="324" grpId="0"/>
      <p:bldP spid="325" grpId="0"/>
      <p:bldP spid="326" grpId="0"/>
      <p:bldP spid="327" grpId="0"/>
      <p:bldP spid="328" grpId="0"/>
      <p:bldP spid="329" grpId="0"/>
      <p:bldP spid="330" grpId="0"/>
      <p:bldP spid="332" grpId="0"/>
      <p:bldP spid="333" grpId="0"/>
      <p:bldP spid="334" grpId="0"/>
      <p:bldP spid="335" grpId="0"/>
      <p:bldP spid="336" grpId="0"/>
      <p:bldP spid="337" grpId="0"/>
      <p:bldP spid="33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847C6429-FE5B-4BA7-A71C-50DFFB2F9638}" type="datetime2">
              <a:rPr lang="en-US" altLang="en-US" smtClean="0">
                <a:solidFill>
                  <a:schemeClr val="tx2"/>
                </a:solidFill>
              </a:rPr>
              <a:t>Thursday, October 30, 2025</a:t>
            </a:fld>
            <a:endParaRPr lang="en-US" altLang="en-US">
              <a:solidFill>
                <a:schemeClr val="tx2"/>
              </a:solidFill>
            </a:endParaRPr>
          </a:p>
        </p:txBody>
      </p:sp>
      <p:sp>
        <p:nvSpPr>
          <p:cNvPr id="57348"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5A9908A5-3D44-44CF-93A1-8DC12F30CD71}" type="slidenum">
              <a:rPr lang="en-US" altLang="en-US" smtClean="0">
                <a:solidFill>
                  <a:srgbClr val="FFFFFF"/>
                </a:solidFill>
                <a:latin typeface="Franklin Gothic Book" panose="020B0503020102020204" pitchFamily="34" charset="0"/>
              </a:rPr>
              <a:pPr/>
              <a:t>40</a:t>
            </a:fld>
            <a:endParaRPr lang="en-US" altLang="en-US">
              <a:solidFill>
                <a:srgbClr val="FFFFFF"/>
              </a:solidFill>
              <a:latin typeface="Franklin Gothic Book" panose="020B0503020102020204" pitchFamily="34" charset="0"/>
            </a:endParaRPr>
          </a:p>
        </p:txBody>
      </p:sp>
      <p:pic>
        <p:nvPicPr>
          <p:cNvPr id="5734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544" y="228600"/>
            <a:ext cx="81534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72270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Date Placeholder 1"/>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67025E71-CEA4-4F8F-B2A0-0AEF87A722C6}" type="datetime2">
              <a:rPr lang="en-US" altLang="en-US" smtClean="0">
                <a:solidFill>
                  <a:schemeClr val="tx2"/>
                </a:solidFill>
              </a:rPr>
              <a:t>Thursday, October 30, 2025</a:t>
            </a:fld>
            <a:endParaRPr lang="en-US" altLang="en-US">
              <a:solidFill>
                <a:schemeClr val="tx2"/>
              </a:solidFill>
            </a:endParaRPr>
          </a:p>
        </p:txBody>
      </p:sp>
      <p:sp>
        <p:nvSpPr>
          <p:cNvPr id="58372" name="Slide Number Placeholder 2"/>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F7A1A731-12C5-47DE-880A-2C6EB71532B9}" type="slidenum">
              <a:rPr lang="en-US" altLang="en-US" smtClean="0">
                <a:solidFill>
                  <a:srgbClr val="FFFFFF"/>
                </a:solidFill>
                <a:latin typeface="Franklin Gothic Book" panose="020B0503020102020204" pitchFamily="34" charset="0"/>
              </a:rPr>
              <a:pPr/>
              <a:t>41</a:t>
            </a:fld>
            <a:endParaRPr lang="en-US" altLang="en-US">
              <a:solidFill>
                <a:srgbClr val="FFFFFF"/>
              </a:solidFill>
              <a:latin typeface="Franklin Gothic Book" panose="020B0503020102020204" pitchFamily="34" charset="0"/>
            </a:endParaRPr>
          </a:p>
        </p:txBody>
      </p:sp>
      <p:pic>
        <p:nvPicPr>
          <p:cNvPr id="5837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579" y="457200"/>
            <a:ext cx="80772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63622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2209800"/>
            <a:ext cx="5897448" cy="854593"/>
          </a:xfrm>
        </p:spPr>
        <p:txBody>
          <a:bodyPr/>
          <a:lstStyle/>
          <a:p>
            <a:pPr fontAlgn="auto">
              <a:spcAft>
                <a:spcPts val="0"/>
              </a:spcAft>
              <a:defRPr/>
            </a:pPr>
            <a:r>
              <a:rPr lang="en-US" sz="6000" dirty="0">
                <a:solidFill>
                  <a:schemeClr val="tx2">
                    <a:lumMod val="50000"/>
                    <a:lumOff val="50000"/>
                  </a:schemeClr>
                </a:solidFill>
                <a:effectLst>
                  <a:outerShdw blurRad="38100" dist="38100" dir="2700000" algn="tl">
                    <a:srgbClr val="000000">
                      <a:alpha val="43137"/>
                    </a:srgbClr>
                  </a:outerShdw>
                </a:effectLst>
              </a:rPr>
              <a:t>Integer Division</a:t>
            </a:r>
            <a:endParaRPr lang="en-US" sz="6000" b="1" dirty="0">
              <a:solidFill>
                <a:schemeClr val="tx2">
                  <a:lumMod val="50000"/>
                  <a:lumOff val="50000"/>
                </a:schemeClr>
              </a:solidFill>
              <a:effectLst>
                <a:outerShdw blurRad="38100" dist="38100" dir="2700000" algn="tl">
                  <a:srgbClr val="000000">
                    <a:alpha val="43137"/>
                  </a:srgbClr>
                </a:outerShdw>
              </a:effectLst>
            </a:endParaRPr>
          </a:p>
        </p:txBody>
      </p:sp>
      <p:sp>
        <p:nvSpPr>
          <p:cNvPr id="3" name="TextBox 2"/>
          <p:cNvSpPr txBox="1"/>
          <p:nvPr/>
        </p:nvSpPr>
        <p:spPr>
          <a:xfrm>
            <a:off x="2432608" y="3505200"/>
            <a:ext cx="6558992" cy="923330"/>
          </a:xfrm>
          <a:prstGeom prst="rect">
            <a:avLst/>
          </a:prstGeom>
          <a:noFill/>
        </p:spPr>
        <p:txBody>
          <a:bodyPr wrap="square" rtlCol="0">
            <a:spAutoFit/>
          </a:bodyPr>
          <a:lstStyle/>
          <a:p>
            <a:endParaRPr lang="en-US" b="1">
              <a:solidFill>
                <a:srgbClr val="002060"/>
              </a:solidFill>
              <a:latin typeface="Times New Roman" panose="02020603050405020304" pitchFamily="18" charset="0"/>
              <a:cs typeface="Times New Roman" panose="02020603050405020304" pitchFamily="18" charset="0"/>
            </a:endParaRPr>
          </a:p>
          <a:p>
            <a:r>
              <a:rPr lang="en-US" altLang="en-US" b="1">
                <a:solidFill>
                  <a:srgbClr val="002060"/>
                </a:solidFill>
                <a:latin typeface="Times New Roman" panose="02020603050405020304" pitchFamily="18" charset="0"/>
                <a:cs typeface="Times New Roman" panose="02020603050405020304" pitchFamily="18" charset="0"/>
              </a:rPr>
              <a:t>  Restoring Division Algorithm</a:t>
            </a:r>
            <a:endParaRPr lang="en-US" b="1">
              <a:solidFill>
                <a:srgbClr val="002060"/>
              </a:solidFill>
              <a:latin typeface="Times New Roman" panose="02020603050405020304" pitchFamily="18" charset="0"/>
              <a:cs typeface="Times New Roman" panose="02020603050405020304" pitchFamily="18" charset="0"/>
            </a:endParaRPr>
          </a:p>
          <a:p>
            <a:pPr marL="342900" indent="-342900">
              <a:buAutoNum type="arabicPeriod"/>
            </a:pPr>
            <a:endParaRPr lang="en-US"/>
          </a:p>
        </p:txBody>
      </p:sp>
    </p:spTree>
    <p:extLst>
      <p:ext uri="{BB962C8B-B14F-4D97-AF65-F5344CB8AC3E}">
        <p14:creationId xmlns:p14="http://schemas.microsoft.com/office/powerpoint/2010/main" val="19396350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p:cNvSpPr>
            <a:spLocks noGrp="1" noChangeArrowheads="1"/>
          </p:cNvSpPr>
          <p:nvPr>
            <p:ph type="title"/>
          </p:nvPr>
        </p:nvSpPr>
        <p:spPr>
          <a:xfrm>
            <a:off x="457200" y="457200"/>
            <a:ext cx="8229600" cy="1143000"/>
          </a:xfrm>
        </p:spPr>
        <p:txBody>
          <a:bodyPr/>
          <a:lstStyle/>
          <a:p>
            <a:r>
              <a:rPr lang="en-US" altLang="zh-CN" b="1"/>
              <a:t>Manual Division</a:t>
            </a:r>
          </a:p>
        </p:txBody>
      </p:sp>
      <p:sp>
        <p:nvSpPr>
          <p:cNvPr id="105474" name="Rectangle 3"/>
          <p:cNvSpPr>
            <a:spLocks noChangeArrowheads="1"/>
          </p:cNvSpPr>
          <p:nvPr/>
        </p:nvSpPr>
        <p:spPr bwMode="auto">
          <a:xfrm>
            <a:off x="2157413" y="5689600"/>
            <a:ext cx="33797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a:r>
              <a:rPr lang="en-US" altLang="zh-CN" sz="2000">
                <a:solidFill>
                  <a:srgbClr val="000000"/>
                </a:solidFill>
                <a:latin typeface="Nimbus Roman No9 L"/>
                <a:ea typeface="SimSun" panose="02010600030101010101" pitchFamily="2" charset="-122"/>
              </a:rPr>
              <a:t> Longhand division examples.</a:t>
            </a:r>
            <a:endParaRPr lang="en-US" altLang="zh-CN" sz="2000">
              <a:latin typeface="Times New Roman" panose="02020603050405020304" pitchFamily="18" charset="0"/>
              <a:ea typeface="SimSun" panose="02010600030101010101" pitchFamily="2" charset="-122"/>
            </a:endParaRPr>
          </a:p>
        </p:txBody>
      </p:sp>
      <p:sp>
        <p:nvSpPr>
          <p:cNvPr id="105475" name="Line 4"/>
          <p:cNvSpPr>
            <a:spLocks noChangeShapeType="1"/>
          </p:cNvSpPr>
          <p:nvPr/>
        </p:nvSpPr>
        <p:spPr bwMode="auto">
          <a:xfrm flipH="1">
            <a:off x="5530850" y="2884488"/>
            <a:ext cx="849313" cy="1587"/>
          </a:xfrm>
          <a:prstGeom prst="line">
            <a:avLst/>
          </a:prstGeom>
          <a:noFill/>
          <a:ln w="333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476" name="Rectangle 5"/>
          <p:cNvSpPr>
            <a:spLocks noChangeArrowheads="1"/>
          </p:cNvSpPr>
          <p:nvPr/>
        </p:nvSpPr>
        <p:spPr bwMode="auto">
          <a:xfrm>
            <a:off x="5694363" y="2493963"/>
            <a:ext cx="6477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US" altLang="zh-CN" sz="2300">
                <a:solidFill>
                  <a:srgbClr val="000000"/>
                </a:solidFill>
                <a:latin typeface="Nimbus Roman No9 L"/>
                <a:ea typeface="SimSun" panose="02010600030101010101" pitchFamily="2" charset="-122"/>
              </a:rPr>
              <a:t>1101</a:t>
            </a:r>
            <a:endParaRPr lang="en-US" altLang="zh-CN" sz="2400">
              <a:latin typeface="Times New Roman" panose="02020603050405020304" pitchFamily="18" charset="0"/>
              <a:ea typeface="SimSun" panose="02010600030101010101" pitchFamily="2" charset="-122"/>
            </a:endParaRPr>
          </a:p>
        </p:txBody>
      </p:sp>
      <p:sp>
        <p:nvSpPr>
          <p:cNvPr id="105477" name="Rectangle 6"/>
          <p:cNvSpPr>
            <a:spLocks noChangeArrowheads="1"/>
          </p:cNvSpPr>
          <p:nvPr/>
        </p:nvSpPr>
        <p:spPr bwMode="auto">
          <a:xfrm>
            <a:off x="2560638" y="3733800"/>
            <a:ext cx="16192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US" altLang="zh-CN" sz="2300">
                <a:solidFill>
                  <a:srgbClr val="000000"/>
                </a:solidFill>
                <a:latin typeface="Nimbus Roman No9 L"/>
                <a:ea typeface="SimSun" panose="02010600030101010101" pitchFamily="2" charset="-122"/>
              </a:rPr>
              <a:t>1</a:t>
            </a:r>
            <a:endParaRPr lang="en-US" altLang="zh-CN" sz="2400">
              <a:latin typeface="Times New Roman" panose="02020603050405020304" pitchFamily="18" charset="0"/>
              <a:ea typeface="SimSun" panose="02010600030101010101" pitchFamily="2" charset="-122"/>
            </a:endParaRPr>
          </a:p>
        </p:txBody>
      </p:sp>
      <p:sp>
        <p:nvSpPr>
          <p:cNvPr id="105478" name="Line 7"/>
          <p:cNvSpPr>
            <a:spLocks noChangeShapeType="1"/>
          </p:cNvSpPr>
          <p:nvPr/>
        </p:nvSpPr>
        <p:spPr bwMode="auto">
          <a:xfrm flipH="1">
            <a:off x="2298700" y="3702050"/>
            <a:ext cx="522288" cy="1588"/>
          </a:xfrm>
          <a:prstGeom prst="line">
            <a:avLst/>
          </a:prstGeom>
          <a:noFill/>
          <a:ln w="333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479" name="Rectangle 8"/>
          <p:cNvSpPr>
            <a:spLocks noChangeArrowheads="1"/>
          </p:cNvSpPr>
          <p:nvPr/>
        </p:nvSpPr>
        <p:spPr bwMode="auto">
          <a:xfrm>
            <a:off x="2397125" y="3309938"/>
            <a:ext cx="32385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US" altLang="zh-CN" sz="2300">
                <a:solidFill>
                  <a:srgbClr val="000000"/>
                </a:solidFill>
                <a:latin typeface="Nimbus Roman No9 L"/>
                <a:ea typeface="SimSun" panose="02010600030101010101" pitchFamily="2" charset="-122"/>
              </a:rPr>
              <a:t>13</a:t>
            </a:r>
            <a:endParaRPr lang="en-US" altLang="zh-CN" sz="2400">
              <a:latin typeface="Times New Roman" panose="02020603050405020304" pitchFamily="18" charset="0"/>
              <a:ea typeface="SimSun" panose="02010600030101010101" pitchFamily="2" charset="-122"/>
            </a:endParaRPr>
          </a:p>
        </p:txBody>
      </p:sp>
      <p:sp>
        <p:nvSpPr>
          <p:cNvPr id="105480" name="Rectangle 9"/>
          <p:cNvSpPr>
            <a:spLocks noChangeArrowheads="1"/>
          </p:cNvSpPr>
          <p:nvPr/>
        </p:nvSpPr>
        <p:spPr bwMode="auto">
          <a:xfrm>
            <a:off x="2397125" y="2951163"/>
            <a:ext cx="32385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US" altLang="zh-CN" sz="2300">
                <a:solidFill>
                  <a:srgbClr val="000000"/>
                </a:solidFill>
                <a:latin typeface="Nimbus Roman No9 L"/>
                <a:ea typeface="SimSun" panose="02010600030101010101" pitchFamily="2" charset="-122"/>
              </a:rPr>
              <a:t>14</a:t>
            </a:r>
            <a:endParaRPr lang="en-US" altLang="zh-CN" sz="2400">
              <a:latin typeface="Times New Roman" panose="02020603050405020304" pitchFamily="18" charset="0"/>
              <a:ea typeface="SimSun" panose="02010600030101010101" pitchFamily="2" charset="-122"/>
            </a:endParaRPr>
          </a:p>
        </p:txBody>
      </p:sp>
      <p:sp>
        <p:nvSpPr>
          <p:cNvPr id="105481" name="Line 10"/>
          <p:cNvSpPr>
            <a:spLocks noChangeShapeType="1"/>
          </p:cNvSpPr>
          <p:nvPr/>
        </p:nvSpPr>
        <p:spPr bwMode="auto">
          <a:xfrm flipH="1">
            <a:off x="2135188" y="2884488"/>
            <a:ext cx="555625" cy="1587"/>
          </a:xfrm>
          <a:prstGeom prst="line">
            <a:avLst/>
          </a:prstGeom>
          <a:noFill/>
          <a:ln w="333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482" name="Rectangle 11"/>
          <p:cNvSpPr>
            <a:spLocks noChangeArrowheads="1"/>
          </p:cNvSpPr>
          <p:nvPr/>
        </p:nvSpPr>
        <p:spPr bwMode="auto">
          <a:xfrm>
            <a:off x="2265363" y="2493963"/>
            <a:ext cx="32385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US" altLang="zh-CN" sz="2300">
                <a:solidFill>
                  <a:srgbClr val="000000"/>
                </a:solidFill>
                <a:latin typeface="Nimbus Roman No9 L"/>
                <a:ea typeface="SimSun" panose="02010600030101010101" pitchFamily="2" charset="-122"/>
              </a:rPr>
              <a:t>26</a:t>
            </a:r>
            <a:endParaRPr lang="en-US" altLang="zh-CN" sz="2400">
              <a:latin typeface="Times New Roman" panose="02020603050405020304" pitchFamily="18" charset="0"/>
              <a:ea typeface="SimSun" panose="02010600030101010101" pitchFamily="2" charset="-122"/>
            </a:endParaRPr>
          </a:p>
        </p:txBody>
      </p:sp>
      <p:sp>
        <p:nvSpPr>
          <p:cNvPr id="105483" name="Rectangle 12"/>
          <p:cNvSpPr>
            <a:spLocks noChangeArrowheads="1"/>
          </p:cNvSpPr>
          <p:nvPr/>
        </p:nvSpPr>
        <p:spPr bwMode="auto">
          <a:xfrm>
            <a:off x="2397125" y="1709738"/>
            <a:ext cx="32385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US" altLang="zh-CN" sz="2300">
                <a:solidFill>
                  <a:srgbClr val="000000"/>
                </a:solidFill>
                <a:latin typeface="Nimbus Roman No9 L"/>
                <a:ea typeface="SimSun" panose="02010600030101010101" pitchFamily="2" charset="-122"/>
              </a:rPr>
              <a:t>21</a:t>
            </a:r>
            <a:endParaRPr lang="en-US" altLang="zh-CN" sz="2400">
              <a:latin typeface="Times New Roman" panose="02020603050405020304" pitchFamily="18" charset="0"/>
              <a:ea typeface="SimSun" panose="02010600030101010101" pitchFamily="2" charset="-122"/>
            </a:endParaRPr>
          </a:p>
        </p:txBody>
      </p:sp>
      <p:sp>
        <p:nvSpPr>
          <p:cNvPr id="105484" name="Rectangle 13"/>
          <p:cNvSpPr>
            <a:spLocks noChangeArrowheads="1"/>
          </p:cNvSpPr>
          <p:nvPr/>
        </p:nvSpPr>
        <p:spPr bwMode="auto">
          <a:xfrm>
            <a:off x="2265363" y="2133600"/>
            <a:ext cx="48577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US" altLang="zh-CN" sz="2300">
                <a:solidFill>
                  <a:srgbClr val="000000"/>
                </a:solidFill>
                <a:latin typeface="Nimbus Roman No9 L"/>
                <a:ea typeface="SimSun" panose="02010600030101010101" pitchFamily="2" charset="-122"/>
              </a:rPr>
              <a:t>274</a:t>
            </a:r>
            <a:endParaRPr lang="en-US" altLang="zh-CN" sz="2400">
              <a:latin typeface="Times New Roman" panose="02020603050405020304" pitchFamily="18" charset="0"/>
              <a:ea typeface="SimSun" panose="02010600030101010101" pitchFamily="2" charset="-122"/>
            </a:endParaRPr>
          </a:p>
        </p:txBody>
      </p:sp>
      <p:sp>
        <p:nvSpPr>
          <p:cNvPr id="105485" name="Rectangle 14"/>
          <p:cNvSpPr>
            <a:spLocks noChangeArrowheads="1"/>
          </p:cNvSpPr>
          <p:nvPr/>
        </p:nvSpPr>
        <p:spPr bwMode="auto">
          <a:xfrm>
            <a:off x="5562600" y="2133600"/>
            <a:ext cx="145732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US" altLang="zh-CN" sz="2300">
                <a:solidFill>
                  <a:srgbClr val="000000"/>
                </a:solidFill>
                <a:latin typeface="Nimbus Roman No9 L"/>
                <a:ea typeface="SimSun" panose="02010600030101010101" pitchFamily="2" charset="-122"/>
              </a:rPr>
              <a:t>100010010</a:t>
            </a:r>
            <a:endParaRPr lang="en-US" altLang="zh-CN" sz="2400">
              <a:latin typeface="Times New Roman" panose="02020603050405020304" pitchFamily="18" charset="0"/>
              <a:ea typeface="SimSun" panose="02010600030101010101" pitchFamily="2" charset="-122"/>
            </a:endParaRPr>
          </a:p>
        </p:txBody>
      </p:sp>
      <p:sp>
        <p:nvSpPr>
          <p:cNvPr id="105486" name="Rectangle 15"/>
          <p:cNvSpPr>
            <a:spLocks noChangeArrowheads="1"/>
          </p:cNvSpPr>
          <p:nvPr/>
        </p:nvSpPr>
        <p:spPr bwMode="auto">
          <a:xfrm>
            <a:off x="6151563" y="1709738"/>
            <a:ext cx="809625"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US" altLang="zh-CN" sz="2300">
                <a:solidFill>
                  <a:srgbClr val="000000"/>
                </a:solidFill>
                <a:latin typeface="Nimbus Roman No9 L"/>
                <a:ea typeface="SimSun" panose="02010600030101010101" pitchFamily="2" charset="-122"/>
              </a:rPr>
              <a:t>10101</a:t>
            </a:r>
            <a:endParaRPr lang="en-US" altLang="zh-CN" sz="2400">
              <a:latin typeface="Times New Roman" panose="02020603050405020304" pitchFamily="18" charset="0"/>
              <a:ea typeface="SimSun" panose="02010600030101010101" pitchFamily="2" charset="-122"/>
            </a:endParaRPr>
          </a:p>
        </p:txBody>
      </p:sp>
      <p:sp>
        <p:nvSpPr>
          <p:cNvPr id="105487" name="Line 16"/>
          <p:cNvSpPr>
            <a:spLocks noChangeShapeType="1"/>
          </p:cNvSpPr>
          <p:nvPr/>
        </p:nvSpPr>
        <p:spPr bwMode="auto">
          <a:xfrm flipH="1">
            <a:off x="5759450" y="3702050"/>
            <a:ext cx="914400" cy="1588"/>
          </a:xfrm>
          <a:prstGeom prst="line">
            <a:avLst/>
          </a:prstGeom>
          <a:noFill/>
          <a:ln w="333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488" name="Rectangle 17"/>
          <p:cNvSpPr>
            <a:spLocks noChangeArrowheads="1"/>
          </p:cNvSpPr>
          <p:nvPr/>
        </p:nvSpPr>
        <p:spPr bwMode="auto">
          <a:xfrm>
            <a:off x="5988050" y="3309938"/>
            <a:ext cx="6477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US" altLang="zh-CN" sz="2300">
                <a:solidFill>
                  <a:srgbClr val="000000"/>
                </a:solidFill>
                <a:latin typeface="Nimbus Roman No9 L"/>
                <a:ea typeface="SimSun" panose="02010600030101010101" pitchFamily="2" charset="-122"/>
              </a:rPr>
              <a:t>1101</a:t>
            </a:r>
            <a:endParaRPr lang="en-US" altLang="zh-CN" sz="2400">
              <a:latin typeface="Times New Roman" panose="02020603050405020304" pitchFamily="18" charset="0"/>
              <a:ea typeface="SimSun" panose="02010600030101010101" pitchFamily="2" charset="-122"/>
            </a:endParaRPr>
          </a:p>
        </p:txBody>
      </p:sp>
      <p:sp>
        <p:nvSpPr>
          <p:cNvPr id="105489" name="Rectangle 18"/>
          <p:cNvSpPr>
            <a:spLocks noChangeArrowheads="1"/>
          </p:cNvSpPr>
          <p:nvPr/>
        </p:nvSpPr>
        <p:spPr bwMode="auto">
          <a:xfrm>
            <a:off x="6738938" y="4518025"/>
            <a:ext cx="16192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US" altLang="zh-CN" sz="2300">
                <a:solidFill>
                  <a:srgbClr val="000000"/>
                </a:solidFill>
                <a:latin typeface="Nimbus Roman No9 L"/>
                <a:ea typeface="SimSun" panose="02010600030101010101" pitchFamily="2" charset="-122"/>
              </a:rPr>
              <a:t>1</a:t>
            </a:r>
            <a:endParaRPr lang="en-US" altLang="zh-CN" sz="2400">
              <a:latin typeface="Times New Roman" panose="02020603050405020304" pitchFamily="18" charset="0"/>
              <a:ea typeface="SimSun" panose="02010600030101010101" pitchFamily="2" charset="-122"/>
            </a:endParaRPr>
          </a:p>
        </p:txBody>
      </p:sp>
      <p:sp>
        <p:nvSpPr>
          <p:cNvPr id="105490" name="Rectangle 19"/>
          <p:cNvSpPr>
            <a:spLocks noChangeArrowheads="1"/>
          </p:cNvSpPr>
          <p:nvPr/>
        </p:nvSpPr>
        <p:spPr bwMode="auto">
          <a:xfrm>
            <a:off x="6281738" y="3733800"/>
            <a:ext cx="6477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US" altLang="zh-CN" sz="2300">
                <a:solidFill>
                  <a:srgbClr val="000000"/>
                </a:solidFill>
                <a:latin typeface="Nimbus Roman No9 L"/>
                <a:ea typeface="SimSun" panose="02010600030101010101" pitchFamily="2" charset="-122"/>
              </a:rPr>
              <a:t>1110</a:t>
            </a:r>
            <a:endParaRPr lang="en-US" altLang="zh-CN" sz="2400">
              <a:latin typeface="Times New Roman" panose="02020603050405020304" pitchFamily="18" charset="0"/>
              <a:ea typeface="SimSun" panose="02010600030101010101" pitchFamily="2" charset="-122"/>
            </a:endParaRPr>
          </a:p>
        </p:txBody>
      </p:sp>
      <p:sp>
        <p:nvSpPr>
          <p:cNvPr id="105491" name="Rectangle 20"/>
          <p:cNvSpPr>
            <a:spLocks noChangeArrowheads="1"/>
          </p:cNvSpPr>
          <p:nvPr/>
        </p:nvSpPr>
        <p:spPr bwMode="auto">
          <a:xfrm>
            <a:off x="6281738" y="4094163"/>
            <a:ext cx="6477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US" altLang="zh-CN" sz="2300">
                <a:solidFill>
                  <a:srgbClr val="000000"/>
                </a:solidFill>
                <a:latin typeface="Nimbus Roman No9 L"/>
                <a:ea typeface="SimSun" panose="02010600030101010101" pitchFamily="2" charset="-122"/>
              </a:rPr>
              <a:t>1101</a:t>
            </a:r>
            <a:endParaRPr lang="en-US" altLang="zh-CN" sz="2400">
              <a:latin typeface="Times New Roman" panose="02020603050405020304" pitchFamily="18" charset="0"/>
              <a:ea typeface="SimSun" panose="02010600030101010101" pitchFamily="2" charset="-122"/>
            </a:endParaRPr>
          </a:p>
        </p:txBody>
      </p:sp>
      <p:sp>
        <p:nvSpPr>
          <p:cNvPr id="105492" name="Line 21"/>
          <p:cNvSpPr>
            <a:spLocks noChangeShapeType="1"/>
          </p:cNvSpPr>
          <p:nvPr/>
        </p:nvSpPr>
        <p:spPr bwMode="auto">
          <a:xfrm flipH="1">
            <a:off x="6183313" y="4484688"/>
            <a:ext cx="815975" cy="1587"/>
          </a:xfrm>
          <a:prstGeom prst="line">
            <a:avLst/>
          </a:prstGeom>
          <a:noFill/>
          <a:ln w="333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493" name="Rectangle 22"/>
          <p:cNvSpPr>
            <a:spLocks noChangeArrowheads="1"/>
          </p:cNvSpPr>
          <p:nvPr/>
        </p:nvSpPr>
        <p:spPr bwMode="auto">
          <a:xfrm>
            <a:off x="5857875" y="2951163"/>
            <a:ext cx="809625"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US" altLang="zh-CN" sz="2300">
                <a:solidFill>
                  <a:srgbClr val="000000"/>
                </a:solidFill>
                <a:latin typeface="Nimbus Roman No9 L"/>
                <a:ea typeface="SimSun" panose="02010600030101010101" pitchFamily="2" charset="-122"/>
              </a:rPr>
              <a:t>10000</a:t>
            </a:r>
            <a:endParaRPr lang="en-US" altLang="zh-CN" sz="2400">
              <a:latin typeface="Times New Roman" panose="02020603050405020304" pitchFamily="18" charset="0"/>
              <a:ea typeface="SimSun" panose="02010600030101010101" pitchFamily="2" charset="-122"/>
            </a:endParaRPr>
          </a:p>
        </p:txBody>
      </p:sp>
      <p:grpSp>
        <p:nvGrpSpPr>
          <p:cNvPr id="105494" name="Group 23"/>
          <p:cNvGrpSpPr>
            <a:grpSpLocks/>
          </p:cNvGrpSpPr>
          <p:nvPr/>
        </p:nvGrpSpPr>
        <p:grpSpPr bwMode="auto">
          <a:xfrm>
            <a:off x="1635125" y="1795463"/>
            <a:ext cx="490538" cy="1066800"/>
            <a:chOff x="1148" y="891"/>
            <a:chExt cx="309" cy="672"/>
          </a:xfrm>
        </p:grpSpPr>
        <p:sp>
          <p:nvSpPr>
            <p:cNvPr id="105501" name="Rectangle 24"/>
            <p:cNvSpPr>
              <a:spLocks noChangeArrowheads="1"/>
            </p:cNvSpPr>
            <p:nvPr/>
          </p:nvSpPr>
          <p:spPr bwMode="auto">
            <a:xfrm>
              <a:off x="1316" y="1063"/>
              <a:ext cx="103" cy="288"/>
            </a:xfrm>
            <a:prstGeom prst="rect">
              <a:avLst/>
            </a:prstGeom>
            <a:solidFill>
              <a:srgbClr val="FFFFFF"/>
            </a:solidFill>
            <a:ln w="0">
              <a:solidFill>
                <a:srgbClr val="FFFFFF"/>
              </a:solidFill>
              <a:miter lim="800000"/>
              <a:headEnd/>
              <a:tailEnd/>
            </a:ln>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a:p>
          </p:txBody>
        </p:sp>
        <p:sp>
          <p:nvSpPr>
            <p:cNvPr id="105502" name="Oval 25"/>
            <p:cNvSpPr>
              <a:spLocks noChangeArrowheads="1"/>
            </p:cNvSpPr>
            <p:nvPr/>
          </p:nvSpPr>
          <p:spPr bwMode="auto">
            <a:xfrm>
              <a:off x="1313" y="1101"/>
              <a:ext cx="144" cy="229"/>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a:p>
          </p:txBody>
        </p:sp>
        <p:sp>
          <p:nvSpPr>
            <p:cNvPr id="105503" name="Rectangle 26"/>
            <p:cNvSpPr>
              <a:spLocks noChangeArrowheads="1"/>
            </p:cNvSpPr>
            <p:nvPr/>
          </p:nvSpPr>
          <p:spPr bwMode="auto">
            <a:xfrm>
              <a:off x="1148" y="891"/>
              <a:ext cx="251" cy="67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zh-CN" altLang="en-US" sz="2300">
                <a:solidFill>
                  <a:srgbClr val="000000"/>
                </a:solidFill>
                <a:latin typeface="Nimbus Roman No9 L"/>
                <a:ea typeface="SimSun" panose="02010600030101010101" pitchFamily="2" charset="-122"/>
              </a:endParaRPr>
            </a:p>
            <a:p>
              <a:r>
                <a:rPr lang="en-US" altLang="zh-CN" sz="2300">
                  <a:solidFill>
                    <a:srgbClr val="000000"/>
                  </a:solidFill>
                  <a:latin typeface="Nimbus Roman No9 L"/>
                  <a:ea typeface="SimSun" panose="02010600030101010101" pitchFamily="2" charset="-122"/>
                </a:rPr>
                <a:t>13</a:t>
              </a:r>
            </a:p>
            <a:p>
              <a:endParaRPr lang="zh-CN" altLang="en-US" sz="2400">
                <a:latin typeface="Times New Roman" panose="02020603050405020304" pitchFamily="18" charset="0"/>
                <a:ea typeface="SimSun" panose="02010600030101010101" pitchFamily="2" charset="-122"/>
              </a:endParaRPr>
            </a:p>
          </p:txBody>
        </p:sp>
      </p:grpSp>
      <p:grpSp>
        <p:nvGrpSpPr>
          <p:cNvPr id="105495" name="Group 27"/>
          <p:cNvGrpSpPr>
            <a:grpSpLocks/>
          </p:cNvGrpSpPr>
          <p:nvPr/>
        </p:nvGrpSpPr>
        <p:grpSpPr bwMode="auto">
          <a:xfrm>
            <a:off x="4527550" y="1790700"/>
            <a:ext cx="974725" cy="1066800"/>
            <a:chOff x="2091" y="725"/>
            <a:chExt cx="614" cy="672"/>
          </a:xfrm>
        </p:grpSpPr>
        <p:sp>
          <p:nvSpPr>
            <p:cNvPr id="105498" name="Rectangle 28"/>
            <p:cNvSpPr>
              <a:spLocks noChangeArrowheads="1"/>
            </p:cNvSpPr>
            <p:nvPr/>
          </p:nvSpPr>
          <p:spPr bwMode="auto">
            <a:xfrm>
              <a:off x="2564" y="897"/>
              <a:ext cx="103" cy="288"/>
            </a:xfrm>
            <a:prstGeom prst="rect">
              <a:avLst/>
            </a:prstGeom>
            <a:solidFill>
              <a:srgbClr val="FFFFFF"/>
            </a:solidFill>
            <a:ln w="0">
              <a:solidFill>
                <a:srgbClr val="FFFFFF"/>
              </a:solidFill>
              <a:miter lim="800000"/>
              <a:headEnd/>
              <a:tailEnd/>
            </a:ln>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a:p>
          </p:txBody>
        </p:sp>
        <p:sp>
          <p:nvSpPr>
            <p:cNvPr id="105499" name="Oval 29"/>
            <p:cNvSpPr>
              <a:spLocks noChangeArrowheads="1"/>
            </p:cNvSpPr>
            <p:nvPr/>
          </p:nvSpPr>
          <p:spPr bwMode="auto">
            <a:xfrm>
              <a:off x="2561" y="935"/>
              <a:ext cx="144" cy="229"/>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a:p>
          </p:txBody>
        </p:sp>
        <p:sp>
          <p:nvSpPr>
            <p:cNvPr id="105500" name="Rectangle 30"/>
            <p:cNvSpPr>
              <a:spLocks noChangeArrowheads="1"/>
            </p:cNvSpPr>
            <p:nvPr/>
          </p:nvSpPr>
          <p:spPr bwMode="auto">
            <a:xfrm>
              <a:off x="2091" y="725"/>
              <a:ext cx="556" cy="67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zh-CN" altLang="en-US" sz="2300">
                <a:solidFill>
                  <a:srgbClr val="000000"/>
                </a:solidFill>
                <a:latin typeface="Nimbus Roman No9 L"/>
                <a:ea typeface="SimSun" panose="02010600030101010101" pitchFamily="2" charset="-122"/>
              </a:endParaRPr>
            </a:p>
            <a:p>
              <a:r>
                <a:rPr lang="zh-CN" altLang="en-US" sz="2300">
                  <a:solidFill>
                    <a:srgbClr val="000000"/>
                  </a:solidFill>
                  <a:latin typeface="Nimbus Roman No9 L"/>
                  <a:ea typeface="SimSun" panose="02010600030101010101" pitchFamily="2" charset="-122"/>
                </a:rPr>
                <a:t>  </a:t>
              </a:r>
              <a:r>
                <a:rPr lang="en-US" altLang="zh-CN" sz="2300">
                  <a:solidFill>
                    <a:srgbClr val="000000"/>
                  </a:solidFill>
                  <a:latin typeface="Nimbus Roman No9 L"/>
                  <a:ea typeface="SimSun" panose="02010600030101010101" pitchFamily="2" charset="-122"/>
                </a:rPr>
                <a:t>1101</a:t>
              </a:r>
            </a:p>
            <a:p>
              <a:endParaRPr lang="zh-CN" altLang="en-US" sz="2400">
                <a:latin typeface="Times New Roman" panose="02020603050405020304" pitchFamily="18" charset="0"/>
                <a:ea typeface="SimSun" panose="02010600030101010101" pitchFamily="2" charset="-122"/>
              </a:endParaRPr>
            </a:p>
          </p:txBody>
        </p:sp>
      </p:grpSp>
      <p:sp>
        <p:nvSpPr>
          <p:cNvPr id="105496" name="Line 31"/>
          <p:cNvSpPr>
            <a:spLocks noChangeShapeType="1"/>
          </p:cNvSpPr>
          <p:nvPr/>
        </p:nvSpPr>
        <p:spPr bwMode="auto">
          <a:xfrm flipH="1">
            <a:off x="5400675" y="2133600"/>
            <a:ext cx="1762125" cy="1588"/>
          </a:xfrm>
          <a:prstGeom prst="line">
            <a:avLst/>
          </a:prstGeom>
          <a:noFill/>
          <a:ln w="333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497" name="Line 32"/>
          <p:cNvSpPr>
            <a:spLocks noChangeShapeType="1"/>
          </p:cNvSpPr>
          <p:nvPr/>
        </p:nvSpPr>
        <p:spPr bwMode="auto">
          <a:xfrm flipH="1">
            <a:off x="2022475" y="2133600"/>
            <a:ext cx="700088" cy="1588"/>
          </a:xfrm>
          <a:prstGeom prst="line">
            <a:avLst/>
          </a:prstGeom>
          <a:noFill/>
          <a:ln w="333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Tree>
    <p:extLst>
      <p:ext uri="{BB962C8B-B14F-4D97-AF65-F5344CB8AC3E}">
        <p14:creationId xmlns:p14="http://schemas.microsoft.com/office/powerpoint/2010/main" val="15084413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p:cNvSpPr>
            <a:spLocks noGrp="1" noChangeArrowheads="1"/>
          </p:cNvSpPr>
          <p:nvPr>
            <p:ph type="title"/>
          </p:nvPr>
        </p:nvSpPr>
        <p:spPr/>
        <p:txBody>
          <a:bodyPr/>
          <a:lstStyle/>
          <a:p>
            <a:r>
              <a:rPr lang="en-US" altLang="zh-CN" b="1"/>
              <a:t>Longhand Division Steps</a:t>
            </a:r>
          </a:p>
        </p:txBody>
      </p:sp>
      <p:sp>
        <p:nvSpPr>
          <p:cNvPr id="107522" name="Rectangle 3"/>
          <p:cNvSpPr>
            <a:spLocks noGrp="1" noChangeArrowheads="1"/>
          </p:cNvSpPr>
          <p:nvPr>
            <p:ph type="body" idx="1"/>
          </p:nvPr>
        </p:nvSpPr>
        <p:spPr/>
        <p:txBody>
          <a:bodyPr/>
          <a:lstStyle/>
          <a:p>
            <a:r>
              <a:rPr lang="en-US" altLang="zh-CN">
                <a:ea typeface="SimSun" panose="02010600030101010101" pitchFamily="2" charset="-122"/>
              </a:rPr>
              <a:t>Position the divisor appropriately with respect to the dividend and performs a subtraction.</a:t>
            </a:r>
          </a:p>
          <a:p>
            <a:r>
              <a:rPr lang="en-US" altLang="zh-CN">
                <a:ea typeface="SimSun" panose="02010600030101010101" pitchFamily="2" charset="-122"/>
              </a:rPr>
              <a:t>If the remainder is zero or positive, a quotient bit of 1 is determined, the remainder is extended by another bit of the dividend, the divisor is repositioned, and another subtraction is performed.</a:t>
            </a:r>
          </a:p>
          <a:p>
            <a:r>
              <a:rPr lang="en-US" altLang="zh-CN">
                <a:ea typeface="SimSun" panose="02010600030101010101" pitchFamily="2" charset="-122"/>
              </a:rPr>
              <a:t>If the remainder is negative, a quotient bit of 0 is determined, the dividend is restored by adding back the divisor, and the divisor is repositioned for another subtraction.</a:t>
            </a:r>
          </a:p>
        </p:txBody>
      </p:sp>
    </p:spTree>
    <p:extLst>
      <p:ext uri="{BB962C8B-B14F-4D97-AF65-F5344CB8AC3E}">
        <p14:creationId xmlns:p14="http://schemas.microsoft.com/office/powerpoint/2010/main" val="29239262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457200" y="304800"/>
            <a:ext cx="5854167" cy="372603"/>
          </a:xfrm>
        </p:spPr>
        <p:txBody>
          <a:bodyPr/>
          <a:lstStyle/>
          <a:p>
            <a:r>
              <a:rPr lang="en-US" altLang="zh-CN" b="1" u="sng">
                <a:solidFill>
                  <a:srgbClr val="002060"/>
                </a:solidFill>
                <a:cs typeface="SimSun" panose="02010600030101010101" pitchFamily="2" charset="-122"/>
              </a:rPr>
              <a:t>Circuit Arrangement for binary division</a:t>
            </a:r>
          </a:p>
        </p:txBody>
      </p:sp>
      <p:sp>
        <p:nvSpPr>
          <p:cNvPr id="67588" name="Rectangle 3"/>
          <p:cNvSpPr>
            <a:spLocks noChangeArrowheads="1"/>
          </p:cNvSpPr>
          <p:nvPr/>
        </p:nvSpPr>
        <p:spPr bwMode="auto">
          <a:xfrm>
            <a:off x="5372100" y="2374900"/>
            <a:ext cx="32861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en-US" sz="1600" b="1" i="1">
                <a:solidFill>
                  <a:srgbClr val="000000"/>
                </a:solidFill>
                <a:latin typeface="Nimbus Roman No9 L"/>
              </a:rPr>
              <a:t>q</a:t>
            </a:r>
            <a:r>
              <a:rPr lang="en-CA" altLang="en-US" sz="1600" b="1" i="1" baseline="-25000">
                <a:solidFill>
                  <a:srgbClr val="000000"/>
                </a:solidFill>
                <a:latin typeface="Nimbus Roman No9 L"/>
              </a:rPr>
              <a:t>n-1</a:t>
            </a:r>
            <a:endParaRPr lang="en-CA" altLang="en-US" sz="1600" b="1" i="1" baseline="-25000">
              <a:latin typeface="Times New Roman" panose="02020603050405020304" pitchFamily="18" charset="0"/>
            </a:endParaRPr>
          </a:p>
        </p:txBody>
      </p:sp>
      <p:sp>
        <p:nvSpPr>
          <p:cNvPr id="67589" name="Rectangle 9"/>
          <p:cNvSpPr>
            <a:spLocks noChangeArrowheads="1"/>
          </p:cNvSpPr>
          <p:nvPr/>
        </p:nvSpPr>
        <p:spPr bwMode="auto">
          <a:xfrm>
            <a:off x="2981325" y="5314950"/>
            <a:ext cx="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CA" altLang="en-US" sz="2400">
              <a:latin typeface="Times New Roman" panose="02020603050405020304" pitchFamily="18" charset="0"/>
            </a:endParaRPr>
          </a:p>
        </p:txBody>
      </p:sp>
      <p:sp>
        <p:nvSpPr>
          <p:cNvPr id="67590" name="Rectangle 12"/>
          <p:cNvSpPr>
            <a:spLocks noChangeArrowheads="1"/>
          </p:cNvSpPr>
          <p:nvPr/>
        </p:nvSpPr>
        <p:spPr bwMode="auto">
          <a:xfrm>
            <a:off x="3027363" y="5681663"/>
            <a:ext cx="92551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en-US" sz="1600" b="1">
                <a:solidFill>
                  <a:srgbClr val="000000"/>
                </a:solidFill>
                <a:latin typeface="Nimbus Roman No9 L"/>
              </a:rPr>
              <a:t>Divisor M</a:t>
            </a:r>
            <a:endParaRPr lang="en-CA" altLang="en-US" sz="1600" b="1">
              <a:latin typeface="Times New Roman" panose="02020603050405020304" pitchFamily="18" charset="0"/>
            </a:endParaRPr>
          </a:p>
        </p:txBody>
      </p:sp>
      <p:sp>
        <p:nvSpPr>
          <p:cNvPr id="67591" name="Line 15"/>
          <p:cNvSpPr>
            <a:spLocks noChangeShapeType="1"/>
          </p:cNvSpPr>
          <p:nvPr/>
        </p:nvSpPr>
        <p:spPr bwMode="auto">
          <a:xfrm flipV="1">
            <a:off x="7994650" y="2125663"/>
            <a:ext cx="420688" cy="146367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2" name="Rectangle 16"/>
          <p:cNvSpPr>
            <a:spLocks noChangeArrowheads="1"/>
          </p:cNvSpPr>
          <p:nvPr/>
        </p:nvSpPr>
        <p:spPr bwMode="auto">
          <a:xfrm>
            <a:off x="6934200" y="4267200"/>
            <a:ext cx="117951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r>
              <a:rPr lang="en-CA" altLang="en-US" b="1">
                <a:solidFill>
                  <a:srgbClr val="000000"/>
                </a:solidFill>
                <a:latin typeface="Nimbus Roman No9 L"/>
              </a:rPr>
              <a:t>Control</a:t>
            </a:r>
          </a:p>
          <a:p>
            <a:pPr algn="ctr"/>
            <a:r>
              <a:rPr lang="en-CA" altLang="en-US" b="1">
                <a:solidFill>
                  <a:srgbClr val="000000"/>
                </a:solidFill>
                <a:latin typeface="Nimbus Roman No9 L"/>
              </a:rPr>
              <a:t>Sequencer</a:t>
            </a:r>
            <a:endParaRPr lang="en-CA" altLang="en-US" b="1">
              <a:latin typeface="Times New Roman" panose="02020603050405020304" pitchFamily="18" charset="0"/>
            </a:endParaRPr>
          </a:p>
        </p:txBody>
      </p:sp>
      <p:sp>
        <p:nvSpPr>
          <p:cNvPr id="67593" name="Rectangle 18"/>
          <p:cNvSpPr>
            <a:spLocks noChangeArrowheads="1"/>
          </p:cNvSpPr>
          <p:nvPr/>
        </p:nvSpPr>
        <p:spPr bwMode="auto">
          <a:xfrm>
            <a:off x="6026150" y="2708275"/>
            <a:ext cx="10842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en-US" sz="1600" b="1">
                <a:solidFill>
                  <a:srgbClr val="000000"/>
                </a:solidFill>
                <a:latin typeface="Nimbus Roman No9 L"/>
              </a:rPr>
              <a:t>Dividend Q</a:t>
            </a:r>
            <a:endParaRPr lang="en-CA" altLang="en-US" sz="1600" b="1">
              <a:latin typeface="Times New Roman" panose="02020603050405020304" pitchFamily="18" charset="0"/>
            </a:endParaRPr>
          </a:p>
        </p:txBody>
      </p:sp>
      <p:sp>
        <p:nvSpPr>
          <p:cNvPr id="142355" name="Line 19"/>
          <p:cNvSpPr>
            <a:spLocks noChangeShapeType="1"/>
          </p:cNvSpPr>
          <p:nvPr/>
        </p:nvSpPr>
        <p:spPr bwMode="auto">
          <a:xfrm flipV="1">
            <a:off x="7151688" y="2374900"/>
            <a:ext cx="1587" cy="333375"/>
          </a:xfrm>
          <a:prstGeom prst="line">
            <a:avLst/>
          </a:prstGeom>
          <a:noFill/>
          <a:ln w="28575">
            <a:solidFill>
              <a:srgbClr val="FF0000"/>
            </a:solidFill>
            <a:round/>
            <a:headEnd/>
            <a:tailEnd/>
          </a:ln>
        </p:spPr>
        <p:txBody>
          <a:bodyPr/>
          <a:lstStyle/>
          <a:p>
            <a:pPr fontAlgn="auto">
              <a:spcBef>
                <a:spcPts val="0"/>
              </a:spcBef>
              <a:spcAft>
                <a:spcPts val="0"/>
              </a:spcAft>
              <a:defRPr/>
            </a:pPr>
            <a:endParaRPr lang="en-US">
              <a:ln>
                <a:solidFill>
                  <a:srgbClr val="FF0000"/>
                </a:solidFill>
              </a:ln>
              <a:latin typeface="+mn-lt"/>
            </a:endParaRPr>
          </a:p>
        </p:txBody>
      </p:sp>
      <p:sp>
        <p:nvSpPr>
          <p:cNvPr id="67595" name="Line 20"/>
          <p:cNvSpPr>
            <a:spLocks noChangeShapeType="1"/>
          </p:cNvSpPr>
          <p:nvPr/>
        </p:nvSpPr>
        <p:spPr bwMode="auto">
          <a:xfrm flipV="1">
            <a:off x="5886450" y="2374900"/>
            <a:ext cx="1588" cy="33337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6" name="Freeform 21"/>
          <p:cNvSpPr>
            <a:spLocks/>
          </p:cNvSpPr>
          <p:nvPr/>
        </p:nvSpPr>
        <p:spPr bwMode="auto">
          <a:xfrm>
            <a:off x="7454900" y="2725738"/>
            <a:ext cx="47625" cy="104775"/>
          </a:xfrm>
          <a:custGeom>
            <a:avLst/>
            <a:gdLst>
              <a:gd name="T0" fmla="*/ 2147483646 w 2"/>
              <a:gd name="T1" fmla="*/ 2147483646 h 6"/>
              <a:gd name="T2" fmla="*/ 2147483646 w 2"/>
              <a:gd name="T3" fmla="*/ 0 h 6"/>
              <a:gd name="T4" fmla="*/ 0 w 2"/>
              <a:gd name="T5" fmla="*/ 2147483646 h 6"/>
              <a:gd name="T6" fmla="*/ 2147483646 w 2"/>
              <a:gd name="T7" fmla="*/ 2147483646 h 6"/>
              <a:gd name="T8" fmla="*/ 2147483646 w 2"/>
              <a:gd name="T9" fmla="*/ 2147483646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2" y="6"/>
                </a:moveTo>
                <a:lnTo>
                  <a:pt x="1" y="0"/>
                </a:lnTo>
                <a:lnTo>
                  <a:pt x="0" y="6"/>
                </a:lnTo>
                <a:lnTo>
                  <a:pt x="1" y="6"/>
                </a:lnTo>
                <a:lnTo>
                  <a:pt x="2" y="6"/>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597" name="Freeform 22"/>
          <p:cNvSpPr>
            <a:spLocks/>
          </p:cNvSpPr>
          <p:nvPr/>
        </p:nvSpPr>
        <p:spPr bwMode="auto">
          <a:xfrm>
            <a:off x="7454900" y="2725738"/>
            <a:ext cx="47625" cy="104775"/>
          </a:xfrm>
          <a:custGeom>
            <a:avLst/>
            <a:gdLst>
              <a:gd name="T0" fmla="*/ 2147483646 w 20"/>
              <a:gd name="T1" fmla="*/ 2147483646 h 60"/>
              <a:gd name="T2" fmla="*/ 2147483646 w 20"/>
              <a:gd name="T3" fmla="*/ 0 h 60"/>
              <a:gd name="T4" fmla="*/ 0 w 20"/>
              <a:gd name="T5" fmla="*/ 2147483646 h 60"/>
              <a:gd name="T6" fmla="*/ 2147483646 w 20"/>
              <a:gd name="T7" fmla="*/ 2147483646 h 60"/>
              <a:gd name="T8" fmla="*/ 2147483646 w 20"/>
              <a:gd name="T9" fmla="*/ 2147483646 h 60"/>
              <a:gd name="T10" fmla="*/ 0 60000 65536"/>
              <a:gd name="T11" fmla="*/ 0 60000 65536"/>
              <a:gd name="T12" fmla="*/ 0 60000 65536"/>
              <a:gd name="T13" fmla="*/ 0 60000 65536"/>
              <a:gd name="T14" fmla="*/ 0 60000 65536"/>
              <a:gd name="T15" fmla="*/ 0 w 20"/>
              <a:gd name="T16" fmla="*/ 0 h 60"/>
              <a:gd name="T17" fmla="*/ 20 w 20"/>
              <a:gd name="T18" fmla="*/ 60 h 60"/>
            </a:gdLst>
            <a:ahLst/>
            <a:cxnLst>
              <a:cxn ang="T10">
                <a:pos x="T0" y="T1"/>
              </a:cxn>
              <a:cxn ang="T11">
                <a:pos x="T2" y="T3"/>
              </a:cxn>
              <a:cxn ang="T12">
                <a:pos x="T4" y="T5"/>
              </a:cxn>
              <a:cxn ang="T13">
                <a:pos x="T6" y="T7"/>
              </a:cxn>
              <a:cxn ang="T14">
                <a:pos x="T8" y="T9"/>
              </a:cxn>
            </a:cxnLst>
            <a:rect l="T15" t="T16" r="T17" b="T18"/>
            <a:pathLst>
              <a:path w="20" h="60">
                <a:moveTo>
                  <a:pt x="20" y="60"/>
                </a:moveTo>
                <a:lnTo>
                  <a:pt x="10" y="0"/>
                </a:lnTo>
                <a:lnTo>
                  <a:pt x="0" y="60"/>
                </a:lnTo>
                <a:lnTo>
                  <a:pt x="10" y="60"/>
                </a:lnTo>
                <a:lnTo>
                  <a:pt x="20" y="60"/>
                </a:lnTo>
                <a:close/>
              </a:path>
            </a:pathLst>
          </a:custGeom>
          <a:solidFill>
            <a:srgbClr val="000000"/>
          </a:solidFill>
          <a:ln w="0">
            <a:solidFill>
              <a:srgbClr val="000000"/>
            </a:solidFill>
            <a:round/>
            <a:headEnd/>
            <a:tailEnd/>
          </a:ln>
        </p:spPr>
        <p:txBody>
          <a:bodyPr/>
          <a:lstStyle/>
          <a:p>
            <a:endParaRPr lang="en-US"/>
          </a:p>
        </p:txBody>
      </p:sp>
      <p:sp>
        <p:nvSpPr>
          <p:cNvPr id="67598" name="Line 23"/>
          <p:cNvSpPr>
            <a:spLocks noChangeShapeType="1"/>
          </p:cNvSpPr>
          <p:nvPr/>
        </p:nvSpPr>
        <p:spPr bwMode="auto">
          <a:xfrm flipV="1">
            <a:off x="7478713" y="2830513"/>
            <a:ext cx="1587" cy="58261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9" name="Freeform 24"/>
          <p:cNvSpPr>
            <a:spLocks/>
          </p:cNvSpPr>
          <p:nvPr/>
        </p:nvSpPr>
        <p:spPr bwMode="auto">
          <a:xfrm>
            <a:off x="4527550" y="2514600"/>
            <a:ext cx="139700" cy="34925"/>
          </a:xfrm>
          <a:custGeom>
            <a:avLst/>
            <a:gdLst>
              <a:gd name="T0" fmla="*/ 2147483646 w 6"/>
              <a:gd name="T1" fmla="*/ 0 h 2"/>
              <a:gd name="T2" fmla="*/ 0 w 6"/>
              <a:gd name="T3" fmla="*/ 2147483646 h 2"/>
              <a:gd name="T4" fmla="*/ 2147483646 w 6"/>
              <a:gd name="T5" fmla="*/ 2147483646 h 2"/>
              <a:gd name="T6" fmla="*/ 2147483646 w 6"/>
              <a:gd name="T7" fmla="*/ 2147483646 h 2"/>
              <a:gd name="T8" fmla="*/ 2147483646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6" y="0"/>
                </a:moveTo>
                <a:lnTo>
                  <a:pt x="0" y="1"/>
                </a:lnTo>
                <a:lnTo>
                  <a:pt x="6" y="2"/>
                </a:lnTo>
                <a:lnTo>
                  <a:pt x="6" y="1"/>
                </a:lnTo>
                <a:lnTo>
                  <a:pt x="6"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00" name="Freeform 25"/>
          <p:cNvSpPr>
            <a:spLocks/>
          </p:cNvSpPr>
          <p:nvPr/>
        </p:nvSpPr>
        <p:spPr bwMode="auto">
          <a:xfrm>
            <a:off x="4527550" y="2514600"/>
            <a:ext cx="139700" cy="34925"/>
          </a:xfrm>
          <a:custGeom>
            <a:avLst/>
            <a:gdLst>
              <a:gd name="T0" fmla="*/ 2147483646 w 60"/>
              <a:gd name="T1" fmla="*/ 0 h 20"/>
              <a:gd name="T2" fmla="*/ 0 w 60"/>
              <a:gd name="T3" fmla="*/ 2147483646 h 20"/>
              <a:gd name="T4" fmla="*/ 2147483646 w 60"/>
              <a:gd name="T5" fmla="*/ 2147483646 h 20"/>
              <a:gd name="T6" fmla="*/ 2147483646 w 60"/>
              <a:gd name="T7" fmla="*/ 2147483646 h 20"/>
              <a:gd name="T8" fmla="*/ 2147483646 w 60"/>
              <a:gd name="T9" fmla="*/ 0 h 20"/>
              <a:gd name="T10" fmla="*/ 0 60000 65536"/>
              <a:gd name="T11" fmla="*/ 0 60000 65536"/>
              <a:gd name="T12" fmla="*/ 0 60000 65536"/>
              <a:gd name="T13" fmla="*/ 0 60000 65536"/>
              <a:gd name="T14" fmla="*/ 0 60000 65536"/>
              <a:gd name="T15" fmla="*/ 0 w 60"/>
              <a:gd name="T16" fmla="*/ 0 h 20"/>
              <a:gd name="T17" fmla="*/ 60 w 60"/>
              <a:gd name="T18" fmla="*/ 20 h 20"/>
            </a:gdLst>
            <a:ahLst/>
            <a:cxnLst>
              <a:cxn ang="T10">
                <a:pos x="T0" y="T1"/>
              </a:cxn>
              <a:cxn ang="T11">
                <a:pos x="T2" y="T3"/>
              </a:cxn>
              <a:cxn ang="T12">
                <a:pos x="T4" y="T5"/>
              </a:cxn>
              <a:cxn ang="T13">
                <a:pos x="T6" y="T7"/>
              </a:cxn>
              <a:cxn ang="T14">
                <a:pos x="T8" y="T9"/>
              </a:cxn>
            </a:cxnLst>
            <a:rect l="T15" t="T16" r="T17" b="T18"/>
            <a:pathLst>
              <a:path w="60" h="20">
                <a:moveTo>
                  <a:pt x="60" y="0"/>
                </a:moveTo>
                <a:lnTo>
                  <a:pt x="0" y="10"/>
                </a:lnTo>
                <a:lnTo>
                  <a:pt x="60" y="20"/>
                </a:lnTo>
                <a:lnTo>
                  <a:pt x="60" y="10"/>
                </a:lnTo>
                <a:lnTo>
                  <a:pt x="60" y="0"/>
                </a:lnTo>
                <a:close/>
              </a:path>
            </a:pathLst>
          </a:custGeom>
          <a:solidFill>
            <a:srgbClr val="000000"/>
          </a:solidFill>
          <a:ln w="0">
            <a:solidFill>
              <a:srgbClr val="000000"/>
            </a:solidFill>
            <a:round/>
            <a:headEnd/>
            <a:tailEnd/>
          </a:ln>
        </p:spPr>
        <p:txBody>
          <a:bodyPr/>
          <a:lstStyle/>
          <a:p>
            <a:endParaRPr lang="en-US"/>
          </a:p>
        </p:txBody>
      </p:sp>
      <p:sp>
        <p:nvSpPr>
          <p:cNvPr id="67601" name="Line 26"/>
          <p:cNvSpPr>
            <a:spLocks noChangeShapeType="1"/>
          </p:cNvSpPr>
          <p:nvPr/>
        </p:nvSpPr>
        <p:spPr bwMode="auto">
          <a:xfrm>
            <a:off x="4691063" y="2532063"/>
            <a:ext cx="563562"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2" name="Freeform 27"/>
          <p:cNvSpPr>
            <a:spLocks/>
          </p:cNvSpPr>
          <p:nvPr/>
        </p:nvSpPr>
        <p:spPr bwMode="auto">
          <a:xfrm>
            <a:off x="7781925" y="2268538"/>
            <a:ext cx="142875" cy="87312"/>
          </a:xfrm>
          <a:custGeom>
            <a:avLst/>
            <a:gdLst>
              <a:gd name="T0" fmla="*/ 2147483646 w 6"/>
              <a:gd name="T1" fmla="*/ 0 h 5"/>
              <a:gd name="T2" fmla="*/ 0 w 6"/>
              <a:gd name="T3" fmla="*/ 2147483646 h 5"/>
              <a:gd name="T4" fmla="*/ 2147483646 w 6"/>
              <a:gd name="T5" fmla="*/ 2147483646 h 5"/>
              <a:gd name="T6" fmla="*/ 2147483646 w 6"/>
              <a:gd name="T7" fmla="*/ 2147483646 h 5"/>
              <a:gd name="T8" fmla="*/ 2147483646 w 6"/>
              <a:gd name="T9" fmla="*/ 0 h 5"/>
              <a:gd name="T10" fmla="*/ 0 60000 65536"/>
              <a:gd name="T11" fmla="*/ 0 60000 65536"/>
              <a:gd name="T12" fmla="*/ 0 60000 65536"/>
              <a:gd name="T13" fmla="*/ 0 60000 65536"/>
              <a:gd name="T14" fmla="*/ 0 60000 65536"/>
              <a:gd name="T15" fmla="*/ 0 w 6"/>
              <a:gd name="T16" fmla="*/ 0 h 5"/>
              <a:gd name="T17" fmla="*/ 6 w 6"/>
              <a:gd name="T18" fmla="*/ 5 h 5"/>
            </a:gdLst>
            <a:ahLst/>
            <a:cxnLst>
              <a:cxn ang="T10">
                <a:pos x="T0" y="T1"/>
              </a:cxn>
              <a:cxn ang="T11">
                <a:pos x="T2" y="T3"/>
              </a:cxn>
              <a:cxn ang="T12">
                <a:pos x="T4" y="T5"/>
              </a:cxn>
              <a:cxn ang="T13">
                <a:pos x="T6" y="T7"/>
              </a:cxn>
              <a:cxn ang="T14">
                <a:pos x="T8" y="T9"/>
              </a:cxn>
            </a:cxnLst>
            <a:rect l="T15" t="T16" r="T17" b="T18"/>
            <a:pathLst>
              <a:path w="6" h="5">
                <a:moveTo>
                  <a:pt x="5" y="0"/>
                </a:moveTo>
                <a:lnTo>
                  <a:pt x="0" y="5"/>
                </a:lnTo>
                <a:lnTo>
                  <a:pt x="6" y="2"/>
                </a:lnTo>
                <a:lnTo>
                  <a:pt x="5" y="1"/>
                </a:lnTo>
                <a:lnTo>
                  <a:pt x="5"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03" name="Freeform 28"/>
          <p:cNvSpPr>
            <a:spLocks/>
          </p:cNvSpPr>
          <p:nvPr/>
        </p:nvSpPr>
        <p:spPr bwMode="auto">
          <a:xfrm>
            <a:off x="7781925" y="2268538"/>
            <a:ext cx="142875" cy="87312"/>
          </a:xfrm>
          <a:custGeom>
            <a:avLst/>
            <a:gdLst>
              <a:gd name="T0" fmla="*/ 2147483646 w 61"/>
              <a:gd name="T1" fmla="*/ 0 h 50"/>
              <a:gd name="T2" fmla="*/ 0 w 61"/>
              <a:gd name="T3" fmla="*/ 2147483646 h 50"/>
              <a:gd name="T4" fmla="*/ 2147483646 w 61"/>
              <a:gd name="T5" fmla="*/ 2147483646 h 50"/>
              <a:gd name="T6" fmla="*/ 2147483646 w 61"/>
              <a:gd name="T7" fmla="*/ 2147483646 h 50"/>
              <a:gd name="T8" fmla="*/ 2147483646 w 61"/>
              <a:gd name="T9" fmla="*/ 0 h 50"/>
              <a:gd name="T10" fmla="*/ 0 60000 65536"/>
              <a:gd name="T11" fmla="*/ 0 60000 65536"/>
              <a:gd name="T12" fmla="*/ 0 60000 65536"/>
              <a:gd name="T13" fmla="*/ 0 60000 65536"/>
              <a:gd name="T14" fmla="*/ 0 60000 65536"/>
              <a:gd name="T15" fmla="*/ 0 w 61"/>
              <a:gd name="T16" fmla="*/ 0 h 50"/>
              <a:gd name="T17" fmla="*/ 61 w 61"/>
              <a:gd name="T18" fmla="*/ 50 h 50"/>
            </a:gdLst>
            <a:ahLst/>
            <a:cxnLst>
              <a:cxn ang="T10">
                <a:pos x="T0" y="T1"/>
              </a:cxn>
              <a:cxn ang="T11">
                <a:pos x="T2" y="T3"/>
              </a:cxn>
              <a:cxn ang="T12">
                <a:pos x="T4" y="T5"/>
              </a:cxn>
              <a:cxn ang="T13">
                <a:pos x="T6" y="T7"/>
              </a:cxn>
              <a:cxn ang="T14">
                <a:pos x="T8" y="T9"/>
              </a:cxn>
            </a:cxnLst>
            <a:rect l="T15" t="T16" r="T17" b="T18"/>
            <a:pathLst>
              <a:path w="61" h="50">
                <a:moveTo>
                  <a:pt x="51" y="0"/>
                </a:moveTo>
                <a:lnTo>
                  <a:pt x="0" y="50"/>
                </a:lnTo>
                <a:lnTo>
                  <a:pt x="61" y="20"/>
                </a:lnTo>
                <a:lnTo>
                  <a:pt x="51" y="10"/>
                </a:lnTo>
                <a:lnTo>
                  <a:pt x="51" y="0"/>
                </a:lnTo>
                <a:close/>
              </a:path>
            </a:pathLst>
          </a:custGeom>
          <a:solidFill>
            <a:srgbClr val="000000"/>
          </a:solidFill>
          <a:ln w="0">
            <a:solidFill>
              <a:srgbClr val="000000"/>
            </a:solidFill>
            <a:round/>
            <a:headEnd/>
            <a:tailEnd/>
          </a:ln>
        </p:spPr>
        <p:txBody>
          <a:bodyPr/>
          <a:lstStyle/>
          <a:p>
            <a:endParaRPr lang="en-US"/>
          </a:p>
        </p:txBody>
      </p:sp>
      <p:sp>
        <p:nvSpPr>
          <p:cNvPr id="67604" name="Line 29"/>
          <p:cNvSpPr>
            <a:spLocks noChangeShapeType="1"/>
          </p:cNvSpPr>
          <p:nvPr/>
        </p:nvSpPr>
        <p:spPr bwMode="auto">
          <a:xfrm flipV="1">
            <a:off x="7924800" y="2125663"/>
            <a:ext cx="280988" cy="1603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5" name="Freeform 30"/>
          <p:cNvSpPr>
            <a:spLocks/>
          </p:cNvSpPr>
          <p:nvPr/>
        </p:nvSpPr>
        <p:spPr bwMode="auto">
          <a:xfrm>
            <a:off x="4527550" y="2268538"/>
            <a:ext cx="139700" cy="87312"/>
          </a:xfrm>
          <a:custGeom>
            <a:avLst/>
            <a:gdLst>
              <a:gd name="T0" fmla="*/ 2147483646 w 6"/>
              <a:gd name="T1" fmla="*/ 0 h 5"/>
              <a:gd name="T2" fmla="*/ 0 w 6"/>
              <a:gd name="T3" fmla="*/ 2147483646 h 5"/>
              <a:gd name="T4" fmla="*/ 2147483646 w 6"/>
              <a:gd name="T5" fmla="*/ 2147483646 h 5"/>
              <a:gd name="T6" fmla="*/ 2147483646 w 6"/>
              <a:gd name="T7" fmla="*/ 2147483646 h 5"/>
              <a:gd name="T8" fmla="*/ 2147483646 w 6"/>
              <a:gd name="T9" fmla="*/ 0 h 5"/>
              <a:gd name="T10" fmla="*/ 0 60000 65536"/>
              <a:gd name="T11" fmla="*/ 0 60000 65536"/>
              <a:gd name="T12" fmla="*/ 0 60000 65536"/>
              <a:gd name="T13" fmla="*/ 0 60000 65536"/>
              <a:gd name="T14" fmla="*/ 0 60000 65536"/>
              <a:gd name="T15" fmla="*/ 0 w 6"/>
              <a:gd name="T16" fmla="*/ 0 h 5"/>
              <a:gd name="T17" fmla="*/ 6 w 6"/>
              <a:gd name="T18" fmla="*/ 5 h 5"/>
            </a:gdLst>
            <a:ahLst/>
            <a:cxnLst>
              <a:cxn ang="T10">
                <a:pos x="T0" y="T1"/>
              </a:cxn>
              <a:cxn ang="T11">
                <a:pos x="T2" y="T3"/>
              </a:cxn>
              <a:cxn ang="T12">
                <a:pos x="T4" y="T5"/>
              </a:cxn>
              <a:cxn ang="T13">
                <a:pos x="T6" y="T7"/>
              </a:cxn>
              <a:cxn ang="T14">
                <a:pos x="T8" y="T9"/>
              </a:cxn>
            </a:cxnLst>
            <a:rect l="T15" t="T16" r="T17" b="T18"/>
            <a:pathLst>
              <a:path w="6" h="5">
                <a:moveTo>
                  <a:pt x="4" y="0"/>
                </a:moveTo>
                <a:lnTo>
                  <a:pt x="0" y="5"/>
                </a:lnTo>
                <a:lnTo>
                  <a:pt x="6" y="2"/>
                </a:lnTo>
                <a:lnTo>
                  <a:pt x="5" y="1"/>
                </a:lnTo>
                <a:lnTo>
                  <a:pt x="4"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06" name="Freeform 31"/>
          <p:cNvSpPr>
            <a:spLocks/>
          </p:cNvSpPr>
          <p:nvPr/>
        </p:nvSpPr>
        <p:spPr bwMode="auto">
          <a:xfrm>
            <a:off x="4527550" y="2268538"/>
            <a:ext cx="139700" cy="87312"/>
          </a:xfrm>
          <a:custGeom>
            <a:avLst/>
            <a:gdLst>
              <a:gd name="T0" fmla="*/ 2147483646 w 60"/>
              <a:gd name="T1" fmla="*/ 0 h 50"/>
              <a:gd name="T2" fmla="*/ 0 w 60"/>
              <a:gd name="T3" fmla="*/ 2147483646 h 50"/>
              <a:gd name="T4" fmla="*/ 2147483646 w 60"/>
              <a:gd name="T5" fmla="*/ 2147483646 h 50"/>
              <a:gd name="T6" fmla="*/ 2147483646 w 60"/>
              <a:gd name="T7" fmla="*/ 2147483646 h 50"/>
              <a:gd name="T8" fmla="*/ 2147483646 w 60"/>
              <a:gd name="T9" fmla="*/ 0 h 50"/>
              <a:gd name="T10" fmla="*/ 0 60000 65536"/>
              <a:gd name="T11" fmla="*/ 0 60000 65536"/>
              <a:gd name="T12" fmla="*/ 0 60000 65536"/>
              <a:gd name="T13" fmla="*/ 0 60000 65536"/>
              <a:gd name="T14" fmla="*/ 0 60000 65536"/>
              <a:gd name="T15" fmla="*/ 0 w 60"/>
              <a:gd name="T16" fmla="*/ 0 h 50"/>
              <a:gd name="T17" fmla="*/ 60 w 60"/>
              <a:gd name="T18" fmla="*/ 50 h 50"/>
            </a:gdLst>
            <a:ahLst/>
            <a:cxnLst>
              <a:cxn ang="T10">
                <a:pos x="T0" y="T1"/>
              </a:cxn>
              <a:cxn ang="T11">
                <a:pos x="T2" y="T3"/>
              </a:cxn>
              <a:cxn ang="T12">
                <a:pos x="T4" y="T5"/>
              </a:cxn>
              <a:cxn ang="T13">
                <a:pos x="T6" y="T7"/>
              </a:cxn>
              <a:cxn ang="T14">
                <a:pos x="T8" y="T9"/>
              </a:cxn>
            </a:cxnLst>
            <a:rect l="T15" t="T16" r="T17" b="T18"/>
            <a:pathLst>
              <a:path w="60" h="50">
                <a:moveTo>
                  <a:pt x="40" y="0"/>
                </a:moveTo>
                <a:lnTo>
                  <a:pt x="0" y="50"/>
                </a:lnTo>
                <a:lnTo>
                  <a:pt x="60" y="20"/>
                </a:lnTo>
                <a:lnTo>
                  <a:pt x="50" y="10"/>
                </a:lnTo>
                <a:lnTo>
                  <a:pt x="40" y="0"/>
                </a:lnTo>
                <a:close/>
              </a:path>
            </a:pathLst>
          </a:custGeom>
          <a:solidFill>
            <a:srgbClr val="000000"/>
          </a:solidFill>
          <a:ln w="0">
            <a:solidFill>
              <a:srgbClr val="000000"/>
            </a:solidFill>
            <a:round/>
            <a:headEnd/>
            <a:tailEnd/>
          </a:ln>
        </p:spPr>
        <p:txBody>
          <a:bodyPr/>
          <a:lstStyle/>
          <a:p>
            <a:endParaRPr lang="en-US"/>
          </a:p>
        </p:txBody>
      </p:sp>
      <p:sp>
        <p:nvSpPr>
          <p:cNvPr id="67607" name="Line 32"/>
          <p:cNvSpPr>
            <a:spLocks noChangeShapeType="1"/>
          </p:cNvSpPr>
          <p:nvPr/>
        </p:nvSpPr>
        <p:spPr bwMode="auto">
          <a:xfrm flipV="1">
            <a:off x="4645025" y="2125663"/>
            <a:ext cx="279400" cy="1603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8" name="Freeform 33"/>
          <p:cNvSpPr>
            <a:spLocks/>
          </p:cNvSpPr>
          <p:nvPr/>
        </p:nvSpPr>
        <p:spPr bwMode="auto">
          <a:xfrm>
            <a:off x="2338388" y="4549775"/>
            <a:ext cx="798512" cy="88900"/>
          </a:xfrm>
          <a:custGeom>
            <a:avLst/>
            <a:gdLst>
              <a:gd name="T0" fmla="*/ 2147483646 w 34"/>
              <a:gd name="T1" fmla="*/ 2147483646 h 5"/>
              <a:gd name="T2" fmla="*/ 2147483646 w 34"/>
              <a:gd name="T3" fmla="*/ 2147483646 h 5"/>
              <a:gd name="T4" fmla="*/ 2147483646 w 34"/>
              <a:gd name="T5" fmla="*/ 2147483646 h 5"/>
              <a:gd name="T6" fmla="*/ 0 w 34"/>
              <a:gd name="T7" fmla="*/ 0 h 5"/>
              <a:gd name="T8" fmla="*/ 0 60000 65536"/>
              <a:gd name="T9" fmla="*/ 0 60000 65536"/>
              <a:gd name="T10" fmla="*/ 0 60000 65536"/>
              <a:gd name="T11" fmla="*/ 0 60000 65536"/>
              <a:gd name="T12" fmla="*/ 0 w 34"/>
              <a:gd name="T13" fmla="*/ 0 h 5"/>
              <a:gd name="T14" fmla="*/ 34 w 34"/>
              <a:gd name="T15" fmla="*/ 5 h 5"/>
            </a:gdLst>
            <a:ahLst/>
            <a:cxnLst>
              <a:cxn ang="T8">
                <a:pos x="T0" y="T1"/>
              </a:cxn>
              <a:cxn ang="T9">
                <a:pos x="T2" y="T3"/>
              </a:cxn>
              <a:cxn ang="T10">
                <a:pos x="T4" y="T5"/>
              </a:cxn>
              <a:cxn ang="T11">
                <a:pos x="T6" y="T7"/>
              </a:cxn>
            </a:cxnLst>
            <a:rect l="T12" t="T13" r="T14" b="T15"/>
            <a:pathLst>
              <a:path w="34" h="5">
                <a:moveTo>
                  <a:pt x="34" y="2"/>
                </a:moveTo>
                <a:lnTo>
                  <a:pt x="9" y="2"/>
                </a:lnTo>
                <a:lnTo>
                  <a:pt x="9" y="5"/>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09" name="Freeform 34"/>
          <p:cNvSpPr>
            <a:spLocks/>
          </p:cNvSpPr>
          <p:nvPr/>
        </p:nvSpPr>
        <p:spPr bwMode="auto">
          <a:xfrm>
            <a:off x="3776663" y="4152900"/>
            <a:ext cx="166687" cy="34925"/>
          </a:xfrm>
          <a:custGeom>
            <a:avLst/>
            <a:gdLst>
              <a:gd name="T0" fmla="*/ 2147483646 w 7"/>
              <a:gd name="T1" fmla="*/ 0 h 2"/>
              <a:gd name="T2" fmla="*/ 0 w 7"/>
              <a:gd name="T3" fmla="*/ 2147483646 h 2"/>
              <a:gd name="T4" fmla="*/ 2147483646 w 7"/>
              <a:gd name="T5" fmla="*/ 2147483646 h 2"/>
              <a:gd name="T6" fmla="*/ 2147483646 w 7"/>
              <a:gd name="T7" fmla="*/ 2147483646 h 2"/>
              <a:gd name="T8" fmla="*/ 2147483646 w 7"/>
              <a:gd name="T9" fmla="*/ 0 h 2"/>
              <a:gd name="T10" fmla="*/ 0 60000 65536"/>
              <a:gd name="T11" fmla="*/ 0 60000 65536"/>
              <a:gd name="T12" fmla="*/ 0 60000 65536"/>
              <a:gd name="T13" fmla="*/ 0 60000 65536"/>
              <a:gd name="T14" fmla="*/ 0 60000 65536"/>
              <a:gd name="T15" fmla="*/ 0 w 7"/>
              <a:gd name="T16" fmla="*/ 0 h 2"/>
              <a:gd name="T17" fmla="*/ 7 w 7"/>
              <a:gd name="T18" fmla="*/ 2 h 2"/>
            </a:gdLst>
            <a:ahLst/>
            <a:cxnLst>
              <a:cxn ang="T10">
                <a:pos x="T0" y="T1"/>
              </a:cxn>
              <a:cxn ang="T11">
                <a:pos x="T2" y="T3"/>
              </a:cxn>
              <a:cxn ang="T12">
                <a:pos x="T4" y="T5"/>
              </a:cxn>
              <a:cxn ang="T13">
                <a:pos x="T6" y="T7"/>
              </a:cxn>
              <a:cxn ang="T14">
                <a:pos x="T8" y="T9"/>
              </a:cxn>
            </a:cxnLst>
            <a:rect l="T15" t="T16" r="T17" b="T18"/>
            <a:pathLst>
              <a:path w="7" h="2">
                <a:moveTo>
                  <a:pt x="7" y="0"/>
                </a:moveTo>
                <a:lnTo>
                  <a:pt x="0" y="1"/>
                </a:lnTo>
                <a:lnTo>
                  <a:pt x="7" y="2"/>
                </a:lnTo>
                <a:lnTo>
                  <a:pt x="7" y="1"/>
                </a:lnTo>
                <a:lnTo>
                  <a:pt x="7"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10" name="Freeform 35"/>
          <p:cNvSpPr>
            <a:spLocks/>
          </p:cNvSpPr>
          <p:nvPr/>
        </p:nvSpPr>
        <p:spPr bwMode="auto">
          <a:xfrm>
            <a:off x="3776663" y="4152900"/>
            <a:ext cx="166687" cy="34925"/>
          </a:xfrm>
          <a:custGeom>
            <a:avLst/>
            <a:gdLst>
              <a:gd name="T0" fmla="*/ 2147483646 w 71"/>
              <a:gd name="T1" fmla="*/ 0 h 20"/>
              <a:gd name="T2" fmla="*/ 0 w 71"/>
              <a:gd name="T3" fmla="*/ 2147483646 h 20"/>
              <a:gd name="T4" fmla="*/ 2147483646 w 71"/>
              <a:gd name="T5" fmla="*/ 2147483646 h 20"/>
              <a:gd name="T6" fmla="*/ 2147483646 w 71"/>
              <a:gd name="T7" fmla="*/ 2147483646 h 20"/>
              <a:gd name="T8" fmla="*/ 2147483646 w 71"/>
              <a:gd name="T9" fmla="*/ 0 h 20"/>
              <a:gd name="T10" fmla="*/ 0 60000 65536"/>
              <a:gd name="T11" fmla="*/ 0 60000 65536"/>
              <a:gd name="T12" fmla="*/ 0 60000 65536"/>
              <a:gd name="T13" fmla="*/ 0 60000 65536"/>
              <a:gd name="T14" fmla="*/ 0 60000 65536"/>
              <a:gd name="T15" fmla="*/ 0 w 71"/>
              <a:gd name="T16" fmla="*/ 0 h 20"/>
              <a:gd name="T17" fmla="*/ 71 w 71"/>
              <a:gd name="T18" fmla="*/ 20 h 20"/>
            </a:gdLst>
            <a:ahLst/>
            <a:cxnLst>
              <a:cxn ang="T10">
                <a:pos x="T0" y="T1"/>
              </a:cxn>
              <a:cxn ang="T11">
                <a:pos x="T2" y="T3"/>
              </a:cxn>
              <a:cxn ang="T12">
                <a:pos x="T4" y="T5"/>
              </a:cxn>
              <a:cxn ang="T13">
                <a:pos x="T6" y="T7"/>
              </a:cxn>
              <a:cxn ang="T14">
                <a:pos x="T8" y="T9"/>
              </a:cxn>
            </a:cxnLst>
            <a:rect l="T15" t="T16" r="T17" b="T18"/>
            <a:pathLst>
              <a:path w="71" h="20">
                <a:moveTo>
                  <a:pt x="71" y="0"/>
                </a:moveTo>
                <a:lnTo>
                  <a:pt x="0" y="10"/>
                </a:lnTo>
                <a:lnTo>
                  <a:pt x="71" y="20"/>
                </a:lnTo>
                <a:lnTo>
                  <a:pt x="71" y="10"/>
                </a:lnTo>
                <a:lnTo>
                  <a:pt x="71" y="0"/>
                </a:lnTo>
                <a:close/>
              </a:path>
            </a:pathLst>
          </a:custGeom>
          <a:solidFill>
            <a:srgbClr val="000000"/>
          </a:solidFill>
          <a:ln w="0">
            <a:solidFill>
              <a:srgbClr val="000000"/>
            </a:solidFill>
            <a:round/>
            <a:headEnd/>
            <a:tailEnd/>
          </a:ln>
        </p:spPr>
        <p:txBody>
          <a:bodyPr/>
          <a:lstStyle/>
          <a:p>
            <a:endParaRPr lang="en-US"/>
          </a:p>
        </p:txBody>
      </p:sp>
      <p:sp>
        <p:nvSpPr>
          <p:cNvPr id="67611" name="Line 36"/>
          <p:cNvSpPr>
            <a:spLocks noChangeShapeType="1"/>
          </p:cNvSpPr>
          <p:nvPr/>
        </p:nvSpPr>
        <p:spPr bwMode="auto">
          <a:xfrm>
            <a:off x="3943350" y="4170363"/>
            <a:ext cx="2597150"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12" name="Rectangle 37"/>
          <p:cNvSpPr>
            <a:spLocks noChangeArrowheads="1"/>
          </p:cNvSpPr>
          <p:nvPr/>
        </p:nvSpPr>
        <p:spPr bwMode="auto">
          <a:xfrm>
            <a:off x="5254625" y="2374900"/>
            <a:ext cx="2505075" cy="33337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US" altLang="en-US">
              <a:latin typeface="Cambria" panose="02040503050406030204" pitchFamily="18" charset="0"/>
            </a:endParaRPr>
          </a:p>
        </p:txBody>
      </p:sp>
      <p:sp>
        <p:nvSpPr>
          <p:cNvPr id="67613" name="Rectangle 38"/>
          <p:cNvSpPr>
            <a:spLocks noChangeArrowheads="1"/>
          </p:cNvSpPr>
          <p:nvPr/>
        </p:nvSpPr>
        <p:spPr bwMode="auto">
          <a:xfrm>
            <a:off x="6143625" y="1897063"/>
            <a:ext cx="823913"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en-US" sz="1600" b="1">
                <a:solidFill>
                  <a:srgbClr val="000000"/>
                </a:solidFill>
                <a:latin typeface="Nimbus Roman No9 L"/>
              </a:rPr>
              <a:t>Shift left</a:t>
            </a:r>
            <a:endParaRPr lang="en-CA" altLang="en-US" sz="1600" b="1">
              <a:latin typeface="Times New Roman" panose="02020603050405020304" pitchFamily="18" charset="0"/>
            </a:endParaRPr>
          </a:p>
        </p:txBody>
      </p:sp>
      <p:sp>
        <p:nvSpPr>
          <p:cNvPr id="67614" name="Line 39"/>
          <p:cNvSpPr>
            <a:spLocks noChangeShapeType="1"/>
          </p:cNvSpPr>
          <p:nvPr/>
        </p:nvSpPr>
        <p:spPr bwMode="auto">
          <a:xfrm>
            <a:off x="4924425" y="2125663"/>
            <a:ext cx="3490913"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15" name="Line 40"/>
          <p:cNvSpPr>
            <a:spLocks noChangeShapeType="1"/>
          </p:cNvSpPr>
          <p:nvPr/>
        </p:nvSpPr>
        <p:spPr bwMode="auto">
          <a:xfrm>
            <a:off x="803275" y="4135438"/>
            <a:ext cx="420688"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16" name="Rectangle 41"/>
          <p:cNvSpPr>
            <a:spLocks noChangeArrowheads="1"/>
          </p:cNvSpPr>
          <p:nvPr/>
        </p:nvSpPr>
        <p:spPr bwMode="auto">
          <a:xfrm>
            <a:off x="1371600" y="3886200"/>
            <a:ext cx="7493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r>
              <a:rPr lang="en-CA" altLang="en-US" sz="1600" b="1">
                <a:solidFill>
                  <a:srgbClr val="000000"/>
                </a:solidFill>
                <a:latin typeface="Nimbus Roman No9 L"/>
              </a:rPr>
              <a:t>N+1 bit </a:t>
            </a:r>
          </a:p>
          <a:p>
            <a:pPr algn="ctr"/>
            <a:r>
              <a:rPr lang="en-CA" altLang="en-US" sz="1600" b="1">
                <a:solidFill>
                  <a:srgbClr val="000000"/>
                </a:solidFill>
                <a:latin typeface="Nimbus Roman No9 L"/>
              </a:rPr>
              <a:t>adder</a:t>
            </a:r>
            <a:endParaRPr lang="en-CA" altLang="en-US" sz="1600" b="1">
              <a:latin typeface="Times New Roman" panose="02020603050405020304" pitchFamily="18" charset="0"/>
            </a:endParaRPr>
          </a:p>
        </p:txBody>
      </p:sp>
      <p:sp>
        <p:nvSpPr>
          <p:cNvPr id="67617" name="Freeform 42"/>
          <p:cNvSpPr>
            <a:spLocks/>
          </p:cNvSpPr>
          <p:nvPr/>
        </p:nvSpPr>
        <p:spPr bwMode="auto">
          <a:xfrm>
            <a:off x="2325688" y="2708275"/>
            <a:ext cx="984250" cy="1179513"/>
          </a:xfrm>
          <a:custGeom>
            <a:avLst/>
            <a:gdLst>
              <a:gd name="T0" fmla="*/ 2147483646 w 42"/>
              <a:gd name="T1" fmla="*/ 2147483646 h 67"/>
              <a:gd name="T2" fmla="*/ 2147483646 w 42"/>
              <a:gd name="T3" fmla="*/ 2147483646 h 67"/>
              <a:gd name="T4" fmla="*/ 2147483646 w 42"/>
              <a:gd name="T5" fmla="*/ 2147483646 h 67"/>
              <a:gd name="T6" fmla="*/ 0 w 42"/>
              <a:gd name="T7" fmla="*/ 2147483646 h 67"/>
              <a:gd name="T8" fmla="*/ 2147483646 w 42"/>
              <a:gd name="T9" fmla="*/ 2147483646 h 67"/>
              <a:gd name="T10" fmla="*/ 2147483646 w 42"/>
              <a:gd name="T11" fmla="*/ 2147483646 h 67"/>
              <a:gd name="T12" fmla="*/ 2147483646 w 42"/>
              <a:gd name="T13" fmla="*/ 2147483646 h 67"/>
              <a:gd name="T14" fmla="*/ 2147483646 w 42"/>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67"/>
              <a:gd name="T26" fmla="*/ 42 w 42"/>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67">
                <a:moveTo>
                  <a:pt x="37" y="60"/>
                </a:moveTo>
                <a:lnTo>
                  <a:pt x="9" y="60"/>
                </a:lnTo>
                <a:lnTo>
                  <a:pt x="9" y="58"/>
                </a:lnTo>
                <a:lnTo>
                  <a:pt x="0" y="62"/>
                </a:lnTo>
                <a:lnTo>
                  <a:pt x="9" y="67"/>
                </a:lnTo>
                <a:lnTo>
                  <a:pt x="9" y="65"/>
                </a:lnTo>
                <a:lnTo>
                  <a:pt x="42" y="65"/>
                </a:lnTo>
                <a:lnTo>
                  <a:pt x="42"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18" name="Line 43"/>
          <p:cNvSpPr>
            <a:spLocks noChangeShapeType="1"/>
          </p:cNvSpPr>
          <p:nvPr/>
        </p:nvSpPr>
        <p:spPr bwMode="auto">
          <a:xfrm>
            <a:off x="3192463" y="2708275"/>
            <a:ext cx="1587" cy="10556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19" name="Rectangle 50"/>
          <p:cNvSpPr>
            <a:spLocks noChangeArrowheads="1"/>
          </p:cNvSpPr>
          <p:nvPr/>
        </p:nvSpPr>
        <p:spPr bwMode="auto">
          <a:xfrm>
            <a:off x="7337425" y="2374900"/>
            <a:ext cx="20161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en-US" sz="1600" b="1" i="1">
                <a:solidFill>
                  <a:srgbClr val="000000"/>
                </a:solidFill>
                <a:latin typeface="Nimbus Roman No9 L"/>
              </a:rPr>
              <a:t>q</a:t>
            </a:r>
            <a:r>
              <a:rPr lang="en-CA" altLang="en-US" sz="1600" b="1" i="1" baseline="-25000">
                <a:solidFill>
                  <a:srgbClr val="000000"/>
                </a:solidFill>
                <a:latin typeface="Nimbus Roman No9 L"/>
              </a:rPr>
              <a:t>0</a:t>
            </a:r>
            <a:endParaRPr lang="en-CA" altLang="en-US" sz="1600" b="1" baseline="-25000">
              <a:latin typeface="Times New Roman" panose="02020603050405020304" pitchFamily="18" charset="0"/>
            </a:endParaRPr>
          </a:p>
        </p:txBody>
      </p:sp>
      <p:sp>
        <p:nvSpPr>
          <p:cNvPr id="67620" name="Freeform 55"/>
          <p:cNvSpPr>
            <a:spLocks/>
          </p:cNvSpPr>
          <p:nvPr/>
        </p:nvSpPr>
        <p:spPr bwMode="auto">
          <a:xfrm>
            <a:off x="3589338" y="5367338"/>
            <a:ext cx="23812" cy="17462"/>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21" name="Freeform 56"/>
          <p:cNvSpPr>
            <a:spLocks/>
          </p:cNvSpPr>
          <p:nvPr/>
        </p:nvSpPr>
        <p:spPr bwMode="auto">
          <a:xfrm>
            <a:off x="3706813" y="5349875"/>
            <a:ext cx="46037" cy="34925"/>
          </a:xfrm>
          <a:custGeom>
            <a:avLst/>
            <a:gdLst>
              <a:gd name="T0" fmla="*/ 2147483646 w 20"/>
              <a:gd name="T1" fmla="*/ 2147483646 h 20"/>
              <a:gd name="T2" fmla="*/ 2147483646 w 20"/>
              <a:gd name="T3" fmla="*/ 0 h 20"/>
              <a:gd name="T4" fmla="*/ 0 w 20"/>
              <a:gd name="T5" fmla="*/ 0 h 20"/>
              <a:gd name="T6" fmla="*/ 0 w 20"/>
              <a:gd name="T7" fmla="*/ 2147483646 h 20"/>
              <a:gd name="T8" fmla="*/ 0 w 20"/>
              <a:gd name="T9" fmla="*/ 2147483646 h 20"/>
              <a:gd name="T10" fmla="*/ 2147483646 w 20"/>
              <a:gd name="T11" fmla="*/ 2147483646 h 20"/>
              <a:gd name="T12" fmla="*/ 2147483646 w 20"/>
              <a:gd name="T13" fmla="*/ 2147483646 h 20"/>
              <a:gd name="T14" fmla="*/ 2147483646 w 20"/>
              <a:gd name="T15" fmla="*/ 2147483646 h 20"/>
              <a:gd name="T16" fmla="*/ 2147483646 w 20"/>
              <a:gd name="T17" fmla="*/ 0 h 20"/>
              <a:gd name="T18" fmla="*/ 2147483646 w 20"/>
              <a:gd name="T19" fmla="*/ 0 h 20"/>
              <a:gd name="T20" fmla="*/ 2147483646 w 20"/>
              <a:gd name="T21" fmla="*/ 2147483646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0"/>
              <a:gd name="T35" fmla="*/ 20 w 20"/>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0">
                <a:moveTo>
                  <a:pt x="10" y="10"/>
                </a:moveTo>
                <a:lnTo>
                  <a:pt x="10" y="0"/>
                </a:lnTo>
                <a:lnTo>
                  <a:pt x="0" y="0"/>
                </a:lnTo>
                <a:lnTo>
                  <a:pt x="0" y="10"/>
                </a:lnTo>
                <a:lnTo>
                  <a:pt x="0" y="20"/>
                </a:lnTo>
                <a:lnTo>
                  <a:pt x="10" y="20"/>
                </a:lnTo>
                <a:lnTo>
                  <a:pt x="20" y="20"/>
                </a:lnTo>
                <a:lnTo>
                  <a:pt x="20" y="10"/>
                </a:lnTo>
                <a:lnTo>
                  <a:pt x="20" y="0"/>
                </a:lnTo>
                <a:lnTo>
                  <a:pt x="10" y="0"/>
                </a:lnTo>
                <a:lnTo>
                  <a:pt x="10" y="10"/>
                </a:lnTo>
                <a:close/>
              </a:path>
            </a:pathLst>
          </a:custGeom>
          <a:solidFill>
            <a:srgbClr val="000000"/>
          </a:solidFill>
          <a:ln w="0">
            <a:solidFill>
              <a:srgbClr val="000000"/>
            </a:solidFill>
            <a:round/>
            <a:headEnd/>
            <a:tailEnd/>
          </a:ln>
        </p:spPr>
        <p:txBody>
          <a:bodyPr/>
          <a:lstStyle/>
          <a:p>
            <a:endParaRPr lang="en-US"/>
          </a:p>
        </p:txBody>
      </p:sp>
      <p:sp>
        <p:nvSpPr>
          <p:cNvPr id="67622" name="Freeform 59"/>
          <p:cNvSpPr>
            <a:spLocks/>
          </p:cNvSpPr>
          <p:nvPr/>
        </p:nvSpPr>
        <p:spPr bwMode="auto">
          <a:xfrm>
            <a:off x="3846513" y="5367338"/>
            <a:ext cx="23812" cy="17462"/>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23" name="Freeform 60"/>
          <p:cNvSpPr>
            <a:spLocks/>
          </p:cNvSpPr>
          <p:nvPr/>
        </p:nvSpPr>
        <p:spPr bwMode="auto">
          <a:xfrm>
            <a:off x="6353175" y="2514600"/>
            <a:ext cx="47625" cy="34925"/>
          </a:xfrm>
          <a:custGeom>
            <a:avLst/>
            <a:gdLst>
              <a:gd name="T0" fmla="*/ 2147483646 w 20"/>
              <a:gd name="T1" fmla="*/ 2147483646 h 20"/>
              <a:gd name="T2" fmla="*/ 2147483646 w 20"/>
              <a:gd name="T3" fmla="*/ 0 h 20"/>
              <a:gd name="T4" fmla="*/ 0 w 20"/>
              <a:gd name="T5" fmla="*/ 0 h 20"/>
              <a:gd name="T6" fmla="*/ 0 w 20"/>
              <a:gd name="T7" fmla="*/ 2147483646 h 20"/>
              <a:gd name="T8" fmla="*/ 0 w 20"/>
              <a:gd name="T9" fmla="*/ 2147483646 h 20"/>
              <a:gd name="T10" fmla="*/ 2147483646 w 20"/>
              <a:gd name="T11" fmla="*/ 2147483646 h 20"/>
              <a:gd name="T12" fmla="*/ 2147483646 w 20"/>
              <a:gd name="T13" fmla="*/ 2147483646 h 20"/>
              <a:gd name="T14" fmla="*/ 2147483646 w 20"/>
              <a:gd name="T15" fmla="*/ 2147483646 h 20"/>
              <a:gd name="T16" fmla="*/ 2147483646 w 20"/>
              <a:gd name="T17" fmla="*/ 0 h 20"/>
              <a:gd name="T18" fmla="*/ 2147483646 w 20"/>
              <a:gd name="T19" fmla="*/ 0 h 20"/>
              <a:gd name="T20" fmla="*/ 2147483646 w 20"/>
              <a:gd name="T21" fmla="*/ 2147483646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0"/>
              <a:gd name="T35" fmla="*/ 20 w 20"/>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0">
                <a:moveTo>
                  <a:pt x="10" y="10"/>
                </a:moveTo>
                <a:lnTo>
                  <a:pt x="10" y="0"/>
                </a:lnTo>
                <a:lnTo>
                  <a:pt x="0" y="0"/>
                </a:lnTo>
                <a:lnTo>
                  <a:pt x="0" y="10"/>
                </a:lnTo>
                <a:lnTo>
                  <a:pt x="0" y="20"/>
                </a:lnTo>
                <a:lnTo>
                  <a:pt x="10" y="20"/>
                </a:lnTo>
                <a:lnTo>
                  <a:pt x="20" y="20"/>
                </a:lnTo>
                <a:lnTo>
                  <a:pt x="20" y="10"/>
                </a:lnTo>
                <a:lnTo>
                  <a:pt x="20" y="0"/>
                </a:lnTo>
                <a:lnTo>
                  <a:pt x="10" y="0"/>
                </a:lnTo>
                <a:lnTo>
                  <a:pt x="10" y="10"/>
                </a:lnTo>
                <a:close/>
              </a:path>
            </a:pathLst>
          </a:custGeom>
          <a:solidFill>
            <a:srgbClr val="000000"/>
          </a:solidFill>
          <a:ln w="0">
            <a:solidFill>
              <a:srgbClr val="000000"/>
            </a:solidFill>
            <a:round/>
            <a:headEnd/>
            <a:tailEnd/>
          </a:ln>
        </p:spPr>
        <p:txBody>
          <a:bodyPr/>
          <a:lstStyle/>
          <a:p>
            <a:endParaRPr lang="en-US"/>
          </a:p>
        </p:txBody>
      </p:sp>
      <p:sp>
        <p:nvSpPr>
          <p:cNvPr id="67624" name="Freeform 61"/>
          <p:cNvSpPr>
            <a:spLocks/>
          </p:cNvSpPr>
          <p:nvPr/>
        </p:nvSpPr>
        <p:spPr bwMode="auto">
          <a:xfrm>
            <a:off x="6376988" y="2532063"/>
            <a:ext cx="23812" cy="17462"/>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25" name="Freeform 62"/>
          <p:cNvSpPr>
            <a:spLocks/>
          </p:cNvSpPr>
          <p:nvPr/>
        </p:nvSpPr>
        <p:spPr bwMode="auto">
          <a:xfrm>
            <a:off x="6494463" y="2514600"/>
            <a:ext cx="46037" cy="34925"/>
          </a:xfrm>
          <a:custGeom>
            <a:avLst/>
            <a:gdLst>
              <a:gd name="T0" fmla="*/ 2147483646 w 20"/>
              <a:gd name="T1" fmla="*/ 2147483646 h 20"/>
              <a:gd name="T2" fmla="*/ 2147483646 w 20"/>
              <a:gd name="T3" fmla="*/ 0 h 20"/>
              <a:gd name="T4" fmla="*/ 0 w 20"/>
              <a:gd name="T5" fmla="*/ 0 h 20"/>
              <a:gd name="T6" fmla="*/ 0 w 20"/>
              <a:gd name="T7" fmla="*/ 2147483646 h 20"/>
              <a:gd name="T8" fmla="*/ 0 w 20"/>
              <a:gd name="T9" fmla="*/ 2147483646 h 20"/>
              <a:gd name="T10" fmla="*/ 2147483646 w 20"/>
              <a:gd name="T11" fmla="*/ 2147483646 h 20"/>
              <a:gd name="T12" fmla="*/ 2147483646 w 20"/>
              <a:gd name="T13" fmla="*/ 2147483646 h 20"/>
              <a:gd name="T14" fmla="*/ 2147483646 w 20"/>
              <a:gd name="T15" fmla="*/ 2147483646 h 20"/>
              <a:gd name="T16" fmla="*/ 2147483646 w 20"/>
              <a:gd name="T17" fmla="*/ 0 h 20"/>
              <a:gd name="T18" fmla="*/ 2147483646 w 20"/>
              <a:gd name="T19" fmla="*/ 0 h 20"/>
              <a:gd name="T20" fmla="*/ 2147483646 w 20"/>
              <a:gd name="T21" fmla="*/ 2147483646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0"/>
              <a:gd name="T35" fmla="*/ 20 w 20"/>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0">
                <a:moveTo>
                  <a:pt x="10" y="10"/>
                </a:moveTo>
                <a:lnTo>
                  <a:pt x="10" y="0"/>
                </a:lnTo>
                <a:lnTo>
                  <a:pt x="0" y="0"/>
                </a:lnTo>
                <a:lnTo>
                  <a:pt x="0" y="10"/>
                </a:lnTo>
                <a:lnTo>
                  <a:pt x="0" y="20"/>
                </a:lnTo>
                <a:lnTo>
                  <a:pt x="10" y="20"/>
                </a:lnTo>
                <a:lnTo>
                  <a:pt x="20" y="20"/>
                </a:lnTo>
                <a:lnTo>
                  <a:pt x="20" y="10"/>
                </a:lnTo>
                <a:lnTo>
                  <a:pt x="20" y="0"/>
                </a:lnTo>
                <a:lnTo>
                  <a:pt x="10" y="0"/>
                </a:lnTo>
                <a:lnTo>
                  <a:pt x="10" y="10"/>
                </a:lnTo>
                <a:close/>
              </a:path>
            </a:pathLst>
          </a:custGeom>
          <a:solidFill>
            <a:srgbClr val="000000"/>
          </a:solidFill>
          <a:ln w="0">
            <a:solidFill>
              <a:srgbClr val="000000"/>
            </a:solidFill>
            <a:round/>
            <a:headEnd/>
            <a:tailEnd/>
          </a:ln>
        </p:spPr>
        <p:txBody>
          <a:bodyPr/>
          <a:lstStyle/>
          <a:p>
            <a:endParaRPr lang="en-US"/>
          </a:p>
        </p:txBody>
      </p:sp>
      <p:sp>
        <p:nvSpPr>
          <p:cNvPr id="67626" name="Freeform 63"/>
          <p:cNvSpPr>
            <a:spLocks/>
          </p:cNvSpPr>
          <p:nvPr/>
        </p:nvSpPr>
        <p:spPr bwMode="auto">
          <a:xfrm>
            <a:off x="6494463" y="2532063"/>
            <a:ext cx="22225" cy="17462"/>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27" name="Freeform 64"/>
          <p:cNvSpPr>
            <a:spLocks/>
          </p:cNvSpPr>
          <p:nvPr/>
        </p:nvSpPr>
        <p:spPr bwMode="auto">
          <a:xfrm>
            <a:off x="6613525" y="2514600"/>
            <a:ext cx="46038" cy="34925"/>
          </a:xfrm>
          <a:custGeom>
            <a:avLst/>
            <a:gdLst>
              <a:gd name="T0" fmla="*/ 2147483646 w 20"/>
              <a:gd name="T1" fmla="*/ 2147483646 h 20"/>
              <a:gd name="T2" fmla="*/ 2147483646 w 20"/>
              <a:gd name="T3" fmla="*/ 0 h 20"/>
              <a:gd name="T4" fmla="*/ 0 w 20"/>
              <a:gd name="T5" fmla="*/ 0 h 20"/>
              <a:gd name="T6" fmla="*/ 0 w 20"/>
              <a:gd name="T7" fmla="*/ 2147483646 h 20"/>
              <a:gd name="T8" fmla="*/ 0 w 20"/>
              <a:gd name="T9" fmla="*/ 2147483646 h 20"/>
              <a:gd name="T10" fmla="*/ 2147483646 w 20"/>
              <a:gd name="T11" fmla="*/ 2147483646 h 20"/>
              <a:gd name="T12" fmla="*/ 2147483646 w 20"/>
              <a:gd name="T13" fmla="*/ 2147483646 h 20"/>
              <a:gd name="T14" fmla="*/ 2147483646 w 20"/>
              <a:gd name="T15" fmla="*/ 2147483646 h 20"/>
              <a:gd name="T16" fmla="*/ 2147483646 w 20"/>
              <a:gd name="T17" fmla="*/ 0 h 20"/>
              <a:gd name="T18" fmla="*/ 2147483646 w 20"/>
              <a:gd name="T19" fmla="*/ 0 h 20"/>
              <a:gd name="T20" fmla="*/ 2147483646 w 20"/>
              <a:gd name="T21" fmla="*/ 2147483646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0"/>
              <a:gd name="T35" fmla="*/ 20 w 20"/>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0">
                <a:moveTo>
                  <a:pt x="10" y="10"/>
                </a:moveTo>
                <a:lnTo>
                  <a:pt x="10" y="0"/>
                </a:lnTo>
                <a:lnTo>
                  <a:pt x="0" y="0"/>
                </a:lnTo>
                <a:lnTo>
                  <a:pt x="0" y="10"/>
                </a:lnTo>
                <a:lnTo>
                  <a:pt x="0" y="20"/>
                </a:lnTo>
                <a:lnTo>
                  <a:pt x="10" y="20"/>
                </a:lnTo>
                <a:lnTo>
                  <a:pt x="20" y="20"/>
                </a:lnTo>
                <a:lnTo>
                  <a:pt x="20" y="10"/>
                </a:lnTo>
                <a:lnTo>
                  <a:pt x="20" y="0"/>
                </a:lnTo>
                <a:lnTo>
                  <a:pt x="10" y="0"/>
                </a:lnTo>
                <a:lnTo>
                  <a:pt x="10" y="10"/>
                </a:lnTo>
                <a:close/>
              </a:path>
            </a:pathLst>
          </a:custGeom>
          <a:solidFill>
            <a:srgbClr val="000000"/>
          </a:solidFill>
          <a:ln w="0">
            <a:solidFill>
              <a:srgbClr val="000000"/>
            </a:solidFill>
            <a:round/>
            <a:headEnd/>
            <a:tailEnd/>
          </a:ln>
        </p:spPr>
        <p:txBody>
          <a:bodyPr/>
          <a:lstStyle/>
          <a:p>
            <a:endParaRPr lang="en-US"/>
          </a:p>
        </p:txBody>
      </p:sp>
      <p:sp>
        <p:nvSpPr>
          <p:cNvPr id="67628" name="Freeform 65"/>
          <p:cNvSpPr>
            <a:spLocks/>
          </p:cNvSpPr>
          <p:nvPr/>
        </p:nvSpPr>
        <p:spPr bwMode="auto">
          <a:xfrm>
            <a:off x="6637338" y="2532063"/>
            <a:ext cx="22225" cy="17462"/>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29" name="Line 72"/>
          <p:cNvSpPr>
            <a:spLocks noChangeShapeType="1"/>
          </p:cNvSpPr>
          <p:nvPr/>
        </p:nvSpPr>
        <p:spPr bwMode="auto">
          <a:xfrm flipV="1">
            <a:off x="2325688" y="3500438"/>
            <a:ext cx="1587" cy="106362"/>
          </a:xfrm>
          <a:prstGeom prst="line">
            <a:avLst/>
          </a:prstGeom>
          <a:noFill/>
          <a:ln w="15875">
            <a:solidFill>
              <a:srgbClr val="00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30" name="Freeform 76"/>
          <p:cNvSpPr>
            <a:spLocks/>
          </p:cNvSpPr>
          <p:nvPr/>
        </p:nvSpPr>
        <p:spPr bwMode="auto">
          <a:xfrm>
            <a:off x="2935288" y="1792288"/>
            <a:ext cx="117475" cy="582612"/>
          </a:xfrm>
          <a:custGeom>
            <a:avLst/>
            <a:gdLst>
              <a:gd name="T0" fmla="*/ 2147483646 w 5"/>
              <a:gd name="T1" fmla="*/ 0 h 33"/>
              <a:gd name="T2" fmla="*/ 2147483646 w 5"/>
              <a:gd name="T3" fmla="*/ 2147483646 h 33"/>
              <a:gd name="T4" fmla="*/ 2147483646 w 5"/>
              <a:gd name="T5" fmla="*/ 2147483646 h 33"/>
              <a:gd name="T6" fmla="*/ 0 w 5"/>
              <a:gd name="T7" fmla="*/ 2147483646 h 33"/>
              <a:gd name="T8" fmla="*/ 0 60000 65536"/>
              <a:gd name="T9" fmla="*/ 0 60000 65536"/>
              <a:gd name="T10" fmla="*/ 0 60000 65536"/>
              <a:gd name="T11" fmla="*/ 0 60000 65536"/>
              <a:gd name="T12" fmla="*/ 0 w 5"/>
              <a:gd name="T13" fmla="*/ 0 h 33"/>
              <a:gd name="T14" fmla="*/ 5 w 5"/>
              <a:gd name="T15" fmla="*/ 33 h 33"/>
            </a:gdLst>
            <a:ahLst/>
            <a:cxnLst>
              <a:cxn ang="T8">
                <a:pos x="T0" y="T1"/>
              </a:cxn>
              <a:cxn ang="T9">
                <a:pos x="T2" y="T3"/>
              </a:cxn>
              <a:cxn ang="T10">
                <a:pos x="T4" y="T5"/>
              </a:cxn>
              <a:cxn ang="T11">
                <a:pos x="T6" y="T7"/>
              </a:cxn>
            </a:cxnLst>
            <a:rect l="T12" t="T13" r="T14" b="T15"/>
            <a:pathLst>
              <a:path w="5" h="33">
                <a:moveTo>
                  <a:pt x="2" y="0"/>
                </a:moveTo>
                <a:lnTo>
                  <a:pt x="2" y="24"/>
                </a:lnTo>
                <a:lnTo>
                  <a:pt x="5" y="24"/>
                </a:lnTo>
                <a:lnTo>
                  <a:pt x="0" y="33"/>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31" name="Freeform 77"/>
          <p:cNvSpPr>
            <a:spLocks/>
          </p:cNvSpPr>
          <p:nvPr/>
        </p:nvSpPr>
        <p:spPr bwMode="auto">
          <a:xfrm>
            <a:off x="2817813" y="1879600"/>
            <a:ext cx="117475" cy="495300"/>
          </a:xfrm>
          <a:custGeom>
            <a:avLst/>
            <a:gdLst>
              <a:gd name="T0" fmla="*/ 2147483646 w 5"/>
              <a:gd name="T1" fmla="*/ 0 h 28"/>
              <a:gd name="T2" fmla="*/ 2147483646 w 5"/>
              <a:gd name="T3" fmla="*/ 2147483646 h 28"/>
              <a:gd name="T4" fmla="*/ 0 w 5"/>
              <a:gd name="T5" fmla="*/ 2147483646 h 28"/>
              <a:gd name="T6" fmla="*/ 2147483646 w 5"/>
              <a:gd name="T7" fmla="*/ 2147483646 h 28"/>
              <a:gd name="T8" fmla="*/ 0 60000 65536"/>
              <a:gd name="T9" fmla="*/ 0 60000 65536"/>
              <a:gd name="T10" fmla="*/ 0 60000 65536"/>
              <a:gd name="T11" fmla="*/ 0 60000 65536"/>
              <a:gd name="T12" fmla="*/ 0 w 5"/>
              <a:gd name="T13" fmla="*/ 0 h 28"/>
              <a:gd name="T14" fmla="*/ 5 w 5"/>
              <a:gd name="T15" fmla="*/ 28 h 28"/>
            </a:gdLst>
            <a:ahLst/>
            <a:cxnLst>
              <a:cxn ang="T8">
                <a:pos x="T0" y="T1"/>
              </a:cxn>
              <a:cxn ang="T9">
                <a:pos x="T2" y="T3"/>
              </a:cxn>
              <a:cxn ang="T10">
                <a:pos x="T4" y="T5"/>
              </a:cxn>
              <a:cxn ang="T11">
                <a:pos x="T6" y="T7"/>
              </a:cxn>
            </a:cxnLst>
            <a:rect l="T12" t="T13" r="T14" b="T15"/>
            <a:pathLst>
              <a:path w="5" h="28">
                <a:moveTo>
                  <a:pt x="3" y="0"/>
                </a:moveTo>
                <a:lnTo>
                  <a:pt x="3" y="19"/>
                </a:lnTo>
                <a:lnTo>
                  <a:pt x="0" y="19"/>
                </a:lnTo>
                <a:lnTo>
                  <a:pt x="5" y="28"/>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32" name="Freeform 79"/>
          <p:cNvSpPr>
            <a:spLocks/>
          </p:cNvSpPr>
          <p:nvPr/>
        </p:nvSpPr>
        <p:spPr bwMode="auto">
          <a:xfrm>
            <a:off x="803275" y="1879600"/>
            <a:ext cx="2084388" cy="2255838"/>
          </a:xfrm>
          <a:custGeom>
            <a:avLst/>
            <a:gdLst>
              <a:gd name="T0" fmla="*/ 2147483646 w 89"/>
              <a:gd name="T1" fmla="*/ 0 h 128"/>
              <a:gd name="T2" fmla="*/ 0 w 89"/>
              <a:gd name="T3" fmla="*/ 0 h 128"/>
              <a:gd name="T4" fmla="*/ 0 w 89"/>
              <a:gd name="T5" fmla="*/ 2147483646 h 128"/>
              <a:gd name="T6" fmla="*/ 2147483646 w 89"/>
              <a:gd name="T7" fmla="*/ 2147483646 h 128"/>
              <a:gd name="T8" fmla="*/ 0 60000 65536"/>
              <a:gd name="T9" fmla="*/ 0 60000 65536"/>
              <a:gd name="T10" fmla="*/ 0 60000 65536"/>
              <a:gd name="T11" fmla="*/ 0 60000 65536"/>
              <a:gd name="T12" fmla="*/ 0 w 89"/>
              <a:gd name="T13" fmla="*/ 0 h 128"/>
              <a:gd name="T14" fmla="*/ 89 w 89"/>
              <a:gd name="T15" fmla="*/ 128 h 128"/>
            </a:gdLst>
            <a:ahLst/>
            <a:cxnLst>
              <a:cxn ang="T8">
                <a:pos x="T0" y="T1"/>
              </a:cxn>
              <a:cxn ang="T9">
                <a:pos x="T2" y="T3"/>
              </a:cxn>
              <a:cxn ang="T10">
                <a:pos x="T4" y="T5"/>
              </a:cxn>
              <a:cxn ang="T11">
                <a:pos x="T6" y="T7"/>
              </a:cxn>
            </a:cxnLst>
            <a:rect l="T12" t="T13" r="T14" b="T15"/>
            <a:pathLst>
              <a:path w="89" h="128">
                <a:moveTo>
                  <a:pt x="89" y="0"/>
                </a:moveTo>
                <a:lnTo>
                  <a:pt x="0" y="0"/>
                </a:lnTo>
                <a:lnTo>
                  <a:pt x="0" y="128"/>
                </a:lnTo>
                <a:lnTo>
                  <a:pt x="15" y="128"/>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33" name="Freeform 80"/>
          <p:cNvSpPr>
            <a:spLocks/>
          </p:cNvSpPr>
          <p:nvPr/>
        </p:nvSpPr>
        <p:spPr bwMode="auto">
          <a:xfrm>
            <a:off x="685800" y="1792288"/>
            <a:ext cx="2319338" cy="2430462"/>
          </a:xfrm>
          <a:custGeom>
            <a:avLst/>
            <a:gdLst>
              <a:gd name="T0" fmla="*/ 2147483646 w 99"/>
              <a:gd name="T1" fmla="*/ 0 h 138"/>
              <a:gd name="T2" fmla="*/ 0 w 99"/>
              <a:gd name="T3" fmla="*/ 0 h 138"/>
              <a:gd name="T4" fmla="*/ 0 w 99"/>
              <a:gd name="T5" fmla="*/ 2147483646 h 138"/>
              <a:gd name="T6" fmla="*/ 2147483646 w 99"/>
              <a:gd name="T7" fmla="*/ 2147483646 h 138"/>
              <a:gd name="T8" fmla="*/ 0 60000 65536"/>
              <a:gd name="T9" fmla="*/ 0 60000 65536"/>
              <a:gd name="T10" fmla="*/ 0 60000 65536"/>
              <a:gd name="T11" fmla="*/ 0 60000 65536"/>
              <a:gd name="T12" fmla="*/ 0 w 99"/>
              <a:gd name="T13" fmla="*/ 0 h 138"/>
              <a:gd name="T14" fmla="*/ 99 w 99"/>
              <a:gd name="T15" fmla="*/ 138 h 138"/>
            </a:gdLst>
            <a:ahLst/>
            <a:cxnLst>
              <a:cxn ang="T8">
                <a:pos x="T0" y="T1"/>
              </a:cxn>
              <a:cxn ang="T9">
                <a:pos x="T2" y="T3"/>
              </a:cxn>
              <a:cxn ang="T10">
                <a:pos x="T4" y="T5"/>
              </a:cxn>
              <a:cxn ang="T11">
                <a:pos x="T6" y="T7"/>
              </a:cxn>
            </a:cxnLst>
            <a:rect l="T12" t="T13" r="T14" b="T15"/>
            <a:pathLst>
              <a:path w="99" h="138">
                <a:moveTo>
                  <a:pt x="99" y="0"/>
                </a:moveTo>
                <a:lnTo>
                  <a:pt x="0" y="0"/>
                </a:lnTo>
                <a:lnTo>
                  <a:pt x="0" y="138"/>
                </a:lnTo>
                <a:lnTo>
                  <a:pt x="23" y="138"/>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34" name="Rectangle 85"/>
          <p:cNvSpPr>
            <a:spLocks noChangeArrowheads="1"/>
          </p:cNvSpPr>
          <p:nvPr/>
        </p:nvSpPr>
        <p:spPr bwMode="auto">
          <a:xfrm>
            <a:off x="4551363" y="3941763"/>
            <a:ext cx="128746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en-US" sz="1600" b="1">
                <a:solidFill>
                  <a:srgbClr val="000000"/>
                </a:solidFill>
                <a:latin typeface="Nimbus Roman No9 L"/>
              </a:rPr>
              <a:t>Add/Subtract</a:t>
            </a:r>
            <a:endParaRPr lang="en-CA" altLang="en-US" sz="1600" b="1">
              <a:latin typeface="Times New Roman" panose="02020603050405020304" pitchFamily="18" charset="0"/>
            </a:endParaRPr>
          </a:p>
        </p:txBody>
      </p:sp>
      <p:sp>
        <p:nvSpPr>
          <p:cNvPr id="67635" name="Freeform 86"/>
          <p:cNvSpPr>
            <a:spLocks/>
          </p:cNvSpPr>
          <p:nvPr/>
        </p:nvSpPr>
        <p:spPr bwMode="auto">
          <a:xfrm>
            <a:off x="1670050" y="2673350"/>
            <a:ext cx="47625" cy="34925"/>
          </a:xfrm>
          <a:custGeom>
            <a:avLst/>
            <a:gdLst>
              <a:gd name="T0" fmla="*/ 2147483646 w 20"/>
              <a:gd name="T1" fmla="*/ 2147483646 h 20"/>
              <a:gd name="T2" fmla="*/ 2147483646 w 20"/>
              <a:gd name="T3" fmla="*/ 0 h 20"/>
              <a:gd name="T4" fmla="*/ 0 w 20"/>
              <a:gd name="T5" fmla="*/ 0 h 20"/>
              <a:gd name="T6" fmla="*/ 0 w 20"/>
              <a:gd name="T7" fmla="*/ 2147483646 h 20"/>
              <a:gd name="T8" fmla="*/ 0 w 20"/>
              <a:gd name="T9" fmla="*/ 2147483646 h 20"/>
              <a:gd name="T10" fmla="*/ 2147483646 w 20"/>
              <a:gd name="T11" fmla="*/ 2147483646 h 20"/>
              <a:gd name="T12" fmla="*/ 2147483646 w 20"/>
              <a:gd name="T13" fmla="*/ 2147483646 h 20"/>
              <a:gd name="T14" fmla="*/ 2147483646 w 20"/>
              <a:gd name="T15" fmla="*/ 2147483646 h 20"/>
              <a:gd name="T16" fmla="*/ 2147483646 w 20"/>
              <a:gd name="T17" fmla="*/ 0 h 20"/>
              <a:gd name="T18" fmla="*/ 2147483646 w 20"/>
              <a:gd name="T19" fmla="*/ 0 h 20"/>
              <a:gd name="T20" fmla="*/ 2147483646 w 20"/>
              <a:gd name="T21" fmla="*/ 2147483646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0"/>
              <a:gd name="T35" fmla="*/ 20 w 20"/>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0">
                <a:moveTo>
                  <a:pt x="10" y="10"/>
                </a:moveTo>
                <a:lnTo>
                  <a:pt x="10" y="0"/>
                </a:lnTo>
                <a:lnTo>
                  <a:pt x="0" y="0"/>
                </a:lnTo>
                <a:lnTo>
                  <a:pt x="0" y="10"/>
                </a:lnTo>
                <a:lnTo>
                  <a:pt x="0" y="20"/>
                </a:lnTo>
                <a:lnTo>
                  <a:pt x="10" y="20"/>
                </a:lnTo>
                <a:lnTo>
                  <a:pt x="20" y="20"/>
                </a:lnTo>
                <a:lnTo>
                  <a:pt x="20" y="10"/>
                </a:lnTo>
                <a:lnTo>
                  <a:pt x="20" y="0"/>
                </a:lnTo>
                <a:lnTo>
                  <a:pt x="10" y="0"/>
                </a:lnTo>
                <a:lnTo>
                  <a:pt x="10" y="10"/>
                </a:lnTo>
                <a:close/>
              </a:path>
            </a:pathLst>
          </a:custGeom>
          <a:solidFill>
            <a:srgbClr val="000000"/>
          </a:solidFill>
          <a:ln w="0">
            <a:solidFill>
              <a:srgbClr val="000000"/>
            </a:solidFill>
            <a:round/>
            <a:headEnd/>
            <a:tailEnd/>
          </a:ln>
        </p:spPr>
        <p:txBody>
          <a:bodyPr/>
          <a:lstStyle/>
          <a:p>
            <a:endParaRPr lang="en-US"/>
          </a:p>
        </p:txBody>
      </p:sp>
      <p:sp>
        <p:nvSpPr>
          <p:cNvPr id="67636" name="Freeform 89"/>
          <p:cNvSpPr>
            <a:spLocks/>
          </p:cNvSpPr>
          <p:nvPr/>
        </p:nvSpPr>
        <p:spPr bwMode="auto">
          <a:xfrm>
            <a:off x="7454900" y="5684838"/>
            <a:ext cx="47625" cy="104775"/>
          </a:xfrm>
          <a:custGeom>
            <a:avLst/>
            <a:gdLst>
              <a:gd name="T0" fmla="*/ 2147483646 w 2"/>
              <a:gd name="T1" fmla="*/ 2147483646 h 6"/>
              <a:gd name="T2" fmla="*/ 2147483646 w 2"/>
              <a:gd name="T3" fmla="*/ 0 h 6"/>
              <a:gd name="T4" fmla="*/ 0 w 2"/>
              <a:gd name="T5" fmla="*/ 2147483646 h 6"/>
              <a:gd name="T6" fmla="*/ 2147483646 w 2"/>
              <a:gd name="T7" fmla="*/ 2147483646 h 6"/>
              <a:gd name="T8" fmla="*/ 2147483646 w 2"/>
              <a:gd name="T9" fmla="*/ 2147483646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2" y="6"/>
                </a:moveTo>
                <a:lnTo>
                  <a:pt x="1" y="0"/>
                </a:lnTo>
                <a:lnTo>
                  <a:pt x="0" y="6"/>
                </a:lnTo>
                <a:lnTo>
                  <a:pt x="1" y="6"/>
                </a:lnTo>
                <a:lnTo>
                  <a:pt x="2" y="6"/>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37" name="Freeform 90"/>
          <p:cNvSpPr>
            <a:spLocks/>
          </p:cNvSpPr>
          <p:nvPr/>
        </p:nvSpPr>
        <p:spPr bwMode="auto">
          <a:xfrm>
            <a:off x="7454900" y="5684838"/>
            <a:ext cx="47625" cy="104775"/>
          </a:xfrm>
          <a:custGeom>
            <a:avLst/>
            <a:gdLst>
              <a:gd name="T0" fmla="*/ 2147483646 w 20"/>
              <a:gd name="T1" fmla="*/ 2147483646 h 60"/>
              <a:gd name="T2" fmla="*/ 2147483646 w 20"/>
              <a:gd name="T3" fmla="*/ 0 h 60"/>
              <a:gd name="T4" fmla="*/ 0 w 20"/>
              <a:gd name="T5" fmla="*/ 2147483646 h 60"/>
              <a:gd name="T6" fmla="*/ 2147483646 w 20"/>
              <a:gd name="T7" fmla="*/ 2147483646 h 60"/>
              <a:gd name="T8" fmla="*/ 2147483646 w 20"/>
              <a:gd name="T9" fmla="*/ 2147483646 h 60"/>
              <a:gd name="T10" fmla="*/ 0 60000 65536"/>
              <a:gd name="T11" fmla="*/ 0 60000 65536"/>
              <a:gd name="T12" fmla="*/ 0 60000 65536"/>
              <a:gd name="T13" fmla="*/ 0 60000 65536"/>
              <a:gd name="T14" fmla="*/ 0 60000 65536"/>
              <a:gd name="T15" fmla="*/ 0 w 20"/>
              <a:gd name="T16" fmla="*/ 0 h 60"/>
              <a:gd name="T17" fmla="*/ 20 w 20"/>
              <a:gd name="T18" fmla="*/ 60 h 60"/>
            </a:gdLst>
            <a:ahLst/>
            <a:cxnLst>
              <a:cxn ang="T10">
                <a:pos x="T0" y="T1"/>
              </a:cxn>
              <a:cxn ang="T11">
                <a:pos x="T2" y="T3"/>
              </a:cxn>
              <a:cxn ang="T12">
                <a:pos x="T4" y="T5"/>
              </a:cxn>
              <a:cxn ang="T13">
                <a:pos x="T6" y="T7"/>
              </a:cxn>
              <a:cxn ang="T14">
                <a:pos x="T8" y="T9"/>
              </a:cxn>
            </a:cxnLst>
            <a:rect l="T15" t="T16" r="T17" b="T18"/>
            <a:pathLst>
              <a:path w="20" h="60">
                <a:moveTo>
                  <a:pt x="20" y="60"/>
                </a:moveTo>
                <a:lnTo>
                  <a:pt x="10" y="0"/>
                </a:lnTo>
                <a:lnTo>
                  <a:pt x="0" y="60"/>
                </a:lnTo>
                <a:lnTo>
                  <a:pt x="10" y="60"/>
                </a:lnTo>
                <a:lnTo>
                  <a:pt x="20" y="60"/>
                </a:lnTo>
                <a:close/>
              </a:path>
            </a:pathLst>
          </a:custGeom>
          <a:solidFill>
            <a:srgbClr val="000000"/>
          </a:solidFill>
          <a:ln w="0">
            <a:solidFill>
              <a:srgbClr val="000000"/>
            </a:solidFill>
            <a:round/>
            <a:headEnd/>
            <a:tailEnd/>
          </a:ln>
        </p:spPr>
        <p:txBody>
          <a:bodyPr/>
          <a:lstStyle/>
          <a:p>
            <a:endParaRPr lang="en-US"/>
          </a:p>
        </p:txBody>
      </p:sp>
      <p:sp>
        <p:nvSpPr>
          <p:cNvPr id="67638" name="Freeform 91"/>
          <p:cNvSpPr>
            <a:spLocks/>
          </p:cNvSpPr>
          <p:nvPr/>
        </p:nvSpPr>
        <p:spPr bwMode="auto">
          <a:xfrm>
            <a:off x="1012825" y="4222750"/>
            <a:ext cx="6465888" cy="1797050"/>
          </a:xfrm>
          <a:custGeom>
            <a:avLst/>
            <a:gdLst>
              <a:gd name="T0" fmla="*/ 2147483646 w 276"/>
              <a:gd name="T1" fmla="*/ 2147483646 h 102"/>
              <a:gd name="T2" fmla="*/ 2147483646 w 276"/>
              <a:gd name="T3" fmla="*/ 2147483646 h 102"/>
              <a:gd name="T4" fmla="*/ 0 w 276"/>
              <a:gd name="T5" fmla="*/ 2147483646 h 102"/>
              <a:gd name="T6" fmla="*/ 0 w 276"/>
              <a:gd name="T7" fmla="*/ 0 h 102"/>
              <a:gd name="T8" fmla="*/ 0 60000 65536"/>
              <a:gd name="T9" fmla="*/ 0 60000 65536"/>
              <a:gd name="T10" fmla="*/ 0 60000 65536"/>
              <a:gd name="T11" fmla="*/ 0 60000 65536"/>
              <a:gd name="T12" fmla="*/ 0 w 276"/>
              <a:gd name="T13" fmla="*/ 0 h 102"/>
              <a:gd name="T14" fmla="*/ 276 w 276"/>
              <a:gd name="T15" fmla="*/ 102 h 102"/>
            </a:gdLst>
            <a:ahLst/>
            <a:cxnLst>
              <a:cxn ang="T8">
                <a:pos x="T0" y="T1"/>
              </a:cxn>
              <a:cxn ang="T9">
                <a:pos x="T2" y="T3"/>
              </a:cxn>
              <a:cxn ang="T10">
                <a:pos x="T4" y="T5"/>
              </a:cxn>
              <a:cxn ang="T11">
                <a:pos x="T6" y="T7"/>
              </a:cxn>
            </a:cxnLst>
            <a:rect l="T12" t="T13" r="T14" b="T15"/>
            <a:pathLst>
              <a:path w="276" h="102">
                <a:moveTo>
                  <a:pt x="276" y="90"/>
                </a:moveTo>
                <a:lnTo>
                  <a:pt x="276" y="102"/>
                </a:lnTo>
                <a:lnTo>
                  <a:pt x="0" y="102"/>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39" name="Line 92"/>
          <p:cNvSpPr>
            <a:spLocks noChangeShapeType="1"/>
          </p:cNvSpPr>
          <p:nvPr/>
        </p:nvSpPr>
        <p:spPr bwMode="auto">
          <a:xfrm>
            <a:off x="3473450" y="4505325"/>
            <a:ext cx="1588" cy="7048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40" name="Line 93"/>
          <p:cNvSpPr>
            <a:spLocks noChangeShapeType="1"/>
          </p:cNvSpPr>
          <p:nvPr/>
        </p:nvSpPr>
        <p:spPr bwMode="auto">
          <a:xfrm flipH="1">
            <a:off x="3122613" y="4514850"/>
            <a:ext cx="350837"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41" name="Line 94"/>
          <p:cNvSpPr>
            <a:spLocks noChangeShapeType="1"/>
          </p:cNvSpPr>
          <p:nvPr/>
        </p:nvSpPr>
        <p:spPr bwMode="auto">
          <a:xfrm>
            <a:off x="3355975" y="4575175"/>
            <a:ext cx="3175" cy="6350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42" name="Line 95"/>
          <p:cNvSpPr>
            <a:spLocks noChangeShapeType="1"/>
          </p:cNvSpPr>
          <p:nvPr/>
        </p:nvSpPr>
        <p:spPr bwMode="auto">
          <a:xfrm flipH="1">
            <a:off x="3074988" y="4575175"/>
            <a:ext cx="280987"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43" name="Rectangle 97"/>
          <p:cNvSpPr>
            <a:spLocks noChangeArrowheads="1"/>
          </p:cNvSpPr>
          <p:nvPr/>
        </p:nvSpPr>
        <p:spPr bwMode="auto">
          <a:xfrm>
            <a:off x="6659563" y="2971800"/>
            <a:ext cx="735012"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r>
              <a:rPr lang="en-CA" altLang="en-US" sz="1400" b="1">
                <a:solidFill>
                  <a:srgbClr val="000000"/>
                </a:solidFill>
                <a:latin typeface="Nimbus Roman No9 L"/>
              </a:rPr>
              <a:t>Quotient</a:t>
            </a:r>
          </a:p>
          <a:p>
            <a:pPr algn="ctr"/>
            <a:r>
              <a:rPr lang="en-CA" altLang="en-US" sz="1400" b="1">
                <a:solidFill>
                  <a:srgbClr val="000000"/>
                </a:solidFill>
                <a:latin typeface="Nimbus Roman No9 L"/>
              </a:rPr>
              <a:t>Setting</a:t>
            </a:r>
            <a:endParaRPr lang="en-CA" altLang="en-US" sz="1400" b="1">
              <a:latin typeface="Times New Roman" panose="02020603050405020304" pitchFamily="18" charset="0"/>
            </a:endParaRPr>
          </a:p>
        </p:txBody>
      </p:sp>
      <p:sp>
        <p:nvSpPr>
          <p:cNvPr id="67644" name="Rectangle 100"/>
          <p:cNvSpPr>
            <a:spLocks noChangeArrowheads="1"/>
          </p:cNvSpPr>
          <p:nvPr/>
        </p:nvSpPr>
        <p:spPr bwMode="auto">
          <a:xfrm>
            <a:off x="1609725" y="3959225"/>
            <a:ext cx="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CA" altLang="en-US" sz="2400">
              <a:latin typeface="Times New Roman" panose="02020603050405020304" pitchFamily="18" charset="0"/>
            </a:endParaRPr>
          </a:p>
        </p:txBody>
      </p:sp>
      <p:sp>
        <p:nvSpPr>
          <p:cNvPr id="67645" name="Rectangle 101"/>
          <p:cNvSpPr>
            <a:spLocks noChangeArrowheads="1"/>
          </p:cNvSpPr>
          <p:nvPr/>
        </p:nvSpPr>
        <p:spPr bwMode="auto">
          <a:xfrm>
            <a:off x="1482725" y="3959225"/>
            <a:ext cx="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CA" altLang="en-US" sz="2400">
              <a:latin typeface="Times New Roman" panose="02020603050405020304" pitchFamily="18" charset="0"/>
            </a:endParaRPr>
          </a:p>
        </p:txBody>
      </p:sp>
      <p:sp>
        <p:nvSpPr>
          <p:cNvPr id="67646" name="Freeform 103"/>
          <p:cNvSpPr>
            <a:spLocks/>
          </p:cNvSpPr>
          <p:nvPr/>
        </p:nvSpPr>
        <p:spPr bwMode="auto">
          <a:xfrm>
            <a:off x="2325688" y="4462463"/>
            <a:ext cx="796925" cy="87312"/>
          </a:xfrm>
          <a:custGeom>
            <a:avLst/>
            <a:gdLst>
              <a:gd name="T0" fmla="*/ 2147483646 w 34"/>
              <a:gd name="T1" fmla="*/ 2147483646 h 5"/>
              <a:gd name="T2" fmla="*/ 2147483646 w 34"/>
              <a:gd name="T3" fmla="*/ 2147483646 h 5"/>
              <a:gd name="T4" fmla="*/ 2147483646 w 34"/>
              <a:gd name="T5" fmla="*/ 0 h 5"/>
              <a:gd name="T6" fmla="*/ 0 w 34"/>
              <a:gd name="T7" fmla="*/ 2147483646 h 5"/>
              <a:gd name="T8" fmla="*/ 0 60000 65536"/>
              <a:gd name="T9" fmla="*/ 0 60000 65536"/>
              <a:gd name="T10" fmla="*/ 0 60000 65536"/>
              <a:gd name="T11" fmla="*/ 0 60000 65536"/>
              <a:gd name="T12" fmla="*/ 0 w 34"/>
              <a:gd name="T13" fmla="*/ 0 h 5"/>
              <a:gd name="T14" fmla="*/ 34 w 34"/>
              <a:gd name="T15" fmla="*/ 5 h 5"/>
            </a:gdLst>
            <a:ahLst/>
            <a:cxnLst>
              <a:cxn ang="T8">
                <a:pos x="T0" y="T1"/>
              </a:cxn>
              <a:cxn ang="T9">
                <a:pos x="T2" y="T3"/>
              </a:cxn>
              <a:cxn ang="T10">
                <a:pos x="T4" y="T5"/>
              </a:cxn>
              <a:cxn ang="T11">
                <a:pos x="T6" y="T7"/>
              </a:cxn>
            </a:cxnLst>
            <a:rect l="T12" t="T13" r="T14" b="T15"/>
            <a:pathLst>
              <a:path w="34" h="5">
                <a:moveTo>
                  <a:pt x="34" y="3"/>
                </a:moveTo>
                <a:lnTo>
                  <a:pt x="9" y="3"/>
                </a:lnTo>
                <a:lnTo>
                  <a:pt x="9" y="0"/>
                </a:lnTo>
                <a:lnTo>
                  <a:pt x="0" y="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47" name="Freeform 104"/>
          <p:cNvSpPr>
            <a:spLocks/>
          </p:cNvSpPr>
          <p:nvPr/>
        </p:nvSpPr>
        <p:spPr bwMode="auto">
          <a:xfrm>
            <a:off x="1223963" y="3517900"/>
            <a:ext cx="1101725" cy="1320800"/>
          </a:xfrm>
          <a:custGeom>
            <a:avLst/>
            <a:gdLst>
              <a:gd name="T0" fmla="*/ 2147483646 w 47"/>
              <a:gd name="T1" fmla="*/ 0 h 75"/>
              <a:gd name="T2" fmla="*/ 2147483646 w 47"/>
              <a:gd name="T3" fmla="*/ 2147483646 h 75"/>
              <a:gd name="T4" fmla="*/ 2147483646 w 47"/>
              <a:gd name="T5" fmla="*/ 2147483646 h 75"/>
              <a:gd name="T6" fmla="*/ 2147483646 w 47"/>
              <a:gd name="T7" fmla="*/ 2147483646 h 75"/>
              <a:gd name="T8" fmla="*/ 2147483646 w 47"/>
              <a:gd name="T9" fmla="*/ 2147483646 h 75"/>
              <a:gd name="T10" fmla="*/ 0 w 47"/>
              <a:gd name="T11" fmla="*/ 2147483646 h 75"/>
              <a:gd name="T12" fmla="*/ 0 w 47"/>
              <a:gd name="T13" fmla="*/ 2147483646 h 75"/>
              <a:gd name="T14" fmla="*/ 2147483646 w 47"/>
              <a:gd name="T15" fmla="*/ 0 h 75"/>
              <a:gd name="T16" fmla="*/ 0 60000 65536"/>
              <a:gd name="T17" fmla="*/ 0 60000 65536"/>
              <a:gd name="T18" fmla="*/ 0 60000 65536"/>
              <a:gd name="T19" fmla="*/ 0 60000 65536"/>
              <a:gd name="T20" fmla="*/ 0 60000 65536"/>
              <a:gd name="T21" fmla="*/ 0 60000 65536"/>
              <a:gd name="T22" fmla="*/ 0 60000 65536"/>
              <a:gd name="T23" fmla="*/ 0 60000 65536"/>
              <a:gd name="T24" fmla="*/ 0 w 47"/>
              <a:gd name="T25" fmla="*/ 0 h 75"/>
              <a:gd name="T26" fmla="*/ 47 w 47"/>
              <a:gd name="T27" fmla="*/ 75 h 7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 h="75">
                <a:moveTo>
                  <a:pt x="47" y="0"/>
                </a:moveTo>
                <a:lnTo>
                  <a:pt x="47" y="33"/>
                </a:lnTo>
                <a:lnTo>
                  <a:pt x="38" y="37"/>
                </a:lnTo>
                <a:lnTo>
                  <a:pt x="47" y="42"/>
                </a:lnTo>
                <a:lnTo>
                  <a:pt x="47" y="75"/>
                </a:lnTo>
                <a:lnTo>
                  <a:pt x="0" y="60"/>
                </a:lnTo>
                <a:lnTo>
                  <a:pt x="0" y="14"/>
                </a:lnTo>
                <a:lnTo>
                  <a:pt x="47"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48" name="Rectangle 105"/>
          <p:cNvSpPr>
            <a:spLocks noChangeArrowheads="1"/>
          </p:cNvSpPr>
          <p:nvPr/>
        </p:nvSpPr>
        <p:spPr bwMode="auto">
          <a:xfrm>
            <a:off x="3800475" y="2862263"/>
            <a:ext cx="1476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en-US" sz="1600" b="1">
                <a:solidFill>
                  <a:srgbClr val="000000"/>
                </a:solidFill>
                <a:latin typeface="Nimbus Roman No9 L"/>
              </a:rPr>
              <a:t>A</a:t>
            </a:r>
            <a:endParaRPr lang="en-CA" altLang="en-US" sz="1600" b="1">
              <a:latin typeface="Times New Roman" panose="02020603050405020304" pitchFamily="18" charset="0"/>
            </a:endParaRPr>
          </a:p>
        </p:txBody>
      </p:sp>
      <p:sp>
        <p:nvSpPr>
          <p:cNvPr id="67649" name="Oval 106"/>
          <p:cNvSpPr>
            <a:spLocks noChangeArrowheads="1"/>
          </p:cNvSpPr>
          <p:nvPr/>
        </p:nvSpPr>
        <p:spPr bwMode="auto">
          <a:xfrm>
            <a:off x="6480175" y="3419475"/>
            <a:ext cx="1978025" cy="2236788"/>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US" altLang="en-US">
              <a:latin typeface="Cambria" panose="02040503050406030204" pitchFamily="18" charset="0"/>
            </a:endParaRPr>
          </a:p>
        </p:txBody>
      </p:sp>
      <p:grpSp>
        <p:nvGrpSpPr>
          <p:cNvPr id="67650" name="Group 111"/>
          <p:cNvGrpSpPr>
            <a:grpSpLocks/>
          </p:cNvGrpSpPr>
          <p:nvPr/>
        </p:nvGrpSpPr>
        <p:grpSpPr bwMode="auto">
          <a:xfrm>
            <a:off x="1857375" y="5181600"/>
            <a:ext cx="3114675" cy="361950"/>
            <a:chOff x="1857271" y="5181600"/>
            <a:chExt cx="3114571" cy="361836"/>
          </a:xfrm>
        </p:grpSpPr>
        <p:sp>
          <p:nvSpPr>
            <p:cNvPr id="67665" name="Line 13"/>
            <p:cNvSpPr>
              <a:spLocks noChangeShapeType="1"/>
            </p:cNvSpPr>
            <p:nvPr/>
          </p:nvSpPr>
          <p:spPr bwMode="auto">
            <a:xfrm flipV="1">
              <a:off x="4363893" y="5209454"/>
              <a:ext cx="2339" cy="33398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66" name="Line 14"/>
            <p:cNvSpPr>
              <a:spLocks noChangeShapeType="1"/>
            </p:cNvSpPr>
            <p:nvPr/>
          </p:nvSpPr>
          <p:spPr bwMode="auto">
            <a:xfrm flipV="1">
              <a:off x="3122274" y="5209454"/>
              <a:ext cx="2338" cy="33398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67" name="Rectangle 52"/>
            <p:cNvSpPr>
              <a:spLocks noChangeArrowheads="1"/>
            </p:cNvSpPr>
            <p:nvPr/>
          </p:nvSpPr>
          <p:spPr bwMode="auto">
            <a:xfrm>
              <a:off x="4550954" y="5227032"/>
              <a:ext cx="2580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en-US" sz="1600" b="1" i="1">
                  <a:solidFill>
                    <a:srgbClr val="000000"/>
                  </a:solidFill>
                  <a:latin typeface="Nimbus Roman No9 L"/>
                </a:rPr>
                <a:t>m</a:t>
              </a:r>
              <a:r>
                <a:rPr lang="en-CA" altLang="en-US" sz="1600" b="1" i="1" baseline="-25000">
                  <a:solidFill>
                    <a:srgbClr val="000000"/>
                  </a:solidFill>
                  <a:latin typeface="Nimbus Roman No9 L"/>
                </a:rPr>
                <a:t>0</a:t>
              </a:r>
              <a:endParaRPr lang="en-CA" altLang="en-US" sz="1600" b="1" baseline="-25000">
                <a:latin typeface="Times New Roman" panose="02020603050405020304" pitchFamily="18" charset="0"/>
              </a:endParaRPr>
            </a:p>
          </p:txBody>
        </p:sp>
        <p:sp>
          <p:nvSpPr>
            <p:cNvPr id="67668" name="Freeform 54"/>
            <p:cNvSpPr>
              <a:spLocks/>
            </p:cNvSpPr>
            <p:nvPr/>
          </p:nvSpPr>
          <p:spPr bwMode="auto">
            <a:xfrm>
              <a:off x="3566545" y="5350078"/>
              <a:ext cx="46765" cy="35156"/>
            </a:xfrm>
            <a:custGeom>
              <a:avLst/>
              <a:gdLst>
                <a:gd name="T0" fmla="*/ 2147483646 w 20"/>
                <a:gd name="T1" fmla="*/ 2147483646 h 20"/>
                <a:gd name="T2" fmla="*/ 2147483646 w 20"/>
                <a:gd name="T3" fmla="*/ 0 h 20"/>
                <a:gd name="T4" fmla="*/ 0 w 20"/>
                <a:gd name="T5" fmla="*/ 0 h 20"/>
                <a:gd name="T6" fmla="*/ 0 w 20"/>
                <a:gd name="T7" fmla="*/ 2147483646 h 20"/>
                <a:gd name="T8" fmla="*/ 0 w 20"/>
                <a:gd name="T9" fmla="*/ 2147483646 h 20"/>
                <a:gd name="T10" fmla="*/ 2147483646 w 20"/>
                <a:gd name="T11" fmla="*/ 2147483646 h 20"/>
                <a:gd name="T12" fmla="*/ 2147483646 w 20"/>
                <a:gd name="T13" fmla="*/ 2147483646 h 20"/>
                <a:gd name="T14" fmla="*/ 2147483646 w 20"/>
                <a:gd name="T15" fmla="*/ 2147483646 h 20"/>
                <a:gd name="T16" fmla="*/ 2147483646 w 20"/>
                <a:gd name="T17" fmla="*/ 0 h 20"/>
                <a:gd name="T18" fmla="*/ 2147483646 w 20"/>
                <a:gd name="T19" fmla="*/ 0 h 20"/>
                <a:gd name="T20" fmla="*/ 2147483646 w 20"/>
                <a:gd name="T21" fmla="*/ 2147483646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0"/>
                <a:gd name="T35" fmla="*/ 20 w 20"/>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0">
                  <a:moveTo>
                    <a:pt x="10" y="10"/>
                  </a:moveTo>
                  <a:lnTo>
                    <a:pt x="10" y="0"/>
                  </a:lnTo>
                  <a:lnTo>
                    <a:pt x="0" y="0"/>
                  </a:lnTo>
                  <a:lnTo>
                    <a:pt x="0" y="10"/>
                  </a:lnTo>
                  <a:lnTo>
                    <a:pt x="0" y="20"/>
                  </a:lnTo>
                  <a:lnTo>
                    <a:pt x="10" y="20"/>
                  </a:lnTo>
                  <a:lnTo>
                    <a:pt x="20" y="20"/>
                  </a:lnTo>
                  <a:lnTo>
                    <a:pt x="20" y="10"/>
                  </a:lnTo>
                  <a:lnTo>
                    <a:pt x="20" y="0"/>
                  </a:lnTo>
                  <a:lnTo>
                    <a:pt x="10" y="0"/>
                  </a:lnTo>
                  <a:lnTo>
                    <a:pt x="10" y="10"/>
                  </a:lnTo>
                  <a:close/>
                </a:path>
              </a:pathLst>
            </a:custGeom>
            <a:solidFill>
              <a:srgbClr val="000000"/>
            </a:solidFill>
            <a:ln w="0">
              <a:solidFill>
                <a:srgbClr val="000000"/>
              </a:solidFill>
              <a:round/>
              <a:headEnd/>
              <a:tailEnd/>
            </a:ln>
          </p:spPr>
          <p:txBody>
            <a:bodyPr/>
            <a:lstStyle/>
            <a:p>
              <a:endParaRPr lang="en-US"/>
            </a:p>
          </p:txBody>
        </p:sp>
        <p:sp>
          <p:nvSpPr>
            <p:cNvPr id="67669" name="Freeform 57"/>
            <p:cNvSpPr>
              <a:spLocks/>
            </p:cNvSpPr>
            <p:nvPr/>
          </p:nvSpPr>
          <p:spPr bwMode="auto">
            <a:xfrm>
              <a:off x="3730223" y="5367656"/>
              <a:ext cx="23383" cy="17578"/>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70" name="Freeform 58"/>
            <p:cNvSpPr>
              <a:spLocks/>
            </p:cNvSpPr>
            <p:nvPr/>
          </p:nvSpPr>
          <p:spPr bwMode="auto">
            <a:xfrm>
              <a:off x="3847137" y="5350078"/>
              <a:ext cx="46765" cy="35156"/>
            </a:xfrm>
            <a:custGeom>
              <a:avLst/>
              <a:gdLst>
                <a:gd name="T0" fmla="*/ 2147483646 w 20"/>
                <a:gd name="T1" fmla="*/ 2147483646 h 20"/>
                <a:gd name="T2" fmla="*/ 2147483646 w 20"/>
                <a:gd name="T3" fmla="*/ 0 h 20"/>
                <a:gd name="T4" fmla="*/ 0 w 20"/>
                <a:gd name="T5" fmla="*/ 0 h 20"/>
                <a:gd name="T6" fmla="*/ 0 w 20"/>
                <a:gd name="T7" fmla="*/ 2147483646 h 20"/>
                <a:gd name="T8" fmla="*/ 0 w 20"/>
                <a:gd name="T9" fmla="*/ 2147483646 h 20"/>
                <a:gd name="T10" fmla="*/ 2147483646 w 20"/>
                <a:gd name="T11" fmla="*/ 2147483646 h 20"/>
                <a:gd name="T12" fmla="*/ 2147483646 w 20"/>
                <a:gd name="T13" fmla="*/ 2147483646 h 20"/>
                <a:gd name="T14" fmla="*/ 2147483646 w 20"/>
                <a:gd name="T15" fmla="*/ 2147483646 h 20"/>
                <a:gd name="T16" fmla="*/ 2147483646 w 20"/>
                <a:gd name="T17" fmla="*/ 0 h 20"/>
                <a:gd name="T18" fmla="*/ 2147483646 w 20"/>
                <a:gd name="T19" fmla="*/ 0 h 20"/>
                <a:gd name="T20" fmla="*/ 2147483646 w 20"/>
                <a:gd name="T21" fmla="*/ 2147483646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0"/>
                <a:gd name="T35" fmla="*/ 20 w 20"/>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0">
                  <a:moveTo>
                    <a:pt x="10" y="10"/>
                  </a:moveTo>
                  <a:lnTo>
                    <a:pt x="10" y="0"/>
                  </a:lnTo>
                  <a:lnTo>
                    <a:pt x="0" y="0"/>
                  </a:lnTo>
                  <a:lnTo>
                    <a:pt x="0" y="10"/>
                  </a:lnTo>
                  <a:lnTo>
                    <a:pt x="0" y="20"/>
                  </a:lnTo>
                  <a:lnTo>
                    <a:pt x="10" y="20"/>
                  </a:lnTo>
                  <a:lnTo>
                    <a:pt x="20" y="20"/>
                  </a:lnTo>
                  <a:lnTo>
                    <a:pt x="20" y="10"/>
                  </a:lnTo>
                  <a:lnTo>
                    <a:pt x="20" y="0"/>
                  </a:lnTo>
                  <a:lnTo>
                    <a:pt x="10" y="0"/>
                  </a:lnTo>
                  <a:lnTo>
                    <a:pt x="10" y="10"/>
                  </a:lnTo>
                  <a:close/>
                </a:path>
              </a:pathLst>
            </a:custGeom>
            <a:solidFill>
              <a:srgbClr val="000000"/>
            </a:solidFill>
            <a:ln w="0">
              <a:solidFill>
                <a:srgbClr val="000000"/>
              </a:solidFill>
              <a:round/>
              <a:headEnd/>
              <a:tailEnd/>
            </a:ln>
          </p:spPr>
          <p:txBody>
            <a:bodyPr/>
            <a:lstStyle/>
            <a:p>
              <a:endParaRPr lang="en-US"/>
            </a:p>
          </p:txBody>
        </p:sp>
        <p:sp>
          <p:nvSpPr>
            <p:cNvPr id="67671" name="Rectangle 84"/>
            <p:cNvSpPr>
              <a:spLocks noChangeArrowheads="1"/>
            </p:cNvSpPr>
            <p:nvPr/>
          </p:nvSpPr>
          <p:spPr bwMode="auto">
            <a:xfrm>
              <a:off x="2114480" y="5262188"/>
              <a:ext cx="1138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en-US" sz="1600" b="1">
                  <a:solidFill>
                    <a:srgbClr val="000000"/>
                  </a:solidFill>
                  <a:latin typeface="Nimbus Roman No9 L"/>
                </a:rPr>
                <a:t>0</a:t>
              </a:r>
              <a:endParaRPr lang="en-CA" altLang="en-US" sz="1600" b="1">
                <a:latin typeface="Times New Roman" panose="02020603050405020304" pitchFamily="18" charset="0"/>
              </a:endParaRPr>
            </a:p>
          </p:txBody>
        </p:sp>
        <p:sp>
          <p:nvSpPr>
            <p:cNvPr id="67672" name="Rectangle 96"/>
            <p:cNvSpPr>
              <a:spLocks noChangeArrowheads="1"/>
            </p:cNvSpPr>
            <p:nvPr/>
          </p:nvSpPr>
          <p:spPr bwMode="auto">
            <a:xfrm>
              <a:off x="1857271" y="5181600"/>
              <a:ext cx="3114571" cy="361836"/>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US" altLang="en-US">
                <a:latin typeface="Cambria" panose="02040503050406030204" pitchFamily="18" charset="0"/>
              </a:endParaRPr>
            </a:p>
          </p:txBody>
        </p:sp>
        <p:sp>
          <p:nvSpPr>
            <p:cNvPr id="67673" name="Rectangle 52"/>
            <p:cNvSpPr>
              <a:spLocks noChangeArrowheads="1"/>
            </p:cNvSpPr>
            <p:nvPr/>
          </p:nvSpPr>
          <p:spPr bwMode="auto">
            <a:xfrm>
              <a:off x="2590800" y="5240179"/>
              <a:ext cx="38632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en-US" sz="1600" b="1" i="1">
                  <a:solidFill>
                    <a:srgbClr val="000000"/>
                  </a:solidFill>
                  <a:latin typeface="Nimbus Roman No9 L"/>
                </a:rPr>
                <a:t>m</a:t>
              </a:r>
              <a:r>
                <a:rPr lang="en-CA" altLang="en-US" sz="1600" b="1" i="1" baseline="-25000">
                  <a:solidFill>
                    <a:srgbClr val="000000"/>
                  </a:solidFill>
                  <a:latin typeface="Nimbus Roman No9 L"/>
                </a:rPr>
                <a:t>n-1</a:t>
              </a:r>
              <a:endParaRPr lang="en-CA" altLang="en-US" sz="1600" b="1" baseline="-25000">
                <a:latin typeface="Times New Roman" panose="02020603050405020304" pitchFamily="18" charset="0"/>
              </a:endParaRPr>
            </a:p>
          </p:txBody>
        </p:sp>
        <p:sp>
          <p:nvSpPr>
            <p:cNvPr id="67674" name="Line 14"/>
            <p:cNvSpPr>
              <a:spLocks noChangeShapeType="1"/>
            </p:cNvSpPr>
            <p:nvPr/>
          </p:nvSpPr>
          <p:spPr bwMode="auto">
            <a:xfrm flipV="1">
              <a:off x="2436062" y="5181600"/>
              <a:ext cx="2338" cy="33398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7651" name="Group 112"/>
          <p:cNvGrpSpPr>
            <a:grpSpLocks/>
          </p:cNvGrpSpPr>
          <p:nvPr/>
        </p:nvGrpSpPr>
        <p:grpSpPr bwMode="auto">
          <a:xfrm>
            <a:off x="1447800" y="2362200"/>
            <a:ext cx="3114675" cy="361950"/>
            <a:chOff x="1857271" y="5181600"/>
            <a:chExt cx="3114571" cy="361836"/>
          </a:xfrm>
        </p:grpSpPr>
        <p:sp>
          <p:nvSpPr>
            <p:cNvPr id="67655" name="Line 13"/>
            <p:cNvSpPr>
              <a:spLocks noChangeShapeType="1"/>
            </p:cNvSpPr>
            <p:nvPr/>
          </p:nvSpPr>
          <p:spPr bwMode="auto">
            <a:xfrm flipV="1">
              <a:off x="4363893" y="5209454"/>
              <a:ext cx="2339" cy="33398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56" name="Line 14"/>
            <p:cNvSpPr>
              <a:spLocks noChangeShapeType="1"/>
            </p:cNvSpPr>
            <p:nvPr/>
          </p:nvSpPr>
          <p:spPr bwMode="auto">
            <a:xfrm flipV="1">
              <a:off x="3122274" y="5209454"/>
              <a:ext cx="2338" cy="33398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57" name="Rectangle 52"/>
            <p:cNvSpPr>
              <a:spLocks noChangeArrowheads="1"/>
            </p:cNvSpPr>
            <p:nvPr/>
          </p:nvSpPr>
          <p:spPr bwMode="auto">
            <a:xfrm>
              <a:off x="4550954" y="5227032"/>
              <a:ext cx="18915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en-US" sz="1600" b="1" i="1">
                  <a:solidFill>
                    <a:srgbClr val="000000"/>
                  </a:solidFill>
                  <a:latin typeface="Nimbus Roman No9 L"/>
                </a:rPr>
                <a:t>a</a:t>
              </a:r>
              <a:r>
                <a:rPr lang="en-CA" altLang="en-US" sz="1600" b="1" i="1" baseline="-25000">
                  <a:solidFill>
                    <a:srgbClr val="000000"/>
                  </a:solidFill>
                  <a:latin typeface="Nimbus Roman No9 L"/>
                </a:rPr>
                <a:t>0</a:t>
              </a:r>
              <a:endParaRPr lang="en-CA" altLang="en-US" sz="1600" b="1" baseline="-25000">
                <a:latin typeface="Times New Roman" panose="02020603050405020304" pitchFamily="18" charset="0"/>
              </a:endParaRPr>
            </a:p>
          </p:txBody>
        </p:sp>
        <p:sp>
          <p:nvSpPr>
            <p:cNvPr id="67658" name="Freeform 54"/>
            <p:cNvSpPr>
              <a:spLocks/>
            </p:cNvSpPr>
            <p:nvPr/>
          </p:nvSpPr>
          <p:spPr bwMode="auto">
            <a:xfrm>
              <a:off x="3566545" y="5350078"/>
              <a:ext cx="46765" cy="35156"/>
            </a:xfrm>
            <a:custGeom>
              <a:avLst/>
              <a:gdLst>
                <a:gd name="T0" fmla="*/ 2147483646 w 20"/>
                <a:gd name="T1" fmla="*/ 2147483646 h 20"/>
                <a:gd name="T2" fmla="*/ 2147483646 w 20"/>
                <a:gd name="T3" fmla="*/ 0 h 20"/>
                <a:gd name="T4" fmla="*/ 0 w 20"/>
                <a:gd name="T5" fmla="*/ 0 h 20"/>
                <a:gd name="T6" fmla="*/ 0 w 20"/>
                <a:gd name="T7" fmla="*/ 2147483646 h 20"/>
                <a:gd name="T8" fmla="*/ 0 w 20"/>
                <a:gd name="T9" fmla="*/ 2147483646 h 20"/>
                <a:gd name="T10" fmla="*/ 2147483646 w 20"/>
                <a:gd name="T11" fmla="*/ 2147483646 h 20"/>
                <a:gd name="T12" fmla="*/ 2147483646 w 20"/>
                <a:gd name="T13" fmla="*/ 2147483646 h 20"/>
                <a:gd name="T14" fmla="*/ 2147483646 w 20"/>
                <a:gd name="T15" fmla="*/ 2147483646 h 20"/>
                <a:gd name="T16" fmla="*/ 2147483646 w 20"/>
                <a:gd name="T17" fmla="*/ 0 h 20"/>
                <a:gd name="T18" fmla="*/ 2147483646 w 20"/>
                <a:gd name="T19" fmla="*/ 0 h 20"/>
                <a:gd name="T20" fmla="*/ 2147483646 w 20"/>
                <a:gd name="T21" fmla="*/ 2147483646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0"/>
                <a:gd name="T35" fmla="*/ 20 w 20"/>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0">
                  <a:moveTo>
                    <a:pt x="10" y="10"/>
                  </a:moveTo>
                  <a:lnTo>
                    <a:pt x="10" y="0"/>
                  </a:lnTo>
                  <a:lnTo>
                    <a:pt x="0" y="0"/>
                  </a:lnTo>
                  <a:lnTo>
                    <a:pt x="0" y="10"/>
                  </a:lnTo>
                  <a:lnTo>
                    <a:pt x="0" y="20"/>
                  </a:lnTo>
                  <a:lnTo>
                    <a:pt x="10" y="20"/>
                  </a:lnTo>
                  <a:lnTo>
                    <a:pt x="20" y="20"/>
                  </a:lnTo>
                  <a:lnTo>
                    <a:pt x="20" y="10"/>
                  </a:lnTo>
                  <a:lnTo>
                    <a:pt x="20" y="0"/>
                  </a:lnTo>
                  <a:lnTo>
                    <a:pt x="10" y="0"/>
                  </a:lnTo>
                  <a:lnTo>
                    <a:pt x="10" y="10"/>
                  </a:lnTo>
                  <a:close/>
                </a:path>
              </a:pathLst>
            </a:custGeom>
            <a:solidFill>
              <a:srgbClr val="000000"/>
            </a:solidFill>
            <a:ln w="0">
              <a:solidFill>
                <a:srgbClr val="000000"/>
              </a:solidFill>
              <a:round/>
              <a:headEnd/>
              <a:tailEnd/>
            </a:ln>
          </p:spPr>
          <p:txBody>
            <a:bodyPr/>
            <a:lstStyle/>
            <a:p>
              <a:endParaRPr lang="en-US"/>
            </a:p>
          </p:txBody>
        </p:sp>
        <p:sp>
          <p:nvSpPr>
            <p:cNvPr id="67659" name="Freeform 57"/>
            <p:cNvSpPr>
              <a:spLocks/>
            </p:cNvSpPr>
            <p:nvPr/>
          </p:nvSpPr>
          <p:spPr bwMode="auto">
            <a:xfrm>
              <a:off x="3730223" y="5367656"/>
              <a:ext cx="23383" cy="17578"/>
            </a:xfrm>
            <a:custGeom>
              <a:avLst/>
              <a:gdLst>
                <a:gd name="T0" fmla="*/ 0 w 1"/>
                <a:gd name="T1" fmla="*/ 0 h 1"/>
                <a:gd name="T2" fmla="*/ 0 w 1"/>
                <a:gd name="T3" fmla="*/ 0 h 1"/>
                <a:gd name="T4" fmla="*/ 0 w 1"/>
                <a:gd name="T5" fmla="*/ 2147483646 h 1"/>
                <a:gd name="T6" fmla="*/ 2147483646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660" name="Freeform 58"/>
            <p:cNvSpPr>
              <a:spLocks/>
            </p:cNvSpPr>
            <p:nvPr/>
          </p:nvSpPr>
          <p:spPr bwMode="auto">
            <a:xfrm>
              <a:off x="3847137" y="5350078"/>
              <a:ext cx="46765" cy="35156"/>
            </a:xfrm>
            <a:custGeom>
              <a:avLst/>
              <a:gdLst>
                <a:gd name="T0" fmla="*/ 2147483646 w 20"/>
                <a:gd name="T1" fmla="*/ 2147483646 h 20"/>
                <a:gd name="T2" fmla="*/ 2147483646 w 20"/>
                <a:gd name="T3" fmla="*/ 0 h 20"/>
                <a:gd name="T4" fmla="*/ 0 w 20"/>
                <a:gd name="T5" fmla="*/ 0 h 20"/>
                <a:gd name="T6" fmla="*/ 0 w 20"/>
                <a:gd name="T7" fmla="*/ 2147483646 h 20"/>
                <a:gd name="T8" fmla="*/ 0 w 20"/>
                <a:gd name="T9" fmla="*/ 2147483646 h 20"/>
                <a:gd name="T10" fmla="*/ 2147483646 w 20"/>
                <a:gd name="T11" fmla="*/ 2147483646 h 20"/>
                <a:gd name="T12" fmla="*/ 2147483646 w 20"/>
                <a:gd name="T13" fmla="*/ 2147483646 h 20"/>
                <a:gd name="T14" fmla="*/ 2147483646 w 20"/>
                <a:gd name="T15" fmla="*/ 2147483646 h 20"/>
                <a:gd name="T16" fmla="*/ 2147483646 w 20"/>
                <a:gd name="T17" fmla="*/ 0 h 20"/>
                <a:gd name="T18" fmla="*/ 2147483646 w 20"/>
                <a:gd name="T19" fmla="*/ 0 h 20"/>
                <a:gd name="T20" fmla="*/ 2147483646 w 20"/>
                <a:gd name="T21" fmla="*/ 2147483646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0"/>
                <a:gd name="T35" fmla="*/ 20 w 20"/>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0">
                  <a:moveTo>
                    <a:pt x="10" y="10"/>
                  </a:moveTo>
                  <a:lnTo>
                    <a:pt x="10" y="0"/>
                  </a:lnTo>
                  <a:lnTo>
                    <a:pt x="0" y="0"/>
                  </a:lnTo>
                  <a:lnTo>
                    <a:pt x="0" y="10"/>
                  </a:lnTo>
                  <a:lnTo>
                    <a:pt x="0" y="20"/>
                  </a:lnTo>
                  <a:lnTo>
                    <a:pt x="10" y="20"/>
                  </a:lnTo>
                  <a:lnTo>
                    <a:pt x="20" y="20"/>
                  </a:lnTo>
                  <a:lnTo>
                    <a:pt x="20" y="10"/>
                  </a:lnTo>
                  <a:lnTo>
                    <a:pt x="20" y="0"/>
                  </a:lnTo>
                  <a:lnTo>
                    <a:pt x="10" y="0"/>
                  </a:lnTo>
                  <a:lnTo>
                    <a:pt x="10" y="10"/>
                  </a:lnTo>
                  <a:close/>
                </a:path>
              </a:pathLst>
            </a:custGeom>
            <a:solidFill>
              <a:srgbClr val="000000"/>
            </a:solidFill>
            <a:ln w="0">
              <a:solidFill>
                <a:srgbClr val="000000"/>
              </a:solidFill>
              <a:round/>
              <a:headEnd/>
              <a:tailEnd/>
            </a:ln>
          </p:spPr>
          <p:txBody>
            <a:bodyPr/>
            <a:lstStyle/>
            <a:p>
              <a:endParaRPr lang="en-US"/>
            </a:p>
          </p:txBody>
        </p:sp>
        <p:sp>
          <p:nvSpPr>
            <p:cNvPr id="67661" name="Rectangle 84"/>
            <p:cNvSpPr>
              <a:spLocks noChangeArrowheads="1"/>
            </p:cNvSpPr>
            <p:nvPr/>
          </p:nvSpPr>
          <p:spPr bwMode="auto">
            <a:xfrm>
              <a:off x="2114480" y="5262188"/>
              <a:ext cx="19717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en-US" sz="1600" b="1" i="1">
                  <a:solidFill>
                    <a:srgbClr val="000000"/>
                  </a:solidFill>
                  <a:latin typeface="Nimbus Roman No9 L"/>
                </a:rPr>
                <a:t>a</a:t>
              </a:r>
              <a:r>
                <a:rPr lang="en-CA" altLang="en-US" sz="1600" b="1" i="1" baseline="-25000">
                  <a:solidFill>
                    <a:srgbClr val="000000"/>
                  </a:solidFill>
                  <a:latin typeface="Nimbus Roman No9 L"/>
                </a:rPr>
                <a:t>n</a:t>
              </a:r>
              <a:endParaRPr lang="en-CA" altLang="en-US" sz="1600" b="1">
                <a:latin typeface="Times New Roman" panose="02020603050405020304" pitchFamily="18" charset="0"/>
              </a:endParaRPr>
            </a:p>
          </p:txBody>
        </p:sp>
        <p:sp>
          <p:nvSpPr>
            <p:cNvPr id="67662" name="Rectangle 96"/>
            <p:cNvSpPr>
              <a:spLocks noChangeArrowheads="1"/>
            </p:cNvSpPr>
            <p:nvPr/>
          </p:nvSpPr>
          <p:spPr bwMode="auto">
            <a:xfrm>
              <a:off x="1857271" y="5181600"/>
              <a:ext cx="3114571" cy="361836"/>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US" altLang="en-US">
                <a:latin typeface="Cambria" panose="02040503050406030204" pitchFamily="18" charset="0"/>
              </a:endParaRPr>
            </a:p>
          </p:txBody>
        </p:sp>
        <p:sp>
          <p:nvSpPr>
            <p:cNvPr id="67663" name="Rectangle 52"/>
            <p:cNvSpPr>
              <a:spLocks noChangeArrowheads="1"/>
            </p:cNvSpPr>
            <p:nvPr/>
          </p:nvSpPr>
          <p:spPr bwMode="auto">
            <a:xfrm>
              <a:off x="2590800" y="5240179"/>
              <a:ext cx="31739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CA" altLang="en-US" sz="1600" b="1" i="1">
                  <a:solidFill>
                    <a:srgbClr val="000000"/>
                  </a:solidFill>
                  <a:latin typeface="Nimbus Roman No9 L"/>
                </a:rPr>
                <a:t>a</a:t>
              </a:r>
              <a:r>
                <a:rPr lang="en-CA" altLang="en-US" sz="1600" b="1" i="1" baseline="-25000">
                  <a:solidFill>
                    <a:srgbClr val="000000"/>
                  </a:solidFill>
                  <a:latin typeface="Nimbus Roman No9 L"/>
                </a:rPr>
                <a:t>n-1</a:t>
              </a:r>
              <a:endParaRPr lang="en-CA" altLang="en-US" sz="1600" b="1" baseline="-25000">
                <a:latin typeface="Times New Roman" panose="02020603050405020304" pitchFamily="18" charset="0"/>
              </a:endParaRPr>
            </a:p>
          </p:txBody>
        </p:sp>
        <p:sp>
          <p:nvSpPr>
            <p:cNvPr id="67664" name="Line 14"/>
            <p:cNvSpPr>
              <a:spLocks noChangeShapeType="1"/>
            </p:cNvSpPr>
            <p:nvPr/>
          </p:nvSpPr>
          <p:spPr bwMode="auto">
            <a:xfrm flipV="1">
              <a:off x="2436062" y="5181600"/>
              <a:ext cx="2338" cy="33398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25" name="Straight Connector 124"/>
          <p:cNvCxnSpPr>
            <a:stCxn id="67638" idx="2"/>
          </p:cNvCxnSpPr>
          <p:nvPr/>
        </p:nvCxnSpPr>
        <p:spPr>
          <a:xfrm flipH="1" flipV="1">
            <a:off x="990600" y="3124200"/>
            <a:ext cx="22225" cy="10985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990600" y="3124200"/>
            <a:ext cx="762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Arrow Connector 128"/>
          <p:cNvCxnSpPr/>
          <p:nvPr/>
        </p:nvCxnSpPr>
        <p:spPr>
          <a:xfrm rot="5400000" flipH="1" flipV="1">
            <a:off x="1562101" y="2933700"/>
            <a:ext cx="381000" cy="317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27676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a:xfrm>
            <a:off x="685800" y="106363"/>
            <a:ext cx="2834109" cy="693908"/>
          </a:xfrm>
        </p:spPr>
        <p:txBody>
          <a:bodyPr/>
          <a:lstStyle/>
          <a:p>
            <a:r>
              <a:rPr lang="en-US" altLang="en-US">
                <a:solidFill>
                  <a:srgbClr val="002060"/>
                </a:solidFill>
              </a:rPr>
              <a:t>          </a:t>
            </a:r>
            <a:br>
              <a:rPr lang="en-US" altLang="en-US">
                <a:solidFill>
                  <a:srgbClr val="002060"/>
                </a:solidFill>
              </a:rPr>
            </a:br>
            <a:r>
              <a:rPr lang="en-US" altLang="en-US">
                <a:solidFill>
                  <a:srgbClr val="002060"/>
                </a:solidFill>
              </a:rPr>
              <a:t> </a:t>
            </a:r>
            <a:r>
              <a:rPr lang="en-US" altLang="en-US" u="sng">
                <a:solidFill>
                  <a:srgbClr val="002060"/>
                </a:solidFill>
                <a:latin typeface="Comic Sans MS" panose="030F0702030302020204" pitchFamily="66" charset="0"/>
              </a:rPr>
              <a:t>Restoring Division</a:t>
            </a:r>
          </a:p>
        </p:txBody>
      </p:sp>
      <p:sp>
        <p:nvSpPr>
          <p:cNvPr id="69635" name="Content Placeholder 2"/>
          <p:cNvSpPr>
            <a:spLocks noGrp="1"/>
          </p:cNvSpPr>
          <p:nvPr>
            <p:ph sz="quarter" idx="1"/>
          </p:nvPr>
        </p:nvSpPr>
        <p:spPr>
          <a:xfrm>
            <a:off x="228600" y="1066800"/>
            <a:ext cx="8915400" cy="4852610"/>
          </a:xfrm>
        </p:spPr>
        <p:txBody>
          <a:bodyPr/>
          <a:lstStyle/>
          <a:p>
            <a:r>
              <a:rPr lang="en-US" altLang="en-US" sz="2000" b="0">
                <a:latin typeface="Comic Sans MS" panose="030F0702030302020204" pitchFamily="66" charset="0"/>
              </a:rPr>
              <a:t>Figure in the previous slide shows a logic circuit arrangement that implements restoring division.</a:t>
            </a:r>
          </a:p>
          <a:p>
            <a:r>
              <a:rPr lang="en-US" altLang="en-US" sz="2000" b="0">
                <a:latin typeface="Comic Sans MS" panose="030F0702030302020204" pitchFamily="66" charset="0"/>
              </a:rPr>
              <a:t>An n-bit positive divisor is loaded into </a:t>
            </a:r>
            <a:r>
              <a:rPr lang="en-US" altLang="en-US" sz="2000" b="0">
                <a:solidFill>
                  <a:srgbClr val="FF0000"/>
                </a:solidFill>
                <a:latin typeface="Comic Sans MS" panose="030F0702030302020204" pitchFamily="66" charset="0"/>
              </a:rPr>
              <a:t>register M</a:t>
            </a:r>
            <a:r>
              <a:rPr lang="en-US" altLang="en-US" sz="2000" b="0">
                <a:latin typeface="Comic Sans MS" panose="030F0702030302020204" pitchFamily="66" charset="0"/>
              </a:rPr>
              <a:t>.</a:t>
            </a:r>
          </a:p>
          <a:p>
            <a:r>
              <a:rPr lang="en-US" altLang="en-US" sz="2000" b="0">
                <a:latin typeface="Comic Sans MS" panose="030F0702030302020204" pitchFamily="66" charset="0"/>
              </a:rPr>
              <a:t>An n-bit positive dividend is loaded into </a:t>
            </a:r>
            <a:r>
              <a:rPr lang="en-US" altLang="en-US" sz="2000" b="0">
                <a:solidFill>
                  <a:srgbClr val="FF0000"/>
                </a:solidFill>
                <a:latin typeface="Comic Sans MS" panose="030F0702030302020204" pitchFamily="66" charset="0"/>
              </a:rPr>
              <a:t>register Q</a:t>
            </a:r>
            <a:r>
              <a:rPr lang="en-US" altLang="en-US" sz="2000" b="0">
                <a:latin typeface="Comic Sans MS" panose="030F0702030302020204" pitchFamily="66" charset="0"/>
              </a:rPr>
              <a:t> at the start of the operation.</a:t>
            </a:r>
          </a:p>
          <a:p>
            <a:r>
              <a:rPr lang="en-US" altLang="en-US" sz="2000" b="0">
                <a:latin typeface="Comic Sans MS" panose="030F0702030302020204" pitchFamily="66" charset="0"/>
              </a:rPr>
              <a:t>Register A is set to 0.</a:t>
            </a:r>
          </a:p>
          <a:p>
            <a:r>
              <a:rPr lang="en-US" altLang="en-US" sz="2000" b="0">
                <a:latin typeface="Comic Sans MS" panose="030F0702030302020204" pitchFamily="66" charset="0"/>
              </a:rPr>
              <a:t>After the division is complete, </a:t>
            </a:r>
          </a:p>
          <a:p>
            <a:pPr marL="0" indent="0">
              <a:buNone/>
            </a:pPr>
            <a:r>
              <a:rPr lang="en-US" altLang="en-US" sz="2000" b="0">
                <a:latin typeface="Comic Sans MS" panose="030F0702030302020204" pitchFamily="66" charset="0"/>
              </a:rPr>
              <a:t> </a:t>
            </a:r>
          </a:p>
          <a:p>
            <a:pPr>
              <a:buFont typeface="Wingdings 2" panose="05020102010507070707" pitchFamily="18" charset="2"/>
              <a:buNone/>
            </a:pPr>
            <a:r>
              <a:rPr lang="en-US" altLang="en-US" sz="2000" b="0">
                <a:latin typeface="Comic Sans MS" panose="030F0702030302020204" pitchFamily="66" charset="0"/>
              </a:rPr>
              <a:t>    </a:t>
            </a:r>
            <a:r>
              <a:rPr lang="en-US" altLang="en-US" sz="2000" b="0">
                <a:solidFill>
                  <a:srgbClr val="FF0000"/>
                </a:solidFill>
                <a:latin typeface="Comic Sans MS" panose="030F0702030302020204" pitchFamily="66" charset="0"/>
              </a:rPr>
              <a:t>                  n-bit Quotient     </a:t>
            </a:r>
            <a:r>
              <a:rPr lang="en-US" altLang="en-US" sz="2000" b="0">
                <a:solidFill>
                  <a:srgbClr val="FF0000"/>
                </a:solidFill>
                <a:latin typeface="Comic Sans MS" panose="030F0702030302020204" pitchFamily="66" charset="0"/>
                <a:sym typeface="Wingdings" panose="05000000000000000000" pitchFamily="2" charset="2"/>
              </a:rPr>
              <a:t>        Register Q</a:t>
            </a:r>
          </a:p>
          <a:p>
            <a:pPr>
              <a:buFont typeface="Wingdings 2" panose="05020102010507070707" pitchFamily="18" charset="2"/>
              <a:buNone/>
            </a:pPr>
            <a:r>
              <a:rPr lang="en-US" altLang="en-US" sz="2000" b="0">
                <a:solidFill>
                  <a:srgbClr val="FF0000"/>
                </a:solidFill>
                <a:latin typeface="Comic Sans MS" panose="030F0702030302020204" pitchFamily="66" charset="0"/>
                <a:sym typeface="Wingdings" panose="05000000000000000000" pitchFamily="2" charset="2"/>
              </a:rPr>
              <a:t>                      Remainder                   Register A</a:t>
            </a:r>
          </a:p>
          <a:p>
            <a:pPr>
              <a:buFont typeface="Wingdings 2" panose="05020102010507070707" pitchFamily="18" charset="2"/>
              <a:buNone/>
            </a:pPr>
            <a:endParaRPr lang="en-US" altLang="en-US" sz="2000" b="0">
              <a:solidFill>
                <a:srgbClr val="FF0000"/>
              </a:solidFill>
              <a:latin typeface="Comic Sans MS" panose="030F0702030302020204" pitchFamily="66" charset="0"/>
              <a:sym typeface="Wingdings" panose="05000000000000000000" pitchFamily="2" charset="2"/>
            </a:endParaRPr>
          </a:p>
          <a:p>
            <a:r>
              <a:rPr lang="en-US" altLang="en-US" sz="2000" b="0">
                <a:latin typeface="Comic Sans MS" panose="030F0702030302020204" pitchFamily="66" charset="0"/>
                <a:sym typeface="Wingdings" panose="05000000000000000000" pitchFamily="2" charset="2"/>
              </a:rPr>
              <a:t>The extra bit position at the end of both A and M accommodates the sign bit during subtractions.</a:t>
            </a:r>
            <a:endParaRPr lang="en-US" altLang="en-US" sz="2000" b="0">
              <a:latin typeface="Comic Sans MS" panose="030F0702030302020204" pitchFamily="66" charset="0"/>
            </a:endParaRPr>
          </a:p>
        </p:txBody>
      </p:sp>
      <p:sp>
        <p:nvSpPr>
          <p:cNvPr id="69636"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003B918E-B3B6-44AA-B2EC-85BBAA923EF9}" type="datetime2">
              <a:rPr lang="en-US" altLang="en-US" smtClean="0">
                <a:solidFill>
                  <a:schemeClr val="tx2"/>
                </a:solidFill>
              </a:rPr>
              <a:t>Thursday, October 30, 2025</a:t>
            </a:fld>
            <a:endParaRPr lang="en-US" altLang="en-US">
              <a:solidFill>
                <a:schemeClr val="tx2"/>
              </a:solidFill>
            </a:endParaRPr>
          </a:p>
        </p:txBody>
      </p:sp>
      <p:sp>
        <p:nvSpPr>
          <p:cNvPr id="69638"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2C11DA6E-1966-403C-9990-B4B72AC7D0DF}" type="slidenum">
              <a:rPr lang="en-US" altLang="en-US" smtClean="0">
                <a:solidFill>
                  <a:srgbClr val="FFFFFF"/>
                </a:solidFill>
                <a:latin typeface="Franklin Gothic Book" panose="020B0503020102020204" pitchFamily="34" charset="0"/>
              </a:rPr>
              <a:pPr/>
              <a:t>46</a:t>
            </a:fld>
            <a:endParaRPr lang="en-US" altLang="en-US">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13882173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447800"/>
            <a:ext cx="8229600" cy="5638800"/>
          </a:xfrm>
        </p:spPr>
        <p:txBody>
          <a:bodyPr/>
          <a:lstStyle/>
          <a:p>
            <a:pPr>
              <a:buFont typeface="Wingdings 2" panose="05020102010507070707" pitchFamily="18" charset="2"/>
              <a:buNone/>
              <a:defRPr/>
            </a:pPr>
            <a:r>
              <a:rPr lang="en-US" sz="2000" b="1" u="sng">
                <a:solidFill>
                  <a:srgbClr val="002060"/>
                </a:solidFill>
                <a:latin typeface="Comic Sans MS" pitchFamily="66" charset="0"/>
              </a:rPr>
              <a:t>The following algorithm performs the restoring division:</a:t>
            </a:r>
          </a:p>
          <a:p>
            <a:pPr>
              <a:buFont typeface="Wingdings 2" panose="05020102010507070707" pitchFamily="18" charset="2"/>
              <a:buNone/>
              <a:defRPr/>
            </a:pPr>
            <a:endParaRPr lang="en-US" sz="2000" u="sng">
              <a:solidFill>
                <a:srgbClr val="FF0000"/>
              </a:solidFill>
              <a:latin typeface="Comic Sans MS" pitchFamily="66" charset="0"/>
            </a:endParaRPr>
          </a:p>
          <a:p>
            <a:pPr>
              <a:buFont typeface="Wingdings 2" panose="05020102010507070707" pitchFamily="18" charset="2"/>
              <a:buNone/>
              <a:defRPr/>
            </a:pPr>
            <a:r>
              <a:rPr lang="en-US" sz="2000">
                <a:solidFill>
                  <a:srgbClr val="FF0000"/>
                </a:solidFill>
                <a:latin typeface="Comic Sans MS" pitchFamily="66" charset="0"/>
              </a:rPr>
              <a:t>Do the following ‘n’ times:</a:t>
            </a:r>
          </a:p>
          <a:p>
            <a:pPr marL="457200" indent="-457200">
              <a:buFont typeface="+mj-lt"/>
              <a:buAutoNum type="arabicPeriod"/>
              <a:defRPr/>
            </a:pPr>
            <a:r>
              <a:rPr lang="en-US" sz="2000">
                <a:latin typeface="Comic Sans MS" pitchFamily="66" charset="0"/>
              </a:rPr>
              <a:t>Shift </a:t>
            </a:r>
            <a:r>
              <a:rPr lang="en-US" sz="2000">
                <a:solidFill>
                  <a:srgbClr val="FF0000"/>
                </a:solidFill>
                <a:latin typeface="Comic Sans MS" pitchFamily="66" charset="0"/>
              </a:rPr>
              <a:t>A</a:t>
            </a:r>
            <a:r>
              <a:rPr lang="en-US" sz="2000">
                <a:latin typeface="Comic Sans MS" pitchFamily="66" charset="0"/>
              </a:rPr>
              <a:t> and </a:t>
            </a:r>
            <a:r>
              <a:rPr lang="en-US" sz="2000">
                <a:solidFill>
                  <a:srgbClr val="FF0000"/>
                </a:solidFill>
                <a:latin typeface="Comic Sans MS" pitchFamily="66" charset="0"/>
              </a:rPr>
              <a:t>Q</a:t>
            </a:r>
            <a:r>
              <a:rPr lang="en-US" sz="2000">
                <a:latin typeface="Comic Sans MS" pitchFamily="66" charset="0"/>
              </a:rPr>
              <a:t> left one binary position.</a:t>
            </a:r>
          </a:p>
          <a:p>
            <a:pPr marL="457200" indent="-457200">
              <a:buFont typeface="+mj-lt"/>
              <a:buAutoNum type="arabicPeriod"/>
              <a:defRPr/>
            </a:pPr>
            <a:r>
              <a:rPr lang="en-US" sz="2000">
                <a:latin typeface="Comic Sans MS" pitchFamily="66" charset="0"/>
              </a:rPr>
              <a:t>Subtract </a:t>
            </a:r>
            <a:r>
              <a:rPr lang="en-US" sz="2000">
                <a:solidFill>
                  <a:srgbClr val="FF0000"/>
                </a:solidFill>
                <a:latin typeface="Comic Sans MS" pitchFamily="66" charset="0"/>
              </a:rPr>
              <a:t>M </a:t>
            </a:r>
            <a:r>
              <a:rPr lang="en-US" sz="2000">
                <a:latin typeface="Comic Sans MS" pitchFamily="66" charset="0"/>
              </a:rPr>
              <a:t>from </a:t>
            </a:r>
            <a:r>
              <a:rPr lang="en-US" sz="2000">
                <a:solidFill>
                  <a:srgbClr val="FF0000"/>
                </a:solidFill>
                <a:latin typeface="Comic Sans MS" pitchFamily="66" charset="0"/>
              </a:rPr>
              <a:t>A</a:t>
            </a:r>
            <a:r>
              <a:rPr lang="en-US" sz="2000">
                <a:latin typeface="Comic Sans MS" pitchFamily="66" charset="0"/>
              </a:rPr>
              <a:t>, and place the answer back in </a:t>
            </a:r>
            <a:r>
              <a:rPr lang="en-US" sz="2000">
                <a:solidFill>
                  <a:srgbClr val="FF0000"/>
                </a:solidFill>
                <a:latin typeface="Comic Sans MS" pitchFamily="66" charset="0"/>
              </a:rPr>
              <a:t>A.</a:t>
            </a:r>
          </a:p>
          <a:p>
            <a:pPr marL="457200" indent="-457200">
              <a:buFont typeface="+mj-lt"/>
              <a:buAutoNum type="arabicPeriod"/>
              <a:defRPr/>
            </a:pPr>
            <a:r>
              <a:rPr lang="en-US" sz="2000">
                <a:latin typeface="Comic Sans MS" pitchFamily="66" charset="0"/>
              </a:rPr>
              <a:t>If the sign of </a:t>
            </a:r>
            <a:r>
              <a:rPr lang="en-US" sz="2000">
                <a:solidFill>
                  <a:srgbClr val="FF0000"/>
                </a:solidFill>
                <a:latin typeface="Comic Sans MS" pitchFamily="66" charset="0"/>
              </a:rPr>
              <a:t>A is 1</a:t>
            </a:r>
            <a:r>
              <a:rPr lang="en-US" sz="2000">
                <a:latin typeface="Comic Sans MS" pitchFamily="66" charset="0"/>
              </a:rPr>
              <a:t>, set </a:t>
            </a:r>
            <a:r>
              <a:rPr lang="en-US" sz="2000">
                <a:solidFill>
                  <a:srgbClr val="FF0000"/>
                </a:solidFill>
                <a:latin typeface="Comic Sans MS" pitchFamily="66" charset="0"/>
              </a:rPr>
              <a:t>Q0</a:t>
            </a:r>
            <a:r>
              <a:rPr lang="en-US" sz="2000">
                <a:latin typeface="Comic Sans MS" pitchFamily="66" charset="0"/>
              </a:rPr>
              <a:t> to 0 and add </a:t>
            </a:r>
            <a:r>
              <a:rPr lang="en-US" sz="2000">
                <a:solidFill>
                  <a:srgbClr val="FF0000"/>
                </a:solidFill>
                <a:latin typeface="Comic Sans MS" pitchFamily="66" charset="0"/>
              </a:rPr>
              <a:t>M </a:t>
            </a:r>
            <a:r>
              <a:rPr lang="en-US" sz="2000">
                <a:latin typeface="Comic Sans MS" pitchFamily="66" charset="0"/>
              </a:rPr>
              <a:t>back to A(that is, restore A); otherwise set </a:t>
            </a:r>
            <a:r>
              <a:rPr lang="en-US" sz="2000">
                <a:solidFill>
                  <a:srgbClr val="FF0000"/>
                </a:solidFill>
                <a:latin typeface="Comic Sans MS" pitchFamily="66" charset="0"/>
              </a:rPr>
              <a:t>Q0</a:t>
            </a:r>
            <a:r>
              <a:rPr lang="en-US" sz="2000">
                <a:latin typeface="Comic Sans MS" pitchFamily="66" charset="0"/>
              </a:rPr>
              <a:t> to 1.</a:t>
            </a:r>
          </a:p>
          <a:p>
            <a:pPr marL="457200" indent="-457200">
              <a:buFont typeface="Wingdings 2" panose="05020102010507070707" pitchFamily="18" charset="2"/>
              <a:buNone/>
              <a:defRPr/>
            </a:pPr>
            <a:endParaRPr lang="en-US" sz="2000">
              <a:latin typeface="Comic Sans MS" pitchFamily="66" charset="0"/>
            </a:endParaRPr>
          </a:p>
          <a:p>
            <a:pPr marL="457200" indent="-457200">
              <a:buFont typeface="Wingdings 2" panose="05020102010507070707" pitchFamily="18" charset="2"/>
              <a:buNone/>
              <a:defRPr/>
            </a:pPr>
            <a:endParaRPr lang="en-US" sz="2000">
              <a:latin typeface="Comic Sans MS" pitchFamily="66" charset="0"/>
            </a:endParaRPr>
          </a:p>
          <a:p>
            <a:pPr marL="457200" indent="-457200">
              <a:buFont typeface="Wingdings 2" panose="05020102010507070707" pitchFamily="18" charset="2"/>
              <a:buNone/>
              <a:defRPr/>
            </a:pPr>
            <a:r>
              <a:rPr lang="en-US" sz="2000">
                <a:latin typeface="Comic Sans MS" pitchFamily="66" charset="0"/>
              </a:rPr>
              <a:t>Figure 6.22 shows a 4-bit example as it would be processed by the circuit in the figure 6.21</a:t>
            </a:r>
          </a:p>
        </p:txBody>
      </p:sp>
      <p:sp>
        <p:nvSpPr>
          <p:cNvPr id="70659" name="Date Placeholder 3"/>
          <p:cNvSpPr>
            <a:spLocks noGrp="1"/>
          </p:cNvSpPr>
          <p:nvPr>
            <p:ph type="dt" sz="quarter" idx="4294967295"/>
          </p:nvPr>
        </p:nvSpPr>
        <p:spPr bwMode="auto">
          <a:xfrm>
            <a:off x="6172200" y="6191250"/>
            <a:ext cx="24765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05CC8A73-C5A0-43D3-9F05-393B8D55C84F}" type="datetime2">
              <a:rPr lang="en-US" altLang="en-US" smtClean="0">
                <a:solidFill>
                  <a:schemeClr val="tx2"/>
                </a:solidFill>
              </a:rPr>
              <a:t>Thursday, October 30, 2025</a:t>
            </a:fld>
            <a:endParaRPr lang="en-US" altLang="en-US">
              <a:solidFill>
                <a:schemeClr val="tx2"/>
              </a:solidFill>
            </a:endParaRPr>
          </a:p>
        </p:txBody>
      </p:sp>
      <p:sp>
        <p:nvSpPr>
          <p:cNvPr id="70661"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4CA0EB74-136E-4649-8D1A-99B019938532}" type="slidenum">
              <a:rPr lang="en-US" altLang="en-US" smtClean="0">
                <a:solidFill>
                  <a:srgbClr val="FFFFFF"/>
                </a:solidFill>
                <a:latin typeface="Franklin Gothic Book" panose="020B0503020102020204" pitchFamily="34" charset="0"/>
              </a:rPr>
              <a:pPr/>
              <a:t>47</a:t>
            </a:fld>
            <a:endParaRPr lang="en-US" altLang="en-US">
              <a:solidFill>
                <a:srgbClr val="FFFFFF"/>
              </a:solidFill>
              <a:latin typeface="Franklin Gothic Book" panose="020B0503020102020204" pitchFamily="34" charset="0"/>
            </a:endParaRPr>
          </a:p>
        </p:txBody>
      </p:sp>
      <p:sp>
        <p:nvSpPr>
          <p:cNvPr id="7" name="Rectangle 2"/>
          <p:cNvSpPr>
            <a:spLocks noGrp="1" noChangeArrowheads="1"/>
          </p:cNvSpPr>
          <p:nvPr>
            <p:ph type="title"/>
          </p:nvPr>
        </p:nvSpPr>
        <p:spPr>
          <a:xfrm>
            <a:off x="603250" y="228600"/>
            <a:ext cx="4312078" cy="693908"/>
          </a:xfrm>
        </p:spPr>
        <p:txBody>
          <a:bodyPr/>
          <a:lstStyle/>
          <a:p>
            <a:pPr>
              <a:defRPr/>
            </a:pPr>
            <a:br>
              <a:rPr lang="en-US" altLang="en-US" u="sng">
                <a:solidFill>
                  <a:srgbClr val="002060"/>
                </a:solidFill>
                <a:latin typeface="Comic Sans MS" panose="030F0702030302020204" pitchFamily="66" charset="0"/>
              </a:rPr>
            </a:br>
            <a:r>
              <a:rPr lang="en-US" altLang="en-US" u="sng">
                <a:solidFill>
                  <a:srgbClr val="002060"/>
                </a:solidFill>
                <a:latin typeface="Comic Sans MS" panose="030F0702030302020204" pitchFamily="66" charset="0"/>
              </a:rPr>
              <a:t>Restoring Division Algorithm</a:t>
            </a:r>
            <a:endParaRPr lang="en-US" altLang="zh-CN" b="1" u="sng">
              <a:solidFill>
                <a:srgbClr val="002060"/>
              </a:solidFill>
              <a:effectLst>
                <a:outerShdw blurRad="38100" dist="38100" dir="2700000" algn="tl">
                  <a:srgbClr val="000000">
                    <a:alpha val="43137"/>
                  </a:srgbClr>
                </a:outerShdw>
              </a:effectLst>
              <a:cs typeface="SimSun"/>
            </a:endParaRPr>
          </a:p>
        </p:txBody>
      </p:sp>
    </p:spTree>
    <p:extLst>
      <p:ext uri="{BB962C8B-B14F-4D97-AF65-F5344CB8AC3E}">
        <p14:creationId xmlns:p14="http://schemas.microsoft.com/office/powerpoint/2010/main" val="39350746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1" name="Slide Number Placeholder 4"/>
          <p:cNvSpPr>
            <a:spLocks noGrp="1"/>
          </p:cNvSpPr>
          <p:nvPr>
            <p:ph type="sldNum" sz="quarter" idx="4294967295"/>
          </p:nvPr>
        </p:nvSpPr>
        <p:spPr bwMode="auto">
          <a:xfrm>
            <a:off x="146050" y="6210300"/>
            <a:ext cx="457200" cy="4572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fld id="{4CA0EB74-136E-4649-8D1A-99B019938532}" type="slidenum">
              <a:rPr lang="en-US" altLang="en-US" smtClean="0">
                <a:solidFill>
                  <a:srgbClr val="FFFFFF"/>
                </a:solidFill>
                <a:latin typeface="Franklin Gothic Book" panose="020B0503020102020204" pitchFamily="34" charset="0"/>
              </a:rPr>
              <a:pPr/>
              <a:t>48</a:t>
            </a:fld>
            <a:endParaRPr lang="en-US" altLang="en-US">
              <a:solidFill>
                <a:srgbClr val="FFFFFF"/>
              </a:solidFill>
              <a:latin typeface="Franklin Gothic Book" panose="020B0503020102020204" pitchFamily="34" charset="0"/>
            </a:endParaRPr>
          </a:p>
        </p:txBody>
      </p:sp>
      <p:sp>
        <p:nvSpPr>
          <p:cNvPr id="7" name="Rectangle 2"/>
          <p:cNvSpPr>
            <a:spLocks noGrp="1" noChangeArrowheads="1"/>
          </p:cNvSpPr>
          <p:nvPr>
            <p:ph type="title"/>
          </p:nvPr>
        </p:nvSpPr>
        <p:spPr>
          <a:xfrm>
            <a:off x="603250" y="228600"/>
            <a:ext cx="5889433" cy="693908"/>
          </a:xfrm>
        </p:spPr>
        <p:txBody>
          <a:bodyPr/>
          <a:lstStyle/>
          <a:p>
            <a:pPr>
              <a:defRPr/>
            </a:pPr>
            <a:br>
              <a:rPr lang="en-US" altLang="en-US" u="sng">
                <a:solidFill>
                  <a:srgbClr val="002060"/>
                </a:solidFill>
                <a:latin typeface="Comic Sans MS" panose="030F0702030302020204" pitchFamily="66" charset="0"/>
              </a:rPr>
            </a:br>
            <a:r>
              <a:rPr lang="en-US" altLang="en-US" u="sng">
                <a:solidFill>
                  <a:srgbClr val="002060"/>
                </a:solidFill>
                <a:latin typeface="Comic Sans MS" panose="030F0702030302020204" pitchFamily="66" charset="0"/>
              </a:rPr>
              <a:t>Restoring Division Algorithm Flowchart</a:t>
            </a:r>
            <a:endParaRPr lang="en-US" altLang="zh-CN" b="1" u="sng">
              <a:solidFill>
                <a:srgbClr val="002060"/>
              </a:solidFill>
              <a:effectLst>
                <a:outerShdw blurRad="38100" dist="38100" dir="2700000" algn="tl">
                  <a:srgbClr val="000000">
                    <a:alpha val="43137"/>
                  </a:srgbClr>
                </a:outerShdw>
              </a:effectLst>
              <a:cs typeface="SimSun"/>
            </a:endParaRPr>
          </a:p>
        </p:txBody>
      </p:sp>
      <p:pic>
        <p:nvPicPr>
          <p:cNvPr id="5" name="Picture 4"/>
          <p:cNvPicPr>
            <a:picLocks noChangeAspect="1"/>
          </p:cNvPicPr>
          <p:nvPr/>
        </p:nvPicPr>
        <p:blipFill>
          <a:blip r:embed="rId2"/>
          <a:stretch>
            <a:fillRect/>
          </a:stretch>
        </p:blipFill>
        <p:spPr>
          <a:xfrm>
            <a:off x="929148" y="228600"/>
            <a:ext cx="7285703" cy="6826060"/>
          </a:xfrm>
          <a:prstGeom prst="rect">
            <a:avLst/>
          </a:prstGeom>
        </p:spPr>
      </p:pic>
    </p:spTree>
    <p:extLst>
      <p:ext uri="{BB962C8B-B14F-4D97-AF65-F5344CB8AC3E}">
        <p14:creationId xmlns:p14="http://schemas.microsoft.com/office/powerpoint/2010/main" val="28135546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ChangeArrowheads="1"/>
          </p:cNvSpPr>
          <p:nvPr>
            <p:ph type="title"/>
          </p:nvPr>
        </p:nvSpPr>
        <p:spPr/>
        <p:txBody>
          <a:bodyPr/>
          <a:lstStyle/>
          <a:p>
            <a:r>
              <a:rPr lang="en-US" altLang="zh-CN"/>
              <a:t>Examples</a:t>
            </a:r>
          </a:p>
        </p:txBody>
      </p:sp>
      <p:sp>
        <p:nvSpPr>
          <p:cNvPr id="113666" name="Rectangle 3"/>
          <p:cNvSpPr>
            <a:spLocks noChangeArrowheads="1"/>
          </p:cNvSpPr>
          <p:nvPr/>
        </p:nvSpPr>
        <p:spPr bwMode="auto">
          <a:xfrm>
            <a:off x="4759325" y="393700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667" name="Rectangle 4"/>
          <p:cNvSpPr>
            <a:spLocks noChangeArrowheads="1"/>
          </p:cNvSpPr>
          <p:nvPr/>
        </p:nvSpPr>
        <p:spPr bwMode="auto">
          <a:xfrm>
            <a:off x="4562475" y="393700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668" name="Rectangle 5"/>
          <p:cNvSpPr>
            <a:spLocks noChangeArrowheads="1"/>
          </p:cNvSpPr>
          <p:nvPr/>
        </p:nvSpPr>
        <p:spPr bwMode="auto">
          <a:xfrm>
            <a:off x="4367213" y="393700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669" name="Rectangle 6"/>
          <p:cNvSpPr>
            <a:spLocks noChangeArrowheads="1"/>
          </p:cNvSpPr>
          <p:nvPr/>
        </p:nvSpPr>
        <p:spPr bwMode="auto">
          <a:xfrm>
            <a:off x="4154488" y="393700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670" name="Rectangle 7"/>
          <p:cNvSpPr>
            <a:spLocks noChangeArrowheads="1"/>
          </p:cNvSpPr>
          <p:nvPr/>
        </p:nvSpPr>
        <p:spPr bwMode="auto">
          <a:xfrm>
            <a:off x="3959225" y="393700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671" name="Line 8"/>
          <p:cNvSpPr>
            <a:spLocks noChangeShapeType="1"/>
          </p:cNvSpPr>
          <p:nvPr/>
        </p:nvSpPr>
        <p:spPr bwMode="auto">
          <a:xfrm flipH="1">
            <a:off x="3943350" y="4132263"/>
            <a:ext cx="896938"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72" name="Rectangle 12"/>
          <p:cNvSpPr>
            <a:spLocks noChangeArrowheads="1"/>
          </p:cNvSpPr>
          <p:nvPr/>
        </p:nvSpPr>
        <p:spPr bwMode="auto">
          <a:xfrm>
            <a:off x="3748088" y="6562725"/>
            <a:ext cx="30543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300">
                <a:solidFill>
                  <a:srgbClr val="000000"/>
                </a:solidFill>
                <a:latin typeface="Nimbus Roman No9 L"/>
              </a:rPr>
              <a:t>Figure 6.22.</a:t>
            </a:r>
            <a:r>
              <a:rPr lang="en-US" altLang="zh-CN" sz="1300">
                <a:solidFill>
                  <a:srgbClr val="000000"/>
                </a:solidFill>
                <a:latin typeface="Nimbus Roman No9 L"/>
                <a:ea typeface="SimSun" panose="02010600030101010101" pitchFamily="2" charset="-122"/>
              </a:rPr>
              <a:t> </a:t>
            </a:r>
            <a:r>
              <a:rPr lang="en-CA" altLang="en-US" sz="1300">
                <a:solidFill>
                  <a:srgbClr val="000000"/>
                </a:solidFill>
                <a:latin typeface="Nimbus Roman No9 L"/>
              </a:rPr>
              <a:t>A restoring-division example.</a:t>
            </a:r>
            <a:endParaRPr lang="en-CA" altLang="en-US" sz="2400">
              <a:latin typeface="Times New Roman" panose="02020603050405020304" pitchFamily="18" charset="0"/>
            </a:endParaRPr>
          </a:p>
        </p:txBody>
      </p:sp>
      <p:sp>
        <p:nvSpPr>
          <p:cNvPr id="113673" name="Freeform 13"/>
          <p:cNvSpPr>
            <a:spLocks/>
          </p:cNvSpPr>
          <p:nvPr/>
        </p:nvSpPr>
        <p:spPr bwMode="auto">
          <a:xfrm>
            <a:off x="5851525" y="2436813"/>
            <a:ext cx="33338" cy="80962"/>
          </a:xfrm>
          <a:custGeom>
            <a:avLst/>
            <a:gdLst>
              <a:gd name="T0" fmla="*/ 0 w 2"/>
              <a:gd name="T1" fmla="*/ 0 h 5"/>
              <a:gd name="T2" fmla="*/ 1 w 2"/>
              <a:gd name="T3" fmla="*/ 5 h 5"/>
              <a:gd name="T4" fmla="*/ 2 w 2"/>
              <a:gd name="T5" fmla="*/ 0 h 5"/>
              <a:gd name="T6" fmla="*/ 1 w 2"/>
              <a:gd name="T7" fmla="*/ 0 h 5"/>
              <a:gd name="T8" fmla="*/ 0 w 2"/>
              <a:gd name="T9" fmla="*/ 0 h 5"/>
              <a:gd name="T10" fmla="*/ 0 60000 65536"/>
              <a:gd name="T11" fmla="*/ 0 60000 65536"/>
              <a:gd name="T12" fmla="*/ 0 60000 65536"/>
              <a:gd name="T13" fmla="*/ 0 60000 65536"/>
              <a:gd name="T14" fmla="*/ 0 60000 65536"/>
              <a:gd name="T15" fmla="*/ 0 w 2"/>
              <a:gd name="T16" fmla="*/ 0 h 5"/>
              <a:gd name="T17" fmla="*/ 2 w 2"/>
              <a:gd name="T18" fmla="*/ 5 h 5"/>
            </a:gdLst>
            <a:ahLst/>
            <a:cxnLst>
              <a:cxn ang="T10">
                <a:pos x="T0" y="T1"/>
              </a:cxn>
              <a:cxn ang="T11">
                <a:pos x="T2" y="T3"/>
              </a:cxn>
              <a:cxn ang="T12">
                <a:pos x="T4" y="T5"/>
              </a:cxn>
              <a:cxn ang="T13">
                <a:pos x="T6" y="T7"/>
              </a:cxn>
              <a:cxn ang="T14">
                <a:pos x="T8" y="T9"/>
              </a:cxn>
            </a:cxnLst>
            <a:rect l="T15" t="T16" r="T17" b="T18"/>
            <a:pathLst>
              <a:path w="2" h="5">
                <a:moveTo>
                  <a:pt x="0" y="0"/>
                </a:moveTo>
                <a:lnTo>
                  <a:pt x="1" y="5"/>
                </a:lnTo>
                <a:lnTo>
                  <a:pt x="2" y="0"/>
                </a:lnTo>
                <a:lnTo>
                  <a:pt x="1" y="0"/>
                </a:lnTo>
                <a:lnTo>
                  <a:pt x="0" y="0"/>
                </a:lnTo>
              </a:path>
            </a:pathLst>
          </a:custGeom>
          <a:noFill/>
          <a:ln w="15875">
            <a:solidFill>
              <a:srgbClr val="00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674" name="Freeform 14"/>
          <p:cNvSpPr>
            <a:spLocks/>
          </p:cNvSpPr>
          <p:nvPr/>
        </p:nvSpPr>
        <p:spPr bwMode="auto">
          <a:xfrm>
            <a:off x="5851525" y="2436813"/>
            <a:ext cx="33338" cy="80962"/>
          </a:xfrm>
          <a:custGeom>
            <a:avLst/>
            <a:gdLst>
              <a:gd name="T0" fmla="*/ 0 w 21"/>
              <a:gd name="T1" fmla="*/ 0 h 51"/>
              <a:gd name="T2" fmla="*/ 10 w 21"/>
              <a:gd name="T3" fmla="*/ 51 h 51"/>
              <a:gd name="T4" fmla="*/ 21 w 21"/>
              <a:gd name="T5" fmla="*/ 0 h 51"/>
              <a:gd name="T6" fmla="*/ 10 w 21"/>
              <a:gd name="T7" fmla="*/ 0 h 51"/>
              <a:gd name="T8" fmla="*/ 0 w 21"/>
              <a:gd name="T9" fmla="*/ 0 h 51"/>
              <a:gd name="T10" fmla="*/ 0 60000 65536"/>
              <a:gd name="T11" fmla="*/ 0 60000 65536"/>
              <a:gd name="T12" fmla="*/ 0 60000 65536"/>
              <a:gd name="T13" fmla="*/ 0 60000 65536"/>
              <a:gd name="T14" fmla="*/ 0 60000 65536"/>
              <a:gd name="T15" fmla="*/ 0 w 21"/>
              <a:gd name="T16" fmla="*/ 0 h 51"/>
              <a:gd name="T17" fmla="*/ 21 w 21"/>
              <a:gd name="T18" fmla="*/ 51 h 51"/>
            </a:gdLst>
            <a:ahLst/>
            <a:cxnLst>
              <a:cxn ang="T10">
                <a:pos x="T0" y="T1"/>
              </a:cxn>
              <a:cxn ang="T11">
                <a:pos x="T2" y="T3"/>
              </a:cxn>
              <a:cxn ang="T12">
                <a:pos x="T4" y="T5"/>
              </a:cxn>
              <a:cxn ang="T13">
                <a:pos x="T6" y="T7"/>
              </a:cxn>
              <a:cxn ang="T14">
                <a:pos x="T8" y="T9"/>
              </a:cxn>
            </a:cxnLst>
            <a:rect l="T15" t="T16" r="T17" b="T18"/>
            <a:pathLst>
              <a:path w="21" h="51">
                <a:moveTo>
                  <a:pt x="0" y="0"/>
                </a:moveTo>
                <a:lnTo>
                  <a:pt x="10" y="51"/>
                </a:lnTo>
                <a:lnTo>
                  <a:pt x="21" y="0"/>
                </a:lnTo>
                <a:lnTo>
                  <a:pt x="10" y="0"/>
                </a:lnTo>
                <a:lnTo>
                  <a:pt x="0" y="0"/>
                </a:lnTo>
                <a:close/>
              </a:path>
            </a:pathLst>
          </a:custGeom>
          <a:solidFill>
            <a:srgbClr val="FF0000"/>
          </a:solidFill>
          <a:ln w="0">
            <a:solidFill>
              <a:srgbClr val="FF0000"/>
            </a:solidFill>
            <a:prstDash val="solid"/>
            <a:round/>
            <a:headEnd/>
            <a:tailEnd/>
          </a:ln>
        </p:spPr>
        <p:txBody>
          <a:bodyPr/>
          <a:lstStyle/>
          <a:p>
            <a:endParaRPr lang="en-IN"/>
          </a:p>
        </p:txBody>
      </p:sp>
      <p:sp>
        <p:nvSpPr>
          <p:cNvPr id="113675" name="Freeform 15"/>
          <p:cNvSpPr>
            <a:spLocks/>
          </p:cNvSpPr>
          <p:nvPr/>
        </p:nvSpPr>
        <p:spPr bwMode="auto">
          <a:xfrm>
            <a:off x="4073525" y="2289175"/>
            <a:ext cx="1793875" cy="147638"/>
          </a:xfrm>
          <a:custGeom>
            <a:avLst/>
            <a:gdLst>
              <a:gd name="T0" fmla="*/ 110 w 110"/>
              <a:gd name="T1" fmla="*/ 9 h 9"/>
              <a:gd name="T2" fmla="*/ 110 w 110"/>
              <a:gd name="T3" fmla="*/ 8 h 9"/>
              <a:gd name="T4" fmla="*/ 110 w 110"/>
              <a:gd name="T5" fmla="*/ 2 h 9"/>
              <a:gd name="T6" fmla="*/ 105 w 110"/>
              <a:gd name="T7" fmla="*/ 2 h 9"/>
              <a:gd name="T8" fmla="*/ 7 w 110"/>
              <a:gd name="T9" fmla="*/ 2 h 9"/>
              <a:gd name="T10" fmla="*/ 1 w 110"/>
              <a:gd name="T11" fmla="*/ 2 h 9"/>
              <a:gd name="T12" fmla="*/ 0 w 110"/>
              <a:gd name="T13" fmla="*/ 0 h 9"/>
              <a:gd name="T14" fmla="*/ 0 60000 65536"/>
              <a:gd name="T15" fmla="*/ 0 60000 65536"/>
              <a:gd name="T16" fmla="*/ 0 60000 65536"/>
              <a:gd name="T17" fmla="*/ 0 60000 65536"/>
              <a:gd name="T18" fmla="*/ 0 60000 65536"/>
              <a:gd name="T19" fmla="*/ 0 60000 65536"/>
              <a:gd name="T20" fmla="*/ 0 60000 65536"/>
              <a:gd name="T21" fmla="*/ 0 w 110"/>
              <a:gd name="T22" fmla="*/ 0 h 9"/>
              <a:gd name="T23" fmla="*/ 110 w 110"/>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0" h="9">
                <a:moveTo>
                  <a:pt x="110" y="9"/>
                </a:moveTo>
                <a:lnTo>
                  <a:pt x="110" y="8"/>
                </a:lnTo>
                <a:lnTo>
                  <a:pt x="110" y="2"/>
                </a:lnTo>
                <a:lnTo>
                  <a:pt x="105" y="2"/>
                </a:lnTo>
                <a:lnTo>
                  <a:pt x="7" y="2"/>
                </a:lnTo>
                <a:lnTo>
                  <a:pt x="1" y="2"/>
                </a:lnTo>
                <a:lnTo>
                  <a:pt x="0" y="0"/>
                </a:lnTo>
              </a:path>
            </a:pathLst>
          </a:custGeom>
          <a:noFill/>
          <a:ln w="158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676" name="Rectangle 16"/>
          <p:cNvSpPr>
            <a:spLocks noChangeArrowheads="1"/>
          </p:cNvSpPr>
          <p:nvPr/>
        </p:nvSpPr>
        <p:spPr bwMode="auto">
          <a:xfrm>
            <a:off x="3959225" y="315436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677" name="Rectangle 17"/>
          <p:cNvSpPr>
            <a:spLocks noChangeArrowheads="1"/>
          </p:cNvSpPr>
          <p:nvPr/>
        </p:nvSpPr>
        <p:spPr bwMode="auto">
          <a:xfrm>
            <a:off x="4154488" y="3154363"/>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678" name="Rectangle 18"/>
          <p:cNvSpPr>
            <a:spLocks noChangeArrowheads="1"/>
          </p:cNvSpPr>
          <p:nvPr/>
        </p:nvSpPr>
        <p:spPr bwMode="auto">
          <a:xfrm>
            <a:off x="4367213" y="3154363"/>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679" name="Rectangle 19"/>
          <p:cNvSpPr>
            <a:spLocks noChangeArrowheads="1"/>
          </p:cNvSpPr>
          <p:nvPr/>
        </p:nvSpPr>
        <p:spPr bwMode="auto">
          <a:xfrm>
            <a:off x="4562475" y="315436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680" name="Rectangle 20"/>
          <p:cNvSpPr>
            <a:spLocks noChangeArrowheads="1"/>
          </p:cNvSpPr>
          <p:nvPr/>
        </p:nvSpPr>
        <p:spPr bwMode="auto">
          <a:xfrm>
            <a:off x="4759325" y="315436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681" name="Rectangle 21"/>
          <p:cNvSpPr>
            <a:spLocks noChangeArrowheads="1"/>
          </p:cNvSpPr>
          <p:nvPr/>
        </p:nvSpPr>
        <p:spPr bwMode="auto">
          <a:xfrm>
            <a:off x="4759325" y="212725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682" name="Rectangle 22"/>
          <p:cNvSpPr>
            <a:spLocks noChangeArrowheads="1"/>
          </p:cNvSpPr>
          <p:nvPr/>
        </p:nvSpPr>
        <p:spPr bwMode="auto">
          <a:xfrm>
            <a:off x="4562475" y="212725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683" name="Rectangle 23"/>
          <p:cNvSpPr>
            <a:spLocks noChangeArrowheads="1"/>
          </p:cNvSpPr>
          <p:nvPr/>
        </p:nvSpPr>
        <p:spPr bwMode="auto">
          <a:xfrm>
            <a:off x="4367213" y="212725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684" name="Rectangle 24"/>
          <p:cNvSpPr>
            <a:spLocks noChangeArrowheads="1"/>
          </p:cNvSpPr>
          <p:nvPr/>
        </p:nvSpPr>
        <p:spPr bwMode="auto">
          <a:xfrm>
            <a:off x="4154488" y="212725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685" name="Rectangle 25"/>
          <p:cNvSpPr>
            <a:spLocks noChangeArrowheads="1"/>
          </p:cNvSpPr>
          <p:nvPr/>
        </p:nvSpPr>
        <p:spPr bwMode="auto">
          <a:xfrm>
            <a:off x="3959225" y="212725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686" name="Freeform 26"/>
          <p:cNvSpPr>
            <a:spLocks/>
          </p:cNvSpPr>
          <p:nvPr/>
        </p:nvSpPr>
        <p:spPr bwMode="auto">
          <a:xfrm>
            <a:off x="3894138" y="2125663"/>
            <a:ext cx="195262" cy="196850"/>
          </a:xfrm>
          <a:custGeom>
            <a:avLst/>
            <a:gdLst>
              <a:gd name="T0" fmla="*/ 6 w 12"/>
              <a:gd name="T1" fmla="*/ 0 h 12"/>
              <a:gd name="T2" fmla="*/ 4 w 12"/>
              <a:gd name="T3" fmla="*/ 0 h 12"/>
              <a:gd name="T4" fmla="*/ 2 w 12"/>
              <a:gd name="T5" fmla="*/ 2 h 12"/>
              <a:gd name="T6" fmla="*/ 0 w 12"/>
              <a:gd name="T7" fmla="*/ 4 h 12"/>
              <a:gd name="T8" fmla="*/ 0 w 12"/>
              <a:gd name="T9" fmla="*/ 6 h 12"/>
              <a:gd name="T10" fmla="*/ 0 w 12"/>
              <a:gd name="T11" fmla="*/ 8 h 12"/>
              <a:gd name="T12" fmla="*/ 2 w 12"/>
              <a:gd name="T13" fmla="*/ 10 h 12"/>
              <a:gd name="T14" fmla="*/ 4 w 12"/>
              <a:gd name="T15" fmla="*/ 12 h 12"/>
              <a:gd name="T16" fmla="*/ 6 w 12"/>
              <a:gd name="T17" fmla="*/ 12 h 12"/>
              <a:gd name="T18" fmla="*/ 8 w 12"/>
              <a:gd name="T19" fmla="*/ 12 h 12"/>
              <a:gd name="T20" fmla="*/ 10 w 12"/>
              <a:gd name="T21" fmla="*/ 10 h 12"/>
              <a:gd name="T22" fmla="*/ 12 w 12"/>
              <a:gd name="T23" fmla="*/ 8 h 12"/>
              <a:gd name="T24" fmla="*/ 12 w 12"/>
              <a:gd name="T25" fmla="*/ 6 h 12"/>
              <a:gd name="T26" fmla="*/ 12 w 12"/>
              <a:gd name="T27" fmla="*/ 4 h 12"/>
              <a:gd name="T28" fmla="*/ 10 w 12"/>
              <a:gd name="T29" fmla="*/ 2 h 12"/>
              <a:gd name="T30" fmla="*/ 8 w 12"/>
              <a:gd name="T31" fmla="*/ 0 h 12"/>
              <a:gd name="T32" fmla="*/ 6 w 12"/>
              <a:gd name="T33" fmla="*/ 0 h 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
              <a:gd name="T52" fmla="*/ 0 h 12"/>
              <a:gd name="T53" fmla="*/ 12 w 12"/>
              <a:gd name="T54" fmla="*/ 12 h 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 h="12">
                <a:moveTo>
                  <a:pt x="6" y="0"/>
                </a:moveTo>
                <a:lnTo>
                  <a:pt x="4" y="0"/>
                </a:lnTo>
                <a:lnTo>
                  <a:pt x="2" y="2"/>
                </a:lnTo>
                <a:lnTo>
                  <a:pt x="0" y="4"/>
                </a:lnTo>
                <a:lnTo>
                  <a:pt x="0" y="6"/>
                </a:lnTo>
                <a:lnTo>
                  <a:pt x="0" y="8"/>
                </a:lnTo>
                <a:lnTo>
                  <a:pt x="2" y="10"/>
                </a:lnTo>
                <a:lnTo>
                  <a:pt x="4" y="12"/>
                </a:lnTo>
                <a:lnTo>
                  <a:pt x="6" y="12"/>
                </a:lnTo>
                <a:lnTo>
                  <a:pt x="8" y="12"/>
                </a:lnTo>
                <a:lnTo>
                  <a:pt x="10" y="10"/>
                </a:lnTo>
                <a:lnTo>
                  <a:pt x="12" y="8"/>
                </a:lnTo>
                <a:lnTo>
                  <a:pt x="12" y="6"/>
                </a:lnTo>
                <a:lnTo>
                  <a:pt x="12" y="4"/>
                </a:lnTo>
                <a:lnTo>
                  <a:pt x="10" y="2"/>
                </a:lnTo>
                <a:lnTo>
                  <a:pt x="8" y="0"/>
                </a:lnTo>
                <a:lnTo>
                  <a:pt x="6" y="0"/>
                </a:lnTo>
              </a:path>
            </a:pathLst>
          </a:custGeom>
          <a:noFill/>
          <a:ln w="158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687" name="Freeform 27"/>
          <p:cNvSpPr>
            <a:spLocks/>
          </p:cNvSpPr>
          <p:nvPr/>
        </p:nvSpPr>
        <p:spPr bwMode="auto">
          <a:xfrm>
            <a:off x="3910013" y="4165600"/>
            <a:ext cx="196850" cy="195263"/>
          </a:xfrm>
          <a:custGeom>
            <a:avLst/>
            <a:gdLst>
              <a:gd name="T0" fmla="*/ 6 w 12"/>
              <a:gd name="T1" fmla="*/ 0 h 12"/>
              <a:gd name="T2" fmla="*/ 4 w 12"/>
              <a:gd name="T3" fmla="*/ 0 h 12"/>
              <a:gd name="T4" fmla="*/ 2 w 12"/>
              <a:gd name="T5" fmla="*/ 2 h 12"/>
              <a:gd name="T6" fmla="*/ 0 w 12"/>
              <a:gd name="T7" fmla="*/ 4 h 12"/>
              <a:gd name="T8" fmla="*/ 0 w 12"/>
              <a:gd name="T9" fmla="*/ 6 h 12"/>
              <a:gd name="T10" fmla="*/ 0 w 12"/>
              <a:gd name="T11" fmla="*/ 8 h 12"/>
              <a:gd name="T12" fmla="*/ 2 w 12"/>
              <a:gd name="T13" fmla="*/ 10 h 12"/>
              <a:gd name="T14" fmla="*/ 4 w 12"/>
              <a:gd name="T15" fmla="*/ 12 h 12"/>
              <a:gd name="T16" fmla="*/ 6 w 12"/>
              <a:gd name="T17" fmla="*/ 12 h 12"/>
              <a:gd name="T18" fmla="*/ 8 w 12"/>
              <a:gd name="T19" fmla="*/ 12 h 12"/>
              <a:gd name="T20" fmla="*/ 10 w 12"/>
              <a:gd name="T21" fmla="*/ 10 h 12"/>
              <a:gd name="T22" fmla="*/ 12 w 12"/>
              <a:gd name="T23" fmla="*/ 8 h 12"/>
              <a:gd name="T24" fmla="*/ 12 w 12"/>
              <a:gd name="T25" fmla="*/ 6 h 12"/>
              <a:gd name="T26" fmla="*/ 12 w 12"/>
              <a:gd name="T27" fmla="*/ 4 h 12"/>
              <a:gd name="T28" fmla="*/ 10 w 12"/>
              <a:gd name="T29" fmla="*/ 2 h 12"/>
              <a:gd name="T30" fmla="*/ 8 w 12"/>
              <a:gd name="T31" fmla="*/ 0 h 12"/>
              <a:gd name="T32" fmla="*/ 6 w 12"/>
              <a:gd name="T33" fmla="*/ 0 h 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
              <a:gd name="T52" fmla="*/ 0 h 12"/>
              <a:gd name="T53" fmla="*/ 12 w 12"/>
              <a:gd name="T54" fmla="*/ 12 h 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 h="12">
                <a:moveTo>
                  <a:pt x="6" y="0"/>
                </a:moveTo>
                <a:lnTo>
                  <a:pt x="4" y="0"/>
                </a:lnTo>
                <a:lnTo>
                  <a:pt x="2" y="2"/>
                </a:lnTo>
                <a:lnTo>
                  <a:pt x="0" y="4"/>
                </a:lnTo>
                <a:lnTo>
                  <a:pt x="0" y="6"/>
                </a:lnTo>
                <a:lnTo>
                  <a:pt x="0" y="8"/>
                </a:lnTo>
                <a:lnTo>
                  <a:pt x="2" y="10"/>
                </a:lnTo>
                <a:lnTo>
                  <a:pt x="4" y="12"/>
                </a:lnTo>
                <a:lnTo>
                  <a:pt x="6" y="12"/>
                </a:lnTo>
                <a:lnTo>
                  <a:pt x="8" y="12"/>
                </a:lnTo>
                <a:lnTo>
                  <a:pt x="10" y="10"/>
                </a:lnTo>
                <a:lnTo>
                  <a:pt x="12" y="8"/>
                </a:lnTo>
                <a:lnTo>
                  <a:pt x="12" y="6"/>
                </a:lnTo>
                <a:lnTo>
                  <a:pt x="12" y="4"/>
                </a:lnTo>
                <a:lnTo>
                  <a:pt x="10" y="2"/>
                </a:lnTo>
                <a:lnTo>
                  <a:pt x="8" y="0"/>
                </a:lnTo>
                <a:lnTo>
                  <a:pt x="6" y="0"/>
                </a:lnTo>
              </a:path>
            </a:pathLst>
          </a:custGeom>
          <a:noFill/>
          <a:ln w="158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688" name="Freeform 28"/>
          <p:cNvSpPr>
            <a:spLocks/>
          </p:cNvSpPr>
          <p:nvPr/>
        </p:nvSpPr>
        <p:spPr bwMode="auto">
          <a:xfrm>
            <a:off x="5851525" y="4491038"/>
            <a:ext cx="33338" cy="65087"/>
          </a:xfrm>
          <a:custGeom>
            <a:avLst/>
            <a:gdLst>
              <a:gd name="T0" fmla="*/ 0 w 2"/>
              <a:gd name="T1" fmla="*/ 0 h 4"/>
              <a:gd name="T2" fmla="*/ 1 w 2"/>
              <a:gd name="T3" fmla="*/ 4 h 4"/>
              <a:gd name="T4" fmla="*/ 2 w 2"/>
              <a:gd name="T5" fmla="*/ 0 h 4"/>
              <a:gd name="T6" fmla="*/ 1 w 2"/>
              <a:gd name="T7" fmla="*/ 0 h 4"/>
              <a:gd name="T8" fmla="*/ 0 w 2"/>
              <a:gd name="T9" fmla="*/ 0 h 4"/>
              <a:gd name="T10" fmla="*/ 0 60000 65536"/>
              <a:gd name="T11" fmla="*/ 0 60000 65536"/>
              <a:gd name="T12" fmla="*/ 0 60000 65536"/>
              <a:gd name="T13" fmla="*/ 0 60000 65536"/>
              <a:gd name="T14" fmla="*/ 0 60000 65536"/>
              <a:gd name="T15" fmla="*/ 0 w 2"/>
              <a:gd name="T16" fmla="*/ 0 h 4"/>
              <a:gd name="T17" fmla="*/ 2 w 2"/>
              <a:gd name="T18" fmla="*/ 4 h 4"/>
            </a:gdLst>
            <a:ahLst/>
            <a:cxnLst>
              <a:cxn ang="T10">
                <a:pos x="T0" y="T1"/>
              </a:cxn>
              <a:cxn ang="T11">
                <a:pos x="T2" y="T3"/>
              </a:cxn>
              <a:cxn ang="T12">
                <a:pos x="T4" y="T5"/>
              </a:cxn>
              <a:cxn ang="T13">
                <a:pos x="T6" y="T7"/>
              </a:cxn>
              <a:cxn ang="T14">
                <a:pos x="T8" y="T9"/>
              </a:cxn>
            </a:cxnLst>
            <a:rect l="T15" t="T16" r="T17" b="T18"/>
            <a:pathLst>
              <a:path w="2" h="4">
                <a:moveTo>
                  <a:pt x="0" y="0"/>
                </a:moveTo>
                <a:lnTo>
                  <a:pt x="1" y="4"/>
                </a:lnTo>
                <a:lnTo>
                  <a:pt x="2" y="0"/>
                </a:lnTo>
                <a:lnTo>
                  <a:pt x="1" y="0"/>
                </a:lnTo>
                <a:lnTo>
                  <a:pt x="0" y="0"/>
                </a:lnTo>
              </a:path>
            </a:pathLst>
          </a:custGeom>
          <a:noFill/>
          <a:ln w="15875">
            <a:solidFill>
              <a:srgbClr val="00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689" name="Freeform 29"/>
          <p:cNvSpPr>
            <a:spLocks/>
          </p:cNvSpPr>
          <p:nvPr/>
        </p:nvSpPr>
        <p:spPr bwMode="auto">
          <a:xfrm>
            <a:off x="5851525" y="4491038"/>
            <a:ext cx="33338" cy="65087"/>
          </a:xfrm>
          <a:custGeom>
            <a:avLst/>
            <a:gdLst>
              <a:gd name="T0" fmla="*/ 0 w 21"/>
              <a:gd name="T1" fmla="*/ 0 h 41"/>
              <a:gd name="T2" fmla="*/ 10 w 21"/>
              <a:gd name="T3" fmla="*/ 41 h 41"/>
              <a:gd name="T4" fmla="*/ 21 w 21"/>
              <a:gd name="T5" fmla="*/ 0 h 41"/>
              <a:gd name="T6" fmla="*/ 10 w 21"/>
              <a:gd name="T7" fmla="*/ 0 h 41"/>
              <a:gd name="T8" fmla="*/ 0 w 21"/>
              <a:gd name="T9" fmla="*/ 0 h 41"/>
              <a:gd name="T10" fmla="*/ 0 60000 65536"/>
              <a:gd name="T11" fmla="*/ 0 60000 65536"/>
              <a:gd name="T12" fmla="*/ 0 60000 65536"/>
              <a:gd name="T13" fmla="*/ 0 60000 65536"/>
              <a:gd name="T14" fmla="*/ 0 60000 65536"/>
              <a:gd name="T15" fmla="*/ 0 w 21"/>
              <a:gd name="T16" fmla="*/ 0 h 41"/>
              <a:gd name="T17" fmla="*/ 21 w 21"/>
              <a:gd name="T18" fmla="*/ 41 h 41"/>
            </a:gdLst>
            <a:ahLst/>
            <a:cxnLst>
              <a:cxn ang="T10">
                <a:pos x="T0" y="T1"/>
              </a:cxn>
              <a:cxn ang="T11">
                <a:pos x="T2" y="T3"/>
              </a:cxn>
              <a:cxn ang="T12">
                <a:pos x="T4" y="T5"/>
              </a:cxn>
              <a:cxn ang="T13">
                <a:pos x="T6" y="T7"/>
              </a:cxn>
              <a:cxn ang="T14">
                <a:pos x="T8" y="T9"/>
              </a:cxn>
            </a:cxnLst>
            <a:rect l="T15" t="T16" r="T17" b="T18"/>
            <a:pathLst>
              <a:path w="21" h="41">
                <a:moveTo>
                  <a:pt x="0" y="0"/>
                </a:moveTo>
                <a:lnTo>
                  <a:pt x="10" y="41"/>
                </a:lnTo>
                <a:lnTo>
                  <a:pt x="21" y="0"/>
                </a:lnTo>
                <a:lnTo>
                  <a:pt x="10" y="0"/>
                </a:lnTo>
                <a:lnTo>
                  <a:pt x="0" y="0"/>
                </a:lnTo>
                <a:close/>
              </a:path>
            </a:pathLst>
          </a:custGeom>
          <a:solidFill>
            <a:srgbClr val="FF0000"/>
          </a:solidFill>
          <a:ln w="0">
            <a:solidFill>
              <a:srgbClr val="FF0000"/>
            </a:solidFill>
            <a:prstDash val="solid"/>
            <a:round/>
            <a:headEnd/>
            <a:tailEnd/>
          </a:ln>
        </p:spPr>
        <p:txBody>
          <a:bodyPr/>
          <a:lstStyle/>
          <a:p>
            <a:endParaRPr lang="en-IN"/>
          </a:p>
        </p:txBody>
      </p:sp>
      <p:sp>
        <p:nvSpPr>
          <p:cNvPr id="113690" name="Freeform 30"/>
          <p:cNvSpPr>
            <a:spLocks/>
          </p:cNvSpPr>
          <p:nvPr/>
        </p:nvSpPr>
        <p:spPr bwMode="auto">
          <a:xfrm>
            <a:off x="4057650" y="4360863"/>
            <a:ext cx="1809750" cy="130175"/>
          </a:xfrm>
          <a:custGeom>
            <a:avLst/>
            <a:gdLst>
              <a:gd name="T0" fmla="*/ 111 w 111"/>
              <a:gd name="T1" fmla="*/ 8 h 8"/>
              <a:gd name="T2" fmla="*/ 111 w 111"/>
              <a:gd name="T3" fmla="*/ 7 h 8"/>
              <a:gd name="T4" fmla="*/ 111 w 111"/>
              <a:gd name="T5" fmla="*/ 1 h 8"/>
              <a:gd name="T6" fmla="*/ 105 w 111"/>
              <a:gd name="T7" fmla="*/ 1 h 8"/>
              <a:gd name="T8" fmla="*/ 7 w 111"/>
              <a:gd name="T9" fmla="*/ 1 h 8"/>
              <a:gd name="T10" fmla="*/ 1 w 111"/>
              <a:gd name="T11" fmla="*/ 1 h 8"/>
              <a:gd name="T12" fmla="*/ 0 w 111"/>
              <a:gd name="T13" fmla="*/ 0 h 8"/>
              <a:gd name="T14" fmla="*/ 0 60000 65536"/>
              <a:gd name="T15" fmla="*/ 0 60000 65536"/>
              <a:gd name="T16" fmla="*/ 0 60000 65536"/>
              <a:gd name="T17" fmla="*/ 0 60000 65536"/>
              <a:gd name="T18" fmla="*/ 0 60000 65536"/>
              <a:gd name="T19" fmla="*/ 0 60000 65536"/>
              <a:gd name="T20" fmla="*/ 0 60000 65536"/>
              <a:gd name="T21" fmla="*/ 0 w 111"/>
              <a:gd name="T22" fmla="*/ 0 h 8"/>
              <a:gd name="T23" fmla="*/ 111 w 111"/>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1" h="8">
                <a:moveTo>
                  <a:pt x="111" y="8"/>
                </a:moveTo>
                <a:lnTo>
                  <a:pt x="111" y="7"/>
                </a:lnTo>
                <a:lnTo>
                  <a:pt x="111" y="1"/>
                </a:lnTo>
                <a:lnTo>
                  <a:pt x="105" y="1"/>
                </a:lnTo>
                <a:lnTo>
                  <a:pt x="7" y="1"/>
                </a:lnTo>
                <a:lnTo>
                  <a:pt x="1" y="1"/>
                </a:lnTo>
                <a:lnTo>
                  <a:pt x="0" y="0"/>
                </a:lnTo>
              </a:path>
            </a:pathLst>
          </a:custGeom>
          <a:noFill/>
          <a:ln w="158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691" name="Freeform 31"/>
          <p:cNvSpPr>
            <a:spLocks/>
          </p:cNvSpPr>
          <p:nvPr/>
        </p:nvSpPr>
        <p:spPr bwMode="auto">
          <a:xfrm>
            <a:off x="3894138" y="3154363"/>
            <a:ext cx="195262" cy="195262"/>
          </a:xfrm>
          <a:custGeom>
            <a:avLst/>
            <a:gdLst>
              <a:gd name="T0" fmla="*/ 6 w 12"/>
              <a:gd name="T1" fmla="*/ 0 h 12"/>
              <a:gd name="T2" fmla="*/ 4 w 12"/>
              <a:gd name="T3" fmla="*/ 0 h 12"/>
              <a:gd name="T4" fmla="*/ 2 w 12"/>
              <a:gd name="T5" fmla="*/ 2 h 12"/>
              <a:gd name="T6" fmla="*/ 0 w 12"/>
              <a:gd name="T7" fmla="*/ 4 h 12"/>
              <a:gd name="T8" fmla="*/ 0 w 12"/>
              <a:gd name="T9" fmla="*/ 6 h 12"/>
              <a:gd name="T10" fmla="*/ 0 w 12"/>
              <a:gd name="T11" fmla="*/ 8 h 12"/>
              <a:gd name="T12" fmla="*/ 2 w 12"/>
              <a:gd name="T13" fmla="*/ 10 h 12"/>
              <a:gd name="T14" fmla="*/ 4 w 12"/>
              <a:gd name="T15" fmla="*/ 12 h 12"/>
              <a:gd name="T16" fmla="*/ 6 w 12"/>
              <a:gd name="T17" fmla="*/ 12 h 12"/>
              <a:gd name="T18" fmla="*/ 8 w 12"/>
              <a:gd name="T19" fmla="*/ 12 h 12"/>
              <a:gd name="T20" fmla="*/ 10 w 12"/>
              <a:gd name="T21" fmla="*/ 10 h 12"/>
              <a:gd name="T22" fmla="*/ 12 w 12"/>
              <a:gd name="T23" fmla="*/ 8 h 12"/>
              <a:gd name="T24" fmla="*/ 12 w 12"/>
              <a:gd name="T25" fmla="*/ 6 h 12"/>
              <a:gd name="T26" fmla="*/ 12 w 12"/>
              <a:gd name="T27" fmla="*/ 4 h 12"/>
              <a:gd name="T28" fmla="*/ 10 w 12"/>
              <a:gd name="T29" fmla="*/ 2 h 12"/>
              <a:gd name="T30" fmla="*/ 8 w 12"/>
              <a:gd name="T31" fmla="*/ 0 h 12"/>
              <a:gd name="T32" fmla="*/ 6 w 12"/>
              <a:gd name="T33" fmla="*/ 0 h 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
              <a:gd name="T52" fmla="*/ 0 h 12"/>
              <a:gd name="T53" fmla="*/ 12 w 12"/>
              <a:gd name="T54" fmla="*/ 12 h 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 h="12">
                <a:moveTo>
                  <a:pt x="6" y="0"/>
                </a:moveTo>
                <a:lnTo>
                  <a:pt x="4" y="0"/>
                </a:lnTo>
                <a:lnTo>
                  <a:pt x="2" y="2"/>
                </a:lnTo>
                <a:lnTo>
                  <a:pt x="0" y="4"/>
                </a:lnTo>
                <a:lnTo>
                  <a:pt x="0" y="6"/>
                </a:lnTo>
                <a:lnTo>
                  <a:pt x="0" y="8"/>
                </a:lnTo>
                <a:lnTo>
                  <a:pt x="2" y="10"/>
                </a:lnTo>
                <a:lnTo>
                  <a:pt x="4" y="12"/>
                </a:lnTo>
                <a:lnTo>
                  <a:pt x="6" y="12"/>
                </a:lnTo>
                <a:lnTo>
                  <a:pt x="8" y="12"/>
                </a:lnTo>
                <a:lnTo>
                  <a:pt x="10" y="10"/>
                </a:lnTo>
                <a:lnTo>
                  <a:pt x="12" y="8"/>
                </a:lnTo>
                <a:lnTo>
                  <a:pt x="12" y="6"/>
                </a:lnTo>
                <a:lnTo>
                  <a:pt x="12" y="4"/>
                </a:lnTo>
                <a:lnTo>
                  <a:pt x="10" y="2"/>
                </a:lnTo>
                <a:lnTo>
                  <a:pt x="8" y="0"/>
                </a:lnTo>
                <a:lnTo>
                  <a:pt x="6" y="0"/>
                </a:lnTo>
              </a:path>
            </a:pathLst>
          </a:custGeom>
          <a:noFill/>
          <a:ln w="158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692" name="Freeform 32"/>
          <p:cNvSpPr>
            <a:spLocks/>
          </p:cNvSpPr>
          <p:nvPr/>
        </p:nvSpPr>
        <p:spPr bwMode="auto">
          <a:xfrm>
            <a:off x="5851525" y="3479800"/>
            <a:ext cx="33338" cy="49213"/>
          </a:xfrm>
          <a:custGeom>
            <a:avLst/>
            <a:gdLst>
              <a:gd name="T0" fmla="*/ 0 w 2"/>
              <a:gd name="T1" fmla="*/ 0 h 3"/>
              <a:gd name="T2" fmla="*/ 1 w 2"/>
              <a:gd name="T3" fmla="*/ 3 h 3"/>
              <a:gd name="T4" fmla="*/ 2 w 2"/>
              <a:gd name="T5" fmla="*/ 0 h 3"/>
              <a:gd name="T6" fmla="*/ 1 w 2"/>
              <a:gd name="T7" fmla="*/ 0 h 3"/>
              <a:gd name="T8" fmla="*/ 0 w 2"/>
              <a:gd name="T9" fmla="*/ 0 h 3"/>
              <a:gd name="T10" fmla="*/ 0 60000 65536"/>
              <a:gd name="T11" fmla="*/ 0 60000 65536"/>
              <a:gd name="T12" fmla="*/ 0 60000 65536"/>
              <a:gd name="T13" fmla="*/ 0 60000 65536"/>
              <a:gd name="T14" fmla="*/ 0 60000 65536"/>
              <a:gd name="T15" fmla="*/ 0 w 2"/>
              <a:gd name="T16" fmla="*/ 0 h 3"/>
              <a:gd name="T17" fmla="*/ 2 w 2"/>
              <a:gd name="T18" fmla="*/ 3 h 3"/>
            </a:gdLst>
            <a:ahLst/>
            <a:cxnLst>
              <a:cxn ang="T10">
                <a:pos x="T0" y="T1"/>
              </a:cxn>
              <a:cxn ang="T11">
                <a:pos x="T2" y="T3"/>
              </a:cxn>
              <a:cxn ang="T12">
                <a:pos x="T4" y="T5"/>
              </a:cxn>
              <a:cxn ang="T13">
                <a:pos x="T6" y="T7"/>
              </a:cxn>
              <a:cxn ang="T14">
                <a:pos x="T8" y="T9"/>
              </a:cxn>
            </a:cxnLst>
            <a:rect l="T15" t="T16" r="T17" b="T18"/>
            <a:pathLst>
              <a:path w="2" h="3">
                <a:moveTo>
                  <a:pt x="0" y="0"/>
                </a:moveTo>
                <a:lnTo>
                  <a:pt x="1" y="3"/>
                </a:lnTo>
                <a:lnTo>
                  <a:pt x="2" y="0"/>
                </a:lnTo>
                <a:lnTo>
                  <a:pt x="1" y="0"/>
                </a:lnTo>
                <a:lnTo>
                  <a:pt x="0" y="0"/>
                </a:lnTo>
              </a:path>
            </a:pathLst>
          </a:custGeom>
          <a:noFill/>
          <a:ln w="15875">
            <a:solidFill>
              <a:srgbClr val="00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693" name="Freeform 33"/>
          <p:cNvSpPr>
            <a:spLocks/>
          </p:cNvSpPr>
          <p:nvPr/>
        </p:nvSpPr>
        <p:spPr bwMode="auto">
          <a:xfrm>
            <a:off x="5851525" y="3479800"/>
            <a:ext cx="33338" cy="49213"/>
          </a:xfrm>
          <a:custGeom>
            <a:avLst/>
            <a:gdLst>
              <a:gd name="T0" fmla="*/ 0 w 21"/>
              <a:gd name="T1" fmla="*/ 0 h 31"/>
              <a:gd name="T2" fmla="*/ 10 w 21"/>
              <a:gd name="T3" fmla="*/ 31 h 31"/>
              <a:gd name="T4" fmla="*/ 21 w 21"/>
              <a:gd name="T5" fmla="*/ 0 h 31"/>
              <a:gd name="T6" fmla="*/ 10 w 21"/>
              <a:gd name="T7" fmla="*/ 0 h 31"/>
              <a:gd name="T8" fmla="*/ 0 w 21"/>
              <a:gd name="T9" fmla="*/ 0 h 31"/>
              <a:gd name="T10" fmla="*/ 0 60000 65536"/>
              <a:gd name="T11" fmla="*/ 0 60000 65536"/>
              <a:gd name="T12" fmla="*/ 0 60000 65536"/>
              <a:gd name="T13" fmla="*/ 0 60000 65536"/>
              <a:gd name="T14" fmla="*/ 0 60000 65536"/>
              <a:gd name="T15" fmla="*/ 0 w 21"/>
              <a:gd name="T16" fmla="*/ 0 h 31"/>
              <a:gd name="T17" fmla="*/ 21 w 21"/>
              <a:gd name="T18" fmla="*/ 31 h 31"/>
            </a:gdLst>
            <a:ahLst/>
            <a:cxnLst>
              <a:cxn ang="T10">
                <a:pos x="T0" y="T1"/>
              </a:cxn>
              <a:cxn ang="T11">
                <a:pos x="T2" y="T3"/>
              </a:cxn>
              <a:cxn ang="T12">
                <a:pos x="T4" y="T5"/>
              </a:cxn>
              <a:cxn ang="T13">
                <a:pos x="T6" y="T7"/>
              </a:cxn>
              <a:cxn ang="T14">
                <a:pos x="T8" y="T9"/>
              </a:cxn>
            </a:cxnLst>
            <a:rect l="T15" t="T16" r="T17" b="T18"/>
            <a:pathLst>
              <a:path w="21" h="31">
                <a:moveTo>
                  <a:pt x="0" y="0"/>
                </a:moveTo>
                <a:lnTo>
                  <a:pt x="10" y="31"/>
                </a:lnTo>
                <a:lnTo>
                  <a:pt x="21" y="0"/>
                </a:lnTo>
                <a:lnTo>
                  <a:pt x="10" y="0"/>
                </a:lnTo>
                <a:lnTo>
                  <a:pt x="0" y="0"/>
                </a:lnTo>
                <a:close/>
              </a:path>
            </a:pathLst>
          </a:custGeom>
          <a:solidFill>
            <a:srgbClr val="00FFFF"/>
          </a:solidFill>
          <a:ln w="0">
            <a:solidFill>
              <a:srgbClr val="FF0000"/>
            </a:solidFill>
            <a:prstDash val="solid"/>
            <a:round/>
            <a:headEnd/>
            <a:tailEnd/>
          </a:ln>
        </p:spPr>
        <p:txBody>
          <a:bodyPr/>
          <a:lstStyle/>
          <a:p>
            <a:endParaRPr lang="en-IN"/>
          </a:p>
        </p:txBody>
      </p:sp>
      <p:sp>
        <p:nvSpPr>
          <p:cNvPr id="113694" name="Freeform 34"/>
          <p:cNvSpPr>
            <a:spLocks/>
          </p:cNvSpPr>
          <p:nvPr/>
        </p:nvSpPr>
        <p:spPr bwMode="auto">
          <a:xfrm>
            <a:off x="4057650" y="3333750"/>
            <a:ext cx="1809750" cy="130175"/>
          </a:xfrm>
          <a:custGeom>
            <a:avLst/>
            <a:gdLst>
              <a:gd name="T0" fmla="*/ 111 w 111"/>
              <a:gd name="T1" fmla="*/ 8 h 8"/>
              <a:gd name="T2" fmla="*/ 111 w 111"/>
              <a:gd name="T3" fmla="*/ 7 h 8"/>
              <a:gd name="T4" fmla="*/ 111 w 111"/>
              <a:gd name="T5" fmla="*/ 1 h 8"/>
              <a:gd name="T6" fmla="*/ 105 w 111"/>
              <a:gd name="T7" fmla="*/ 1 h 8"/>
              <a:gd name="T8" fmla="*/ 7 w 111"/>
              <a:gd name="T9" fmla="*/ 1 h 8"/>
              <a:gd name="T10" fmla="*/ 1 w 111"/>
              <a:gd name="T11" fmla="*/ 1 h 8"/>
              <a:gd name="T12" fmla="*/ 0 w 111"/>
              <a:gd name="T13" fmla="*/ 0 h 8"/>
              <a:gd name="T14" fmla="*/ 0 60000 65536"/>
              <a:gd name="T15" fmla="*/ 0 60000 65536"/>
              <a:gd name="T16" fmla="*/ 0 60000 65536"/>
              <a:gd name="T17" fmla="*/ 0 60000 65536"/>
              <a:gd name="T18" fmla="*/ 0 60000 65536"/>
              <a:gd name="T19" fmla="*/ 0 60000 65536"/>
              <a:gd name="T20" fmla="*/ 0 60000 65536"/>
              <a:gd name="T21" fmla="*/ 0 w 111"/>
              <a:gd name="T22" fmla="*/ 0 h 8"/>
              <a:gd name="T23" fmla="*/ 111 w 111"/>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1" h="8">
                <a:moveTo>
                  <a:pt x="111" y="8"/>
                </a:moveTo>
                <a:lnTo>
                  <a:pt x="111" y="7"/>
                </a:lnTo>
                <a:lnTo>
                  <a:pt x="111" y="1"/>
                </a:lnTo>
                <a:lnTo>
                  <a:pt x="105" y="1"/>
                </a:lnTo>
                <a:lnTo>
                  <a:pt x="7" y="1"/>
                </a:lnTo>
                <a:lnTo>
                  <a:pt x="1" y="1"/>
                </a:lnTo>
                <a:lnTo>
                  <a:pt x="0" y="0"/>
                </a:lnTo>
              </a:path>
            </a:pathLst>
          </a:custGeom>
          <a:noFill/>
          <a:ln w="158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695" name="Rectangle 35"/>
          <p:cNvSpPr>
            <a:spLocks noChangeArrowheads="1"/>
          </p:cNvSpPr>
          <p:nvPr/>
        </p:nvSpPr>
        <p:spPr bwMode="auto">
          <a:xfrm>
            <a:off x="5835650" y="129540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696" name="Rectangle 36"/>
          <p:cNvSpPr>
            <a:spLocks noChangeArrowheads="1"/>
          </p:cNvSpPr>
          <p:nvPr/>
        </p:nvSpPr>
        <p:spPr bwMode="auto">
          <a:xfrm>
            <a:off x="5835650" y="251936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697" name="Rectangle 37"/>
          <p:cNvSpPr>
            <a:spLocks noChangeArrowheads="1"/>
          </p:cNvSpPr>
          <p:nvPr/>
        </p:nvSpPr>
        <p:spPr bwMode="auto">
          <a:xfrm>
            <a:off x="5851525" y="538956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698" name="Rectangle 38"/>
          <p:cNvSpPr>
            <a:spLocks noChangeArrowheads="1"/>
          </p:cNvSpPr>
          <p:nvPr/>
        </p:nvSpPr>
        <p:spPr bwMode="auto">
          <a:xfrm>
            <a:off x="5835650" y="455771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699" name="Rectangle 39"/>
          <p:cNvSpPr>
            <a:spLocks noChangeArrowheads="1"/>
          </p:cNvSpPr>
          <p:nvPr/>
        </p:nvSpPr>
        <p:spPr bwMode="auto">
          <a:xfrm>
            <a:off x="5835650" y="3546475"/>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00" name="Rectangle 40"/>
          <p:cNvSpPr>
            <a:spLocks noChangeArrowheads="1"/>
          </p:cNvSpPr>
          <p:nvPr/>
        </p:nvSpPr>
        <p:spPr bwMode="auto">
          <a:xfrm>
            <a:off x="5443538" y="3741738"/>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01" name="Rectangle 41"/>
          <p:cNvSpPr>
            <a:spLocks noChangeArrowheads="1"/>
          </p:cNvSpPr>
          <p:nvPr/>
        </p:nvSpPr>
        <p:spPr bwMode="auto">
          <a:xfrm>
            <a:off x="5443538" y="3546475"/>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02" name="Rectangle 42"/>
          <p:cNvSpPr>
            <a:spLocks noChangeArrowheads="1"/>
          </p:cNvSpPr>
          <p:nvPr/>
        </p:nvSpPr>
        <p:spPr bwMode="auto">
          <a:xfrm>
            <a:off x="5443538" y="1687513"/>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03" name="Rectangle 43"/>
          <p:cNvSpPr>
            <a:spLocks noChangeArrowheads="1"/>
          </p:cNvSpPr>
          <p:nvPr/>
        </p:nvSpPr>
        <p:spPr bwMode="auto">
          <a:xfrm>
            <a:off x="5443538" y="129540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04" name="Rectangle 44"/>
          <p:cNvSpPr>
            <a:spLocks noChangeArrowheads="1"/>
          </p:cNvSpPr>
          <p:nvPr/>
        </p:nvSpPr>
        <p:spPr bwMode="auto">
          <a:xfrm>
            <a:off x="5443538" y="2714625"/>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05" name="Rectangle 45"/>
          <p:cNvSpPr>
            <a:spLocks noChangeArrowheads="1"/>
          </p:cNvSpPr>
          <p:nvPr/>
        </p:nvSpPr>
        <p:spPr bwMode="auto">
          <a:xfrm>
            <a:off x="5443538" y="2519363"/>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06" name="Rectangle 46"/>
          <p:cNvSpPr>
            <a:spLocks noChangeArrowheads="1"/>
          </p:cNvSpPr>
          <p:nvPr/>
        </p:nvSpPr>
        <p:spPr bwMode="auto">
          <a:xfrm>
            <a:off x="5476875" y="538956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07" name="Rectangle 47"/>
          <p:cNvSpPr>
            <a:spLocks noChangeArrowheads="1"/>
          </p:cNvSpPr>
          <p:nvPr/>
        </p:nvSpPr>
        <p:spPr bwMode="auto">
          <a:xfrm>
            <a:off x="5443538" y="4557713"/>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08" name="Rectangle 48"/>
          <p:cNvSpPr>
            <a:spLocks noChangeArrowheads="1"/>
          </p:cNvSpPr>
          <p:nvPr/>
        </p:nvSpPr>
        <p:spPr bwMode="auto">
          <a:xfrm>
            <a:off x="5443538" y="476885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09" name="Rectangle 49"/>
          <p:cNvSpPr>
            <a:spLocks noChangeArrowheads="1"/>
          </p:cNvSpPr>
          <p:nvPr/>
        </p:nvSpPr>
        <p:spPr bwMode="auto">
          <a:xfrm>
            <a:off x="5248275" y="3741738"/>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10" name="Rectangle 50"/>
          <p:cNvSpPr>
            <a:spLocks noChangeArrowheads="1"/>
          </p:cNvSpPr>
          <p:nvPr/>
        </p:nvSpPr>
        <p:spPr bwMode="auto">
          <a:xfrm>
            <a:off x="5248275" y="3546475"/>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11" name="Rectangle 51"/>
          <p:cNvSpPr>
            <a:spLocks noChangeArrowheads="1"/>
          </p:cNvSpPr>
          <p:nvPr/>
        </p:nvSpPr>
        <p:spPr bwMode="auto">
          <a:xfrm>
            <a:off x="5248275" y="168751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12" name="Rectangle 52"/>
          <p:cNvSpPr>
            <a:spLocks noChangeArrowheads="1"/>
          </p:cNvSpPr>
          <p:nvPr/>
        </p:nvSpPr>
        <p:spPr bwMode="auto">
          <a:xfrm>
            <a:off x="5248275" y="129540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13" name="Rectangle 53"/>
          <p:cNvSpPr>
            <a:spLocks noChangeArrowheads="1"/>
          </p:cNvSpPr>
          <p:nvPr/>
        </p:nvSpPr>
        <p:spPr bwMode="auto">
          <a:xfrm>
            <a:off x="5248275" y="2714625"/>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14" name="Rectangle 54"/>
          <p:cNvSpPr>
            <a:spLocks noChangeArrowheads="1"/>
          </p:cNvSpPr>
          <p:nvPr/>
        </p:nvSpPr>
        <p:spPr bwMode="auto">
          <a:xfrm>
            <a:off x="5248275" y="251936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15" name="Rectangle 55"/>
          <p:cNvSpPr>
            <a:spLocks noChangeArrowheads="1"/>
          </p:cNvSpPr>
          <p:nvPr/>
        </p:nvSpPr>
        <p:spPr bwMode="auto">
          <a:xfrm>
            <a:off x="5264150" y="538956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16" name="Rectangle 56"/>
          <p:cNvSpPr>
            <a:spLocks noChangeArrowheads="1"/>
          </p:cNvSpPr>
          <p:nvPr/>
        </p:nvSpPr>
        <p:spPr bwMode="auto">
          <a:xfrm>
            <a:off x="5248275" y="476885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17" name="Rectangle 57"/>
          <p:cNvSpPr>
            <a:spLocks noChangeArrowheads="1"/>
          </p:cNvSpPr>
          <p:nvPr/>
        </p:nvSpPr>
        <p:spPr bwMode="auto">
          <a:xfrm>
            <a:off x="5248275" y="455771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18" name="Line 58"/>
          <p:cNvSpPr>
            <a:spLocks noChangeShapeType="1"/>
          </p:cNvSpPr>
          <p:nvPr/>
        </p:nvSpPr>
        <p:spPr bwMode="auto">
          <a:xfrm flipH="1">
            <a:off x="3943350" y="3529013"/>
            <a:ext cx="896938"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113719" name="Group 230"/>
          <p:cNvGrpSpPr>
            <a:grpSpLocks/>
          </p:cNvGrpSpPr>
          <p:nvPr/>
        </p:nvGrpSpPr>
        <p:grpSpPr bwMode="auto">
          <a:xfrm>
            <a:off x="762000" y="2590800"/>
            <a:ext cx="1635125" cy="1171575"/>
            <a:chOff x="3241675" y="250825"/>
            <a:chExt cx="865188" cy="785949"/>
          </a:xfrm>
        </p:grpSpPr>
        <p:sp>
          <p:nvSpPr>
            <p:cNvPr id="113876" name="Freeform 9"/>
            <p:cNvSpPr>
              <a:spLocks/>
            </p:cNvSpPr>
            <p:nvPr/>
          </p:nvSpPr>
          <p:spPr bwMode="auto">
            <a:xfrm>
              <a:off x="3405188" y="463550"/>
              <a:ext cx="96837" cy="161925"/>
            </a:xfrm>
            <a:custGeom>
              <a:avLst/>
              <a:gdLst>
                <a:gd name="T0" fmla="*/ 31 w 61"/>
                <a:gd name="T1" fmla="*/ 51 h 102"/>
                <a:gd name="T2" fmla="*/ 31 w 61"/>
                <a:gd name="T3" fmla="*/ 0 h 102"/>
                <a:gd name="T4" fmla="*/ 20 w 61"/>
                <a:gd name="T5" fmla="*/ 0 h 102"/>
                <a:gd name="T6" fmla="*/ 10 w 61"/>
                <a:gd name="T7" fmla="*/ 10 h 102"/>
                <a:gd name="T8" fmla="*/ 0 w 61"/>
                <a:gd name="T9" fmla="*/ 30 h 102"/>
                <a:gd name="T10" fmla="*/ 0 w 61"/>
                <a:gd name="T11" fmla="*/ 51 h 102"/>
                <a:gd name="T12" fmla="*/ 0 w 61"/>
                <a:gd name="T13" fmla="*/ 71 h 102"/>
                <a:gd name="T14" fmla="*/ 10 w 61"/>
                <a:gd name="T15" fmla="*/ 92 h 102"/>
                <a:gd name="T16" fmla="*/ 20 w 61"/>
                <a:gd name="T17" fmla="*/ 102 h 102"/>
                <a:gd name="T18" fmla="*/ 31 w 61"/>
                <a:gd name="T19" fmla="*/ 102 h 102"/>
                <a:gd name="T20" fmla="*/ 41 w 61"/>
                <a:gd name="T21" fmla="*/ 102 h 102"/>
                <a:gd name="T22" fmla="*/ 51 w 61"/>
                <a:gd name="T23" fmla="*/ 92 h 102"/>
                <a:gd name="T24" fmla="*/ 61 w 61"/>
                <a:gd name="T25" fmla="*/ 71 h 102"/>
                <a:gd name="T26" fmla="*/ 61 w 61"/>
                <a:gd name="T27" fmla="*/ 51 h 102"/>
                <a:gd name="T28" fmla="*/ 61 w 61"/>
                <a:gd name="T29" fmla="*/ 30 h 102"/>
                <a:gd name="T30" fmla="*/ 51 w 61"/>
                <a:gd name="T31" fmla="*/ 10 h 102"/>
                <a:gd name="T32" fmla="*/ 41 w 61"/>
                <a:gd name="T33" fmla="*/ 0 h 102"/>
                <a:gd name="T34" fmla="*/ 31 w 61"/>
                <a:gd name="T35" fmla="*/ 0 h 102"/>
                <a:gd name="T36" fmla="*/ 31 w 61"/>
                <a:gd name="T37" fmla="*/ 51 h 10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1"/>
                <a:gd name="T58" fmla="*/ 0 h 102"/>
                <a:gd name="T59" fmla="*/ 61 w 61"/>
                <a:gd name="T60" fmla="*/ 102 h 10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1" h="102">
                  <a:moveTo>
                    <a:pt x="31" y="51"/>
                  </a:moveTo>
                  <a:lnTo>
                    <a:pt x="31" y="0"/>
                  </a:lnTo>
                  <a:lnTo>
                    <a:pt x="20" y="0"/>
                  </a:lnTo>
                  <a:lnTo>
                    <a:pt x="10" y="10"/>
                  </a:lnTo>
                  <a:lnTo>
                    <a:pt x="0" y="30"/>
                  </a:lnTo>
                  <a:lnTo>
                    <a:pt x="0" y="51"/>
                  </a:lnTo>
                  <a:lnTo>
                    <a:pt x="0" y="71"/>
                  </a:lnTo>
                  <a:lnTo>
                    <a:pt x="10" y="92"/>
                  </a:lnTo>
                  <a:lnTo>
                    <a:pt x="20" y="102"/>
                  </a:lnTo>
                  <a:lnTo>
                    <a:pt x="31" y="102"/>
                  </a:lnTo>
                  <a:lnTo>
                    <a:pt x="41" y="102"/>
                  </a:lnTo>
                  <a:lnTo>
                    <a:pt x="51" y="92"/>
                  </a:lnTo>
                  <a:lnTo>
                    <a:pt x="61" y="71"/>
                  </a:lnTo>
                  <a:lnTo>
                    <a:pt x="61" y="51"/>
                  </a:lnTo>
                  <a:lnTo>
                    <a:pt x="61" y="30"/>
                  </a:lnTo>
                  <a:lnTo>
                    <a:pt x="51" y="10"/>
                  </a:lnTo>
                  <a:lnTo>
                    <a:pt x="41" y="0"/>
                  </a:lnTo>
                  <a:lnTo>
                    <a:pt x="31" y="0"/>
                  </a:lnTo>
                  <a:lnTo>
                    <a:pt x="31" y="51"/>
                  </a:lnTo>
                  <a:close/>
                </a:path>
              </a:pathLst>
            </a:custGeom>
            <a:solidFill>
              <a:srgbClr val="FFFFFF"/>
            </a:solidFill>
            <a:ln w="0">
              <a:solidFill>
                <a:srgbClr val="FFFFFF"/>
              </a:solidFill>
              <a:prstDash val="solid"/>
              <a:round/>
              <a:headEnd/>
              <a:tailEnd/>
            </a:ln>
          </p:spPr>
          <p:txBody>
            <a:bodyPr/>
            <a:lstStyle/>
            <a:p>
              <a:endParaRPr lang="en-IN"/>
            </a:p>
          </p:txBody>
        </p:sp>
        <p:sp>
          <p:nvSpPr>
            <p:cNvPr id="113877" name="Freeform 10"/>
            <p:cNvSpPr>
              <a:spLocks/>
            </p:cNvSpPr>
            <p:nvPr/>
          </p:nvSpPr>
          <p:spPr bwMode="auto">
            <a:xfrm>
              <a:off x="3405188" y="446088"/>
              <a:ext cx="80962" cy="179387"/>
            </a:xfrm>
            <a:custGeom>
              <a:avLst/>
              <a:gdLst>
                <a:gd name="T0" fmla="*/ 2 w 5"/>
                <a:gd name="T1" fmla="*/ 0 h 11"/>
                <a:gd name="T2" fmla="*/ 1 w 5"/>
                <a:gd name="T3" fmla="*/ 1 h 11"/>
                <a:gd name="T4" fmla="*/ 0 w 5"/>
                <a:gd name="T5" fmla="*/ 2 h 11"/>
                <a:gd name="T6" fmla="*/ 0 w 5"/>
                <a:gd name="T7" fmla="*/ 4 h 11"/>
                <a:gd name="T8" fmla="*/ 0 w 5"/>
                <a:gd name="T9" fmla="*/ 6 h 11"/>
                <a:gd name="T10" fmla="*/ 0 w 5"/>
                <a:gd name="T11" fmla="*/ 8 h 11"/>
                <a:gd name="T12" fmla="*/ 0 w 5"/>
                <a:gd name="T13" fmla="*/ 9 h 11"/>
                <a:gd name="T14" fmla="*/ 1 w 5"/>
                <a:gd name="T15" fmla="*/ 10 h 11"/>
                <a:gd name="T16" fmla="*/ 2 w 5"/>
                <a:gd name="T17" fmla="*/ 11 h 11"/>
                <a:gd name="T18" fmla="*/ 3 w 5"/>
                <a:gd name="T19" fmla="*/ 10 h 11"/>
                <a:gd name="T20" fmla="*/ 4 w 5"/>
                <a:gd name="T21" fmla="*/ 9 h 11"/>
                <a:gd name="T22" fmla="*/ 5 w 5"/>
                <a:gd name="T23" fmla="*/ 8 h 11"/>
                <a:gd name="T24" fmla="*/ 5 w 5"/>
                <a:gd name="T25" fmla="*/ 6 h 11"/>
                <a:gd name="T26" fmla="*/ 5 w 5"/>
                <a:gd name="T27" fmla="*/ 4 h 11"/>
                <a:gd name="T28" fmla="*/ 4 w 5"/>
                <a:gd name="T29" fmla="*/ 2 h 11"/>
                <a:gd name="T30" fmla="*/ 3 w 5"/>
                <a:gd name="T31" fmla="*/ 1 h 11"/>
                <a:gd name="T32" fmla="*/ 2 w 5"/>
                <a:gd name="T33" fmla="*/ 0 h 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
                <a:gd name="T52" fmla="*/ 0 h 11"/>
                <a:gd name="T53" fmla="*/ 5 w 5"/>
                <a:gd name="T54" fmla="*/ 11 h 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 h="11">
                  <a:moveTo>
                    <a:pt x="2" y="0"/>
                  </a:moveTo>
                  <a:lnTo>
                    <a:pt x="1" y="1"/>
                  </a:lnTo>
                  <a:lnTo>
                    <a:pt x="0" y="2"/>
                  </a:lnTo>
                  <a:lnTo>
                    <a:pt x="0" y="4"/>
                  </a:lnTo>
                  <a:lnTo>
                    <a:pt x="0" y="6"/>
                  </a:lnTo>
                  <a:lnTo>
                    <a:pt x="0" y="8"/>
                  </a:lnTo>
                  <a:lnTo>
                    <a:pt x="0" y="9"/>
                  </a:lnTo>
                  <a:lnTo>
                    <a:pt x="1" y="10"/>
                  </a:lnTo>
                  <a:lnTo>
                    <a:pt x="2" y="11"/>
                  </a:lnTo>
                  <a:lnTo>
                    <a:pt x="3" y="10"/>
                  </a:lnTo>
                  <a:lnTo>
                    <a:pt x="4" y="9"/>
                  </a:lnTo>
                  <a:lnTo>
                    <a:pt x="5" y="8"/>
                  </a:lnTo>
                  <a:lnTo>
                    <a:pt x="5" y="6"/>
                  </a:lnTo>
                  <a:lnTo>
                    <a:pt x="5" y="4"/>
                  </a:lnTo>
                  <a:lnTo>
                    <a:pt x="4" y="2"/>
                  </a:lnTo>
                  <a:lnTo>
                    <a:pt x="3" y="1"/>
                  </a:lnTo>
                  <a:lnTo>
                    <a:pt x="2"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78" name="Rectangle 11"/>
            <p:cNvSpPr>
              <a:spLocks noChangeArrowheads="1"/>
            </p:cNvSpPr>
            <p:nvPr/>
          </p:nvSpPr>
          <p:spPr bwMode="auto">
            <a:xfrm>
              <a:off x="3371850" y="430213"/>
              <a:ext cx="82550" cy="228600"/>
            </a:xfrm>
            <a:prstGeom prst="rect">
              <a:avLst/>
            </a:prstGeom>
            <a:solidFill>
              <a:srgbClr val="FFFFFF"/>
            </a:solidFill>
            <a:ln w="0">
              <a:solidFill>
                <a:srgbClr val="FFFFFF"/>
              </a:solidFill>
              <a:miter lim="800000"/>
              <a:headEnd/>
              <a:tailEnd/>
            </a:ln>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600"/>
            </a:p>
          </p:txBody>
        </p:sp>
        <p:sp>
          <p:nvSpPr>
            <p:cNvPr id="113879" name="Rectangle 59"/>
            <p:cNvSpPr>
              <a:spLocks noChangeArrowheads="1"/>
            </p:cNvSpPr>
            <p:nvPr/>
          </p:nvSpPr>
          <p:spPr bwMode="auto">
            <a:xfrm>
              <a:off x="3779838" y="871538"/>
              <a:ext cx="60222" cy="165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600">
                  <a:solidFill>
                    <a:srgbClr val="000000"/>
                  </a:solidFill>
                  <a:latin typeface="Nimbus Roman No9 L"/>
                </a:rPr>
                <a:t>1</a:t>
              </a:r>
              <a:endParaRPr lang="en-CA" altLang="en-US" sz="1600">
                <a:latin typeface="Times New Roman" panose="02020603050405020304" pitchFamily="18" charset="0"/>
              </a:endParaRPr>
            </a:p>
          </p:txBody>
        </p:sp>
        <p:sp>
          <p:nvSpPr>
            <p:cNvPr id="113880" name="Rectangle 60"/>
            <p:cNvSpPr>
              <a:spLocks noChangeArrowheads="1"/>
            </p:cNvSpPr>
            <p:nvPr/>
          </p:nvSpPr>
          <p:spPr bwMode="auto">
            <a:xfrm>
              <a:off x="3878263" y="871538"/>
              <a:ext cx="60222" cy="165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600">
                  <a:solidFill>
                    <a:srgbClr val="000000"/>
                  </a:solidFill>
                  <a:latin typeface="Nimbus Roman No9 L"/>
                </a:rPr>
                <a:t>0</a:t>
              </a:r>
              <a:endParaRPr lang="en-CA" altLang="en-US" sz="1600">
                <a:latin typeface="Times New Roman" panose="02020603050405020304" pitchFamily="18" charset="0"/>
              </a:endParaRPr>
            </a:p>
          </p:txBody>
        </p:sp>
        <p:sp>
          <p:nvSpPr>
            <p:cNvPr id="113881" name="Rectangle 61"/>
            <p:cNvSpPr>
              <a:spLocks noChangeArrowheads="1"/>
            </p:cNvSpPr>
            <p:nvPr/>
          </p:nvSpPr>
          <p:spPr bwMode="auto">
            <a:xfrm>
              <a:off x="3779838" y="871538"/>
              <a:ext cx="60222" cy="165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600">
                  <a:solidFill>
                    <a:srgbClr val="000000"/>
                  </a:solidFill>
                  <a:latin typeface="Nimbus Roman No9 L"/>
                </a:rPr>
                <a:t>1</a:t>
              </a:r>
              <a:endParaRPr lang="en-CA" altLang="en-US" sz="1600">
                <a:latin typeface="Times New Roman" panose="02020603050405020304" pitchFamily="18" charset="0"/>
              </a:endParaRPr>
            </a:p>
          </p:txBody>
        </p:sp>
        <p:sp>
          <p:nvSpPr>
            <p:cNvPr id="113882" name="Line 62"/>
            <p:cNvSpPr>
              <a:spLocks noChangeShapeType="1"/>
            </p:cNvSpPr>
            <p:nvPr/>
          </p:nvSpPr>
          <p:spPr bwMode="auto">
            <a:xfrm flipH="1">
              <a:off x="3665538" y="838200"/>
              <a:ext cx="212725"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3" name="Rectangle 63"/>
            <p:cNvSpPr>
              <a:spLocks noChangeArrowheads="1"/>
            </p:cNvSpPr>
            <p:nvPr/>
          </p:nvSpPr>
          <p:spPr bwMode="auto">
            <a:xfrm>
              <a:off x="3779838" y="627063"/>
              <a:ext cx="60222" cy="165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600">
                  <a:solidFill>
                    <a:srgbClr val="000000"/>
                  </a:solidFill>
                  <a:latin typeface="Nimbus Roman No9 L"/>
                </a:rPr>
                <a:t>1</a:t>
              </a:r>
              <a:endParaRPr lang="en-CA" altLang="en-US" sz="1600">
                <a:latin typeface="Times New Roman" panose="02020603050405020304" pitchFamily="18" charset="0"/>
              </a:endParaRPr>
            </a:p>
          </p:txBody>
        </p:sp>
        <p:sp>
          <p:nvSpPr>
            <p:cNvPr id="113884" name="Rectangle 64"/>
            <p:cNvSpPr>
              <a:spLocks noChangeArrowheads="1"/>
            </p:cNvSpPr>
            <p:nvPr/>
          </p:nvSpPr>
          <p:spPr bwMode="auto">
            <a:xfrm>
              <a:off x="3681413" y="627063"/>
              <a:ext cx="60222" cy="165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600">
                  <a:solidFill>
                    <a:srgbClr val="000000"/>
                  </a:solidFill>
                  <a:latin typeface="Nimbus Roman No9 L"/>
                </a:rPr>
                <a:t>1</a:t>
              </a:r>
              <a:endParaRPr lang="en-CA" altLang="en-US" sz="1600">
                <a:latin typeface="Times New Roman" panose="02020603050405020304" pitchFamily="18" charset="0"/>
              </a:endParaRPr>
            </a:p>
          </p:txBody>
        </p:sp>
        <p:sp>
          <p:nvSpPr>
            <p:cNvPr id="113885" name="Rectangle 65"/>
            <p:cNvSpPr>
              <a:spLocks noChangeArrowheads="1"/>
            </p:cNvSpPr>
            <p:nvPr/>
          </p:nvSpPr>
          <p:spPr bwMode="auto">
            <a:xfrm>
              <a:off x="3241675" y="463550"/>
              <a:ext cx="60222" cy="165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600">
                  <a:solidFill>
                    <a:srgbClr val="000000"/>
                  </a:solidFill>
                  <a:latin typeface="Nimbus Roman No9 L"/>
                </a:rPr>
                <a:t>1</a:t>
              </a:r>
              <a:endParaRPr lang="en-CA" altLang="en-US" sz="1600">
                <a:latin typeface="Times New Roman" panose="02020603050405020304" pitchFamily="18" charset="0"/>
              </a:endParaRPr>
            </a:p>
          </p:txBody>
        </p:sp>
        <p:sp>
          <p:nvSpPr>
            <p:cNvPr id="113886" name="Rectangle 66"/>
            <p:cNvSpPr>
              <a:spLocks noChangeArrowheads="1"/>
            </p:cNvSpPr>
            <p:nvPr/>
          </p:nvSpPr>
          <p:spPr bwMode="auto">
            <a:xfrm>
              <a:off x="3340100" y="463550"/>
              <a:ext cx="60222" cy="165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600">
                  <a:solidFill>
                    <a:srgbClr val="000000"/>
                  </a:solidFill>
                  <a:latin typeface="Nimbus Roman No9 L"/>
                </a:rPr>
                <a:t>1</a:t>
              </a:r>
              <a:endParaRPr lang="en-CA" altLang="en-US" sz="1600">
                <a:latin typeface="Times New Roman" panose="02020603050405020304" pitchFamily="18" charset="0"/>
              </a:endParaRPr>
            </a:p>
          </p:txBody>
        </p:sp>
        <p:sp>
          <p:nvSpPr>
            <p:cNvPr id="113887" name="Line 67"/>
            <p:cNvSpPr>
              <a:spLocks noChangeShapeType="1"/>
            </p:cNvSpPr>
            <p:nvPr/>
          </p:nvSpPr>
          <p:spPr bwMode="auto">
            <a:xfrm flipH="1">
              <a:off x="3454400" y="463550"/>
              <a:ext cx="652463"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8" name="Rectangle 68"/>
            <p:cNvSpPr>
              <a:spLocks noChangeArrowheads="1"/>
            </p:cNvSpPr>
            <p:nvPr/>
          </p:nvSpPr>
          <p:spPr bwMode="auto">
            <a:xfrm>
              <a:off x="3878263" y="250825"/>
              <a:ext cx="60222" cy="165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600">
                  <a:solidFill>
                    <a:srgbClr val="000000"/>
                  </a:solidFill>
                  <a:latin typeface="Nimbus Roman No9 L"/>
                </a:rPr>
                <a:t>0</a:t>
              </a:r>
              <a:endParaRPr lang="en-CA" altLang="en-US" sz="1600">
                <a:latin typeface="Times New Roman" panose="02020603050405020304" pitchFamily="18" charset="0"/>
              </a:endParaRPr>
            </a:p>
          </p:txBody>
        </p:sp>
        <p:sp>
          <p:nvSpPr>
            <p:cNvPr id="113889" name="Rectangle 69"/>
            <p:cNvSpPr>
              <a:spLocks noChangeArrowheads="1"/>
            </p:cNvSpPr>
            <p:nvPr/>
          </p:nvSpPr>
          <p:spPr bwMode="auto">
            <a:xfrm>
              <a:off x="3779838" y="250825"/>
              <a:ext cx="60222" cy="165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600">
                  <a:solidFill>
                    <a:srgbClr val="000000"/>
                  </a:solidFill>
                  <a:latin typeface="Nimbus Roman No9 L"/>
                </a:rPr>
                <a:t>1</a:t>
              </a:r>
              <a:endParaRPr lang="en-CA" altLang="en-US" sz="1600">
                <a:latin typeface="Times New Roman" panose="02020603050405020304" pitchFamily="18" charset="0"/>
              </a:endParaRPr>
            </a:p>
          </p:txBody>
        </p:sp>
        <p:sp>
          <p:nvSpPr>
            <p:cNvPr id="113890" name="Rectangle 70"/>
            <p:cNvSpPr>
              <a:spLocks noChangeArrowheads="1"/>
            </p:cNvSpPr>
            <p:nvPr/>
          </p:nvSpPr>
          <p:spPr bwMode="auto">
            <a:xfrm>
              <a:off x="3878263" y="463550"/>
              <a:ext cx="60222" cy="165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600">
                  <a:solidFill>
                    <a:srgbClr val="000000"/>
                  </a:solidFill>
                  <a:latin typeface="Nimbus Roman No9 L"/>
                </a:rPr>
                <a:t>0</a:t>
              </a:r>
              <a:endParaRPr lang="en-CA" altLang="en-US" sz="1600">
                <a:latin typeface="Times New Roman" panose="02020603050405020304" pitchFamily="18" charset="0"/>
              </a:endParaRPr>
            </a:p>
          </p:txBody>
        </p:sp>
        <p:sp>
          <p:nvSpPr>
            <p:cNvPr id="113891" name="Rectangle 71"/>
            <p:cNvSpPr>
              <a:spLocks noChangeArrowheads="1"/>
            </p:cNvSpPr>
            <p:nvPr/>
          </p:nvSpPr>
          <p:spPr bwMode="auto">
            <a:xfrm>
              <a:off x="3779838" y="463550"/>
              <a:ext cx="60222" cy="165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600">
                  <a:solidFill>
                    <a:srgbClr val="000000"/>
                  </a:solidFill>
                  <a:latin typeface="Nimbus Roman No9 L"/>
                </a:rPr>
                <a:t>0</a:t>
              </a:r>
              <a:endParaRPr lang="en-CA" altLang="en-US" sz="1600">
                <a:latin typeface="Times New Roman" panose="02020603050405020304" pitchFamily="18" charset="0"/>
              </a:endParaRPr>
            </a:p>
          </p:txBody>
        </p:sp>
        <p:sp>
          <p:nvSpPr>
            <p:cNvPr id="113892" name="Rectangle 72"/>
            <p:cNvSpPr>
              <a:spLocks noChangeArrowheads="1"/>
            </p:cNvSpPr>
            <p:nvPr/>
          </p:nvSpPr>
          <p:spPr bwMode="auto">
            <a:xfrm>
              <a:off x="3681413" y="463550"/>
              <a:ext cx="60222" cy="165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600">
                  <a:solidFill>
                    <a:srgbClr val="000000"/>
                  </a:solidFill>
                  <a:latin typeface="Nimbus Roman No9 L"/>
                </a:rPr>
                <a:t>0</a:t>
              </a:r>
              <a:endParaRPr lang="en-CA" altLang="en-US" sz="1600">
                <a:latin typeface="Times New Roman" panose="02020603050405020304" pitchFamily="18" charset="0"/>
              </a:endParaRPr>
            </a:p>
          </p:txBody>
        </p:sp>
        <p:sp>
          <p:nvSpPr>
            <p:cNvPr id="113893" name="Rectangle 73"/>
            <p:cNvSpPr>
              <a:spLocks noChangeArrowheads="1"/>
            </p:cNvSpPr>
            <p:nvPr/>
          </p:nvSpPr>
          <p:spPr bwMode="auto">
            <a:xfrm>
              <a:off x="3584575" y="463550"/>
              <a:ext cx="60222" cy="165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600">
                  <a:solidFill>
                    <a:srgbClr val="000000"/>
                  </a:solidFill>
                  <a:latin typeface="Nimbus Roman No9 L"/>
                </a:rPr>
                <a:t>1</a:t>
              </a:r>
              <a:endParaRPr lang="en-CA" altLang="en-US" sz="1600">
                <a:latin typeface="Times New Roman" panose="02020603050405020304" pitchFamily="18" charset="0"/>
              </a:endParaRPr>
            </a:p>
          </p:txBody>
        </p:sp>
      </p:grpSp>
      <p:sp>
        <p:nvSpPr>
          <p:cNvPr id="113720" name="Rectangle 74"/>
          <p:cNvSpPr>
            <a:spLocks noChangeArrowheads="1"/>
          </p:cNvSpPr>
          <p:nvPr/>
        </p:nvSpPr>
        <p:spPr bwMode="auto">
          <a:xfrm>
            <a:off x="3257550" y="3937000"/>
            <a:ext cx="6667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Subtract</a:t>
            </a:r>
            <a:endParaRPr lang="en-CA" altLang="en-US" sz="1400">
              <a:latin typeface="Times New Roman" panose="02020603050405020304" pitchFamily="18" charset="0"/>
            </a:endParaRPr>
          </a:p>
        </p:txBody>
      </p:sp>
      <p:sp>
        <p:nvSpPr>
          <p:cNvPr id="113721" name="Rectangle 75"/>
          <p:cNvSpPr>
            <a:spLocks noChangeArrowheads="1"/>
          </p:cNvSpPr>
          <p:nvPr/>
        </p:nvSpPr>
        <p:spPr bwMode="auto">
          <a:xfrm>
            <a:off x="3257550" y="3741738"/>
            <a:ext cx="3587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Shift</a:t>
            </a:r>
            <a:endParaRPr lang="en-CA" altLang="en-US" sz="1400">
              <a:latin typeface="Times New Roman" panose="02020603050405020304" pitchFamily="18" charset="0"/>
            </a:endParaRPr>
          </a:p>
        </p:txBody>
      </p:sp>
      <p:sp>
        <p:nvSpPr>
          <p:cNvPr id="113722" name="Rectangle 76"/>
          <p:cNvSpPr>
            <a:spLocks noChangeArrowheads="1"/>
          </p:cNvSpPr>
          <p:nvPr/>
        </p:nvSpPr>
        <p:spPr bwMode="auto">
          <a:xfrm>
            <a:off x="3257550" y="3333750"/>
            <a:ext cx="6270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Restore</a:t>
            </a:r>
            <a:endParaRPr lang="en-CA" altLang="en-US" sz="1400">
              <a:latin typeface="Times New Roman" panose="02020603050405020304" pitchFamily="18" charset="0"/>
            </a:endParaRPr>
          </a:p>
        </p:txBody>
      </p:sp>
      <p:sp>
        <p:nvSpPr>
          <p:cNvPr id="113723" name="Rectangle 77"/>
          <p:cNvSpPr>
            <a:spLocks noChangeArrowheads="1"/>
          </p:cNvSpPr>
          <p:nvPr/>
        </p:nvSpPr>
        <p:spPr bwMode="auto">
          <a:xfrm>
            <a:off x="4367213" y="3741738"/>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24" name="Rectangle 78"/>
          <p:cNvSpPr>
            <a:spLocks noChangeArrowheads="1"/>
          </p:cNvSpPr>
          <p:nvPr/>
        </p:nvSpPr>
        <p:spPr bwMode="auto">
          <a:xfrm>
            <a:off x="4759325" y="3741738"/>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25" name="Rectangle 79"/>
          <p:cNvSpPr>
            <a:spLocks noChangeArrowheads="1"/>
          </p:cNvSpPr>
          <p:nvPr/>
        </p:nvSpPr>
        <p:spPr bwMode="auto">
          <a:xfrm>
            <a:off x="4562475" y="3741738"/>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26" name="Rectangle 80"/>
          <p:cNvSpPr>
            <a:spLocks noChangeArrowheads="1"/>
          </p:cNvSpPr>
          <p:nvPr/>
        </p:nvSpPr>
        <p:spPr bwMode="auto">
          <a:xfrm>
            <a:off x="4154488" y="3741738"/>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27" name="Rectangle 81"/>
          <p:cNvSpPr>
            <a:spLocks noChangeArrowheads="1"/>
          </p:cNvSpPr>
          <p:nvPr/>
        </p:nvSpPr>
        <p:spPr bwMode="auto">
          <a:xfrm>
            <a:off x="3959225" y="3741738"/>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28" name="Rectangle 82"/>
          <p:cNvSpPr>
            <a:spLocks noChangeArrowheads="1"/>
          </p:cNvSpPr>
          <p:nvPr/>
        </p:nvSpPr>
        <p:spPr bwMode="auto">
          <a:xfrm>
            <a:off x="4562475" y="3546475"/>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29" name="Rectangle 83"/>
          <p:cNvSpPr>
            <a:spLocks noChangeArrowheads="1"/>
          </p:cNvSpPr>
          <p:nvPr/>
        </p:nvSpPr>
        <p:spPr bwMode="auto">
          <a:xfrm>
            <a:off x="4759325" y="3546475"/>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30" name="Rectangle 84"/>
          <p:cNvSpPr>
            <a:spLocks noChangeArrowheads="1"/>
          </p:cNvSpPr>
          <p:nvPr/>
        </p:nvSpPr>
        <p:spPr bwMode="auto">
          <a:xfrm>
            <a:off x="4367213" y="3546475"/>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31" name="Rectangle 85"/>
          <p:cNvSpPr>
            <a:spLocks noChangeArrowheads="1"/>
          </p:cNvSpPr>
          <p:nvPr/>
        </p:nvSpPr>
        <p:spPr bwMode="auto">
          <a:xfrm>
            <a:off x="4154488" y="3546475"/>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32" name="Rectangle 86"/>
          <p:cNvSpPr>
            <a:spLocks noChangeArrowheads="1"/>
          </p:cNvSpPr>
          <p:nvPr/>
        </p:nvSpPr>
        <p:spPr bwMode="auto">
          <a:xfrm>
            <a:off x="3959225" y="3546475"/>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33" name="Rectangle 87"/>
          <p:cNvSpPr>
            <a:spLocks noChangeArrowheads="1"/>
          </p:cNvSpPr>
          <p:nvPr/>
        </p:nvSpPr>
        <p:spPr bwMode="auto">
          <a:xfrm>
            <a:off x="4562475" y="333375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34" name="Rectangle 88"/>
          <p:cNvSpPr>
            <a:spLocks noChangeArrowheads="1"/>
          </p:cNvSpPr>
          <p:nvPr/>
        </p:nvSpPr>
        <p:spPr bwMode="auto">
          <a:xfrm>
            <a:off x="4759325" y="333375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35" name="Line 89"/>
          <p:cNvSpPr>
            <a:spLocks noChangeShapeType="1"/>
          </p:cNvSpPr>
          <p:nvPr/>
        </p:nvSpPr>
        <p:spPr bwMode="auto">
          <a:xfrm flipH="1">
            <a:off x="3910013" y="2501900"/>
            <a:ext cx="896937"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6" name="Rectangle 90"/>
          <p:cNvSpPr>
            <a:spLocks noChangeArrowheads="1"/>
          </p:cNvSpPr>
          <p:nvPr/>
        </p:nvSpPr>
        <p:spPr bwMode="auto">
          <a:xfrm>
            <a:off x="3257550" y="1295400"/>
            <a:ext cx="54768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Initially</a:t>
            </a:r>
            <a:endParaRPr lang="en-CA" altLang="en-US" sz="1400">
              <a:latin typeface="Times New Roman" panose="02020603050405020304" pitchFamily="18" charset="0"/>
            </a:endParaRPr>
          </a:p>
        </p:txBody>
      </p:sp>
      <p:sp>
        <p:nvSpPr>
          <p:cNvPr id="113737" name="Rectangle 91"/>
          <p:cNvSpPr>
            <a:spLocks noChangeArrowheads="1"/>
          </p:cNvSpPr>
          <p:nvPr/>
        </p:nvSpPr>
        <p:spPr bwMode="auto">
          <a:xfrm>
            <a:off x="3257550" y="1898650"/>
            <a:ext cx="6667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Subtract</a:t>
            </a:r>
            <a:endParaRPr lang="en-CA" altLang="en-US" sz="1400">
              <a:latin typeface="Times New Roman" panose="02020603050405020304" pitchFamily="18" charset="0"/>
            </a:endParaRPr>
          </a:p>
        </p:txBody>
      </p:sp>
      <p:sp>
        <p:nvSpPr>
          <p:cNvPr id="113738" name="Rectangle 92"/>
          <p:cNvSpPr>
            <a:spLocks noChangeArrowheads="1"/>
          </p:cNvSpPr>
          <p:nvPr/>
        </p:nvSpPr>
        <p:spPr bwMode="auto">
          <a:xfrm>
            <a:off x="3257550" y="1687513"/>
            <a:ext cx="3587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Shift</a:t>
            </a:r>
            <a:endParaRPr lang="en-CA" altLang="en-US" sz="1400">
              <a:latin typeface="Times New Roman" panose="02020603050405020304" pitchFamily="18" charset="0"/>
            </a:endParaRPr>
          </a:p>
        </p:txBody>
      </p:sp>
      <p:sp>
        <p:nvSpPr>
          <p:cNvPr id="113739" name="Rectangle 93"/>
          <p:cNvSpPr>
            <a:spLocks noChangeArrowheads="1"/>
          </p:cNvSpPr>
          <p:nvPr/>
        </p:nvSpPr>
        <p:spPr bwMode="auto">
          <a:xfrm>
            <a:off x="4759325" y="189865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40" name="Rectangle 94"/>
          <p:cNvSpPr>
            <a:spLocks noChangeArrowheads="1"/>
          </p:cNvSpPr>
          <p:nvPr/>
        </p:nvSpPr>
        <p:spPr bwMode="auto">
          <a:xfrm>
            <a:off x="4562475" y="189865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41" name="Rectangle 95"/>
          <p:cNvSpPr>
            <a:spLocks noChangeArrowheads="1"/>
          </p:cNvSpPr>
          <p:nvPr/>
        </p:nvSpPr>
        <p:spPr bwMode="auto">
          <a:xfrm>
            <a:off x="4367213" y="189865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42" name="Rectangle 96"/>
          <p:cNvSpPr>
            <a:spLocks noChangeArrowheads="1"/>
          </p:cNvSpPr>
          <p:nvPr/>
        </p:nvSpPr>
        <p:spPr bwMode="auto">
          <a:xfrm>
            <a:off x="4154488" y="189865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43" name="Rectangle 97"/>
          <p:cNvSpPr>
            <a:spLocks noChangeArrowheads="1"/>
          </p:cNvSpPr>
          <p:nvPr/>
        </p:nvSpPr>
        <p:spPr bwMode="auto">
          <a:xfrm>
            <a:off x="3959225" y="189865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44" name="Rectangle 98"/>
          <p:cNvSpPr>
            <a:spLocks noChangeArrowheads="1"/>
          </p:cNvSpPr>
          <p:nvPr/>
        </p:nvSpPr>
        <p:spPr bwMode="auto">
          <a:xfrm>
            <a:off x="4759325" y="168751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45" name="Rectangle 99"/>
          <p:cNvSpPr>
            <a:spLocks noChangeArrowheads="1"/>
          </p:cNvSpPr>
          <p:nvPr/>
        </p:nvSpPr>
        <p:spPr bwMode="auto">
          <a:xfrm>
            <a:off x="4562475" y="168751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46" name="Rectangle 100"/>
          <p:cNvSpPr>
            <a:spLocks noChangeArrowheads="1"/>
          </p:cNvSpPr>
          <p:nvPr/>
        </p:nvSpPr>
        <p:spPr bwMode="auto">
          <a:xfrm>
            <a:off x="4367213" y="1687513"/>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47" name="Rectangle 101"/>
          <p:cNvSpPr>
            <a:spLocks noChangeArrowheads="1"/>
          </p:cNvSpPr>
          <p:nvPr/>
        </p:nvSpPr>
        <p:spPr bwMode="auto">
          <a:xfrm>
            <a:off x="4154488" y="1687513"/>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48" name="Rectangle 102"/>
          <p:cNvSpPr>
            <a:spLocks noChangeArrowheads="1"/>
          </p:cNvSpPr>
          <p:nvPr/>
        </p:nvSpPr>
        <p:spPr bwMode="auto">
          <a:xfrm>
            <a:off x="3959225" y="168751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49" name="Rectangle 103"/>
          <p:cNvSpPr>
            <a:spLocks noChangeArrowheads="1"/>
          </p:cNvSpPr>
          <p:nvPr/>
        </p:nvSpPr>
        <p:spPr bwMode="auto">
          <a:xfrm>
            <a:off x="4759325" y="149066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50" name="Rectangle 104"/>
          <p:cNvSpPr>
            <a:spLocks noChangeArrowheads="1"/>
          </p:cNvSpPr>
          <p:nvPr/>
        </p:nvSpPr>
        <p:spPr bwMode="auto">
          <a:xfrm>
            <a:off x="4562475" y="149066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51" name="Rectangle 105"/>
          <p:cNvSpPr>
            <a:spLocks noChangeArrowheads="1"/>
          </p:cNvSpPr>
          <p:nvPr/>
        </p:nvSpPr>
        <p:spPr bwMode="auto">
          <a:xfrm>
            <a:off x="4367213" y="1490663"/>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52" name="Rectangle 106"/>
          <p:cNvSpPr>
            <a:spLocks noChangeArrowheads="1"/>
          </p:cNvSpPr>
          <p:nvPr/>
        </p:nvSpPr>
        <p:spPr bwMode="auto">
          <a:xfrm>
            <a:off x="4154488" y="1490663"/>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53" name="Rectangle 107"/>
          <p:cNvSpPr>
            <a:spLocks noChangeArrowheads="1"/>
          </p:cNvSpPr>
          <p:nvPr/>
        </p:nvSpPr>
        <p:spPr bwMode="auto">
          <a:xfrm>
            <a:off x="3959225" y="149066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54" name="Rectangle 108"/>
          <p:cNvSpPr>
            <a:spLocks noChangeArrowheads="1"/>
          </p:cNvSpPr>
          <p:nvPr/>
        </p:nvSpPr>
        <p:spPr bwMode="auto">
          <a:xfrm>
            <a:off x="4759325" y="129540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55" name="Rectangle 109"/>
          <p:cNvSpPr>
            <a:spLocks noChangeArrowheads="1"/>
          </p:cNvSpPr>
          <p:nvPr/>
        </p:nvSpPr>
        <p:spPr bwMode="auto">
          <a:xfrm>
            <a:off x="4562475" y="129540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56" name="Rectangle 110"/>
          <p:cNvSpPr>
            <a:spLocks noChangeArrowheads="1"/>
          </p:cNvSpPr>
          <p:nvPr/>
        </p:nvSpPr>
        <p:spPr bwMode="auto">
          <a:xfrm>
            <a:off x="4367213" y="129540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57" name="Rectangle 111"/>
          <p:cNvSpPr>
            <a:spLocks noChangeArrowheads="1"/>
          </p:cNvSpPr>
          <p:nvPr/>
        </p:nvSpPr>
        <p:spPr bwMode="auto">
          <a:xfrm>
            <a:off x="4154488" y="129540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58" name="Rectangle 112"/>
          <p:cNvSpPr>
            <a:spLocks noChangeArrowheads="1"/>
          </p:cNvSpPr>
          <p:nvPr/>
        </p:nvSpPr>
        <p:spPr bwMode="auto">
          <a:xfrm>
            <a:off x="3959225" y="129540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59" name="Rectangle 113"/>
          <p:cNvSpPr>
            <a:spLocks noChangeArrowheads="1"/>
          </p:cNvSpPr>
          <p:nvPr/>
        </p:nvSpPr>
        <p:spPr bwMode="auto">
          <a:xfrm>
            <a:off x="3257550" y="2909888"/>
            <a:ext cx="6667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Subtract</a:t>
            </a:r>
            <a:endParaRPr lang="en-CA" altLang="en-US" sz="1400">
              <a:latin typeface="Times New Roman" panose="02020603050405020304" pitchFamily="18" charset="0"/>
            </a:endParaRPr>
          </a:p>
        </p:txBody>
      </p:sp>
      <p:sp>
        <p:nvSpPr>
          <p:cNvPr id="113760" name="Rectangle 114"/>
          <p:cNvSpPr>
            <a:spLocks noChangeArrowheads="1"/>
          </p:cNvSpPr>
          <p:nvPr/>
        </p:nvSpPr>
        <p:spPr bwMode="auto">
          <a:xfrm>
            <a:off x="3257550" y="2714625"/>
            <a:ext cx="3587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Shift</a:t>
            </a:r>
            <a:endParaRPr lang="en-CA" altLang="en-US" sz="1400">
              <a:latin typeface="Times New Roman" panose="02020603050405020304" pitchFamily="18" charset="0"/>
            </a:endParaRPr>
          </a:p>
        </p:txBody>
      </p:sp>
      <p:sp>
        <p:nvSpPr>
          <p:cNvPr id="113761" name="Rectangle 115"/>
          <p:cNvSpPr>
            <a:spLocks noChangeArrowheads="1"/>
          </p:cNvSpPr>
          <p:nvPr/>
        </p:nvSpPr>
        <p:spPr bwMode="auto">
          <a:xfrm>
            <a:off x="3257550" y="2322513"/>
            <a:ext cx="6270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Restore</a:t>
            </a:r>
            <a:endParaRPr lang="en-CA" altLang="en-US" sz="1400">
              <a:latin typeface="Times New Roman" panose="02020603050405020304" pitchFamily="18" charset="0"/>
            </a:endParaRPr>
          </a:p>
        </p:txBody>
      </p:sp>
      <p:sp>
        <p:nvSpPr>
          <p:cNvPr id="113762" name="Rectangle 116"/>
          <p:cNvSpPr>
            <a:spLocks noChangeArrowheads="1"/>
          </p:cNvSpPr>
          <p:nvPr/>
        </p:nvSpPr>
        <p:spPr bwMode="auto">
          <a:xfrm>
            <a:off x="4759325" y="2909888"/>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63" name="Rectangle 117"/>
          <p:cNvSpPr>
            <a:spLocks noChangeArrowheads="1"/>
          </p:cNvSpPr>
          <p:nvPr/>
        </p:nvSpPr>
        <p:spPr bwMode="auto">
          <a:xfrm>
            <a:off x="4562475" y="2909888"/>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64" name="Rectangle 118"/>
          <p:cNvSpPr>
            <a:spLocks noChangeArrowheads="1"/>
          </p:cNvSpPr>
          <p:nvPr/>
        </p:nvSpPr>
        <p:spPr bwMode="auto">
          <a:xfrm>
            <a:off x="4367213" y="2909888"/>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65" name="Rectangle 119"/>
          <p:cNvSpPr>
            <a:spLocks noChangeArrowheads="1"/>
          </p:cNvSpPr>
          <p:nvPr/>
        </p:nvSpPr>
        <p:spPr bwMode="auto">
          <a:xfrm>
            <a:off x="4154488" y="2909888"/>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66" name="Rectangle 120"/>
          <p:cNvSpPr>
            <a:spLocks noChangeArrowheads="1"/>
          </p:cNvSpPr>
          <p:nvPr/>
        </p:nvSpPr>
        <p:spPr bwMode="auto">
          <a:xfrm>
            <a:off x="3959225" y="2909888"/>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67" name="Rectangle 121"/>
          <p:cNvSpPr>
            <a:spLocks noChangeArrowheads="1"/>
          </p:cNvSpPr>
          <p:nvPr/>
        </p:nvSpPr>
        <p:spPr bwMode="auto">
          <a:xfrm>
            <a:off x="4759325" y="2714625"/>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68" name="Rectangle 122"/>
          <p:cNvSpPr>
            <a:spLocks noChangeArrowheads="1"/>
          </p:cNvSpPr>
          <p:nvPr/>
        </p:nvSpPr>
        <p:spPr bwMode="auto">
          <a:xfrm>
            <a:off x="4562475" y="2714625"/>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69" name="Rectangle 123"/>
          <p:cNvSpPr>
            <a:spLocks noChangeArrowheads="1"/>
          </p:cNvSpPr>
          <p:nvPr/>
        </p:nvSpPr>
        <p:spPr bwMode="auto">
          <a:xfrm>
            <a:off x="4367213" y="2714625"/>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70" name="Rectangle 124"/>
          <p:cNvSpPr>
            <a:spLocks noChangeArrowheads="1"/>
          </p:cNvSpPr>
          <p:nvPr/>
        </p:nvSpPr>
        <p:spPr bwMode="auto">
          <a:xfrm>
            <a:off x="4154488" y="2714625"/>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71" name="Rectangle 125"/>
          <p:cNvSpPr>
            <a:spLocks noChangeArrowheads="1"/>
          </p:cNvSpPr>
          <p:nvPr/>
        </p:nvSpPr>
        <p:spPr bwMode="auto">
          <a:xfrm>
            <a:off x="3959225" y="2714625"/>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72" name="Rectangle 126"/>
          <p:cNvSpPr>
            <a:spLocks noChangeArrowheads="1"/>
          </p:cNvSpPr>
          <p:nvPr/>
        </p:nvSpPr>
        <p:spPr bwMode="auto">
          <a:xfrm>
            <a:off x="4759325" y="251936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73" name="Rectangle 127"/>
          <p:cNvSpPr>
            <a:spLocks noChangeArrowheads="1"/>
          </p:cNvSpPr>
          <p:nvPr/>
        </p:nvSpPr>
        <p:spPr bwMode="auto">
          <a:xfrm>
            <a:off x="4562475" y="251936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74" name="Rectangle 128"/>
          <p:cNvSpPr>
            <a:spLocks noChangeArrowheads="1"/>
          </p:cNvSpPr>
          <p:nvPr/>
        </p:nvSpPr>
        <p:spPr bwMode="auto">
          <a:xfrm>
            <a:off x="4367213" y="2519363"/>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75" name="Rectangle 129"/>
          <p:cNvSpPr>
            <a:spLocks noChangeArrowheads="1"/>
          </p:cNvSpPr>
          <p:nvPr/>
        </p:nvSpPr>
        <p:spPr bwMode="auto">
          <a:xfrm>
            <a:off x="4154488" y="2519363"/>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76" name="Rectangle 130"/>
          <p:cNvSpPr>
            <a:spLocks noChangeArrowheads="1"/>
          </p:cNvSpPr>
          <p:nvPr/>
        </p:nvSpPr>
        <p:spPr bwMode="auto">
          <a:xfrm>
            <a:off x="3959225" y="251936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77" name="Rectangle 131"/>
          <p:cNvSpPr>
            <a:spLocks noChangeArrowheads="1"/>
          </p:cNvSpPr>
          <p:nvPr/>
        </p:nvSpPr>
        <p:spPr bwMode="auto">
          <a:xfrm>
            <a:off x="4562475" y="232251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78" name="Rectangle 132"/>
          <p:cNvSpPr>
            <a:spLocks noChangeArrowheads="1"/>
          </p:cNvSpPr>
          <p:nvPr/>
        </p:nvSpPr>
        <p:spPr bwMode="auto">
          <a:xfrm>
            <a:off x="4759325" y="232251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79" name="Line 133"/>
          <p:cNvSpPr>
            <a:spLocks noChangeShapeType="1"/>
          </p:cNvSpPr>
          <p:nvPr/>
        </p:nvSpPr>
        <p:spPr bwMode="auto">
          <a:xfrm flipH="1">
            <a:off x="3943350" y="3105150"/>
            <a:ext cx="896938"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0" name="Line 134"/>
          <p:cNvSpPr>
            <a:spLocks noChangeShapeType="1"/>
          </p:cNvSpPr>
          <p:nvPr/>
        </p:nvSpPr>
        <p:spPr bwMode="auto">
          <a:xfrm flipH="1">
            <a:off x="3943350" y="4948238"/>
            <a:ext cx="896938"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1" name="Rectangle 135"/>
          <p:cNvSpPr>
            <a:spLocks noChangeArrowheads="1"/>
          </p:cNvSpPr>
          <p:nvPr/>
        </p:nvSpPr>
        <p:spPr bwMode="auto">
          <a:xfrm>
            <a:off x="5345113" y="5780088"/>
            <a:ext cx="7334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b="1">
                <a:solidFill>
                  <a:srgbClr val="000000"/>
                </a:solidFill>
                <a:latin typeface="Nimbus Roman No9 L"/>
              </a:rPr>
              <a:t>Quotient</a:t>
            </a:r>
            <a:endParaRPr lang="en-CA" altLang="en-US" sz="1400" b="1">
              <a:latin typeface="Times New Roman" panose="02020603050405020304" pitchFamily="18" charset="0"/>
            </a:endParaRPr>
          </a:p>
        </p:txBody>
      </p:sp>
      <p:sp>
        <p:nvSpPr>
          <p:cNvPr id="113782" name="Rectangle 136"/>
          <p:cNvSpPr>
            <a:spLocks noChangeArrowheads="1"/>
          </p:cNvSpPr>
          <p:nvPr/>
        </p:nvSpPr>
        <p:spPr bwMode="auto">
          <a:xfrm>
            <a:off x="4089400" y="5780088"/>
            <a:ext cx="9271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b="1">
                <a:solidFill>
                  <a:srgbClr val="000000"/>
                </a:solidFill>
                <a:latin typeface="Nimbus Roman No9 L"/>
              </a:rPr>
              <a:t>Remainder</a:t>
            </a:r>
            <a:endParaRPr lang="en-CA" altLang="en-US" sz="1400" b="1">
              <a:latin typeface="Times New Roman" panose="02020603050405020304" pitchFamily="18" charset="0"/>
            </a:endParaRPr>
          </a:p>
        </p:txBody>
      </p:sp>
      <p:sp>
        <p:nvSpPr>
          <p:cNvPr id="113783" name="Rectangle 137"/>
          <p:cNvSpPr>
            <a:spLocks noChangeArrowheads="1"/>
          </p:cNvSpPr>
          <p:nvPr/>
        </p:nvSpPr>
        <p:spPr bwMode="auto">
          <a:xfrm>
            <a:off x="3257550" y="4557713"/>
            <a:ext cx="3587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Shift</a:t>
            </a:r>
            <a:endParaRPr lang="en-CA" altLang="en-US" sz="1400">
              <a:latin typeface="Times New Roman" panose="02020603050405020304" pitchFamily="18" charset="0"/>
            </a:endParaRPr>
          </a:p>
        </p:txBody>
      </p:sp>
      <p:sp>
        <p:nvSpPr>
          <p:cNvPr id="113784" name="Rectangle 138"/>
          <p:cNvSpPr>
            <a:spLocks noChangeArrowheads="1"/>
          </p:cNvSpPr>
          <p:nvPr/>
        </p:nvSpPr>
        <p:spPr bwMode="auto">
          <a:xfrm>
            <a:off x="4759325" y="476885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85" name="Rectangle 139"/>
          <p:cNvSpPr>
            <a:spLocks noChangeArrowheads="1"/>
          </p:cNvSpPr>
          <p:nvPr/>
        </p:nvSpPr>
        <p:spPr bwMode="auto">
          <a:xfrm>
            <a:off x="4562475" y="476885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86" name="Rectangle 140"/>
          <p:cNvSpPr>
            <a:spLocks noChangeArrowheads="1"/>
          </p:cNvSpPr>
          <p:nvPr/>
        </p:nvSpPr>
        <p:spPr bwMode="auto">
          <a:xfrm>
            <a:off x="4367213" y="476885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87" name="Rectangle 141"/>
          <p:cNvSpPr>
            <a:spLocks noChangeArrowheads="1"/>
          </p:cNvSpPr>
          <p:nvPr/>
        </p:nvSpPr>
        <p:spPr bwMode="auto">
          <a:xfrm>
            <a:off x="4154488" y="476885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88" name="Rectangle 142"/>
          <p:cNvSpPr>
            <a:spLocks noChangeArrowheads="1"/>
          </p:cNvSpPr>
          <p:nvPr/>
        </p:nvSpPr>
        <p:spPr bwMode="auto">
          <a:xfrm>
            <a:off x="3959225" y="476885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89" name="Rectangle 143"/>
          <p:cNvSpPr>
            <a:spLocks noChangeArrowheads="1"/>
          </p:cNvSpPr>
          <p:nvPr/>
        </p:nvSpPr>
        <p:spPr bwMode="auto">
          <a:xfrm>
            <a:off x="4562475" y="455771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790" name="Rectangle 144"/>
          <p:cNvSpPr>
            <a:spLocks noChangeArrowheads="1"/>
          </p:cNvSpPr>
          <p:nvPr/>
        </p:nvSpPr>
        <p:spPr bwMode="auto">
          <a:xfrm>
            <a:off x="4759325" y="455771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91" name="Rectangle 145"/>
          <p:cNvSpPr>
            <a:spLocks noChangeArrowheads="1"/>
          </p:cNvSpPr>
          <p:nvPr/>
        </p:nvSpPr>
        <p:spPr bwMode="auto">
          <a:xfrm>
            <a:off x="4367213" y="4557713"/>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92" name="Rectangle 146"/>
          <p:cNvSpPr>
            <a:spLocks noChangeArrowheads="1"/>
          </p:cNvSpPr>
          <p:nvPr/>
        </p:nvSpPr>
        <p:spPr bwMode="auto">
          <a:xfrm>
            <a:off x="4154488" y="4557713"/>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93" name="Rectangle 147"/>
          <p:cNvSpPr>
            <a:spLocks noChangeArrowheads="1"/>
          </p:cNvSpPr>
          <p:nvPr/>
        </p:nvSpPr>
        <p:spPr bwMode="auto">
          <a:xfrm>
            <a:off x="3959225" y="455771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794" name="Rectangle 148"/>
          <p:cNvSpPr>
            <a:spLocks noChangeArrowheads="1"/>
          </p:cNvSpPr>
          <p:nvPr/>
        </p:nvSpPr>
        <p:spPr bwMode="auto">
          <a:xfrm>
            <a:off x="3257550" y="4768850"/>
            <a:ext cx="6667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Subtract</a:t>
            </a:r>
            <a:endParaRPr lang="en-CA" altLang="en-US" sz="1400">
              <a:latin typeface="Times New Roman" panose="02020603050405020304" pitchFamily="18" charset="0"/>
            </a:endParaRPr>
          </a:p>
        </p:txBody>
      </p:sp>
      <p:sp>
        <p:nvSpPr>
          <p:cNvPr id="113795" name="Rectangle 149"/>
          <p:cNvSpPr>
            <a:spLocks noChangeArrowheads="1"/>
          </p:cNvSpPr>
          <p:nvPr/>
        </p:nvSpPr>
        <p:spPr bwMode="auto">
          <a:xfrm>
            <a:off x="5786438" y="1719263"/>
            <a:ext cx="163512" cy="146050"/>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796" name="Rectangle 150"/>
          <p:cNvSpPr>
            <a:spLocks noChangeArrowheads="1"/>
          </p:cNvSpPr>
          <p:nvPr/>
        </p:nvSpPr>
        <p:spPr bwMode="auto">
          <a:xfrm>
            <a:off x="5786438" y="2533650"/>
            <a:ext cx="163512" cy="147638"/>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797" name="Rectangle 151"/>
          <p:cNvSpPr>
            <a:spLocks noChangeArrowheads="1"/>
          </p:cNvSpPr>
          <p:nvPr/>
        </p:nvSpPr>
        <p:spPr bwMode="auto">
          <a:xfrm>
            <a:off x="5786438" y="2730500"/>
            <a:ext cx="163512" cy="161925"/>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798" name="Rectangle 152"/>
          <p:cNvSpPr>
            <a:spLocks noChangeArrowheads="1"/>
          </p:cNvSpPr>
          <p:nvPr/>
        </p:nvSpPr>
        <p:spPr bwMode="auto">
          <a:xfrm>
            <a:off x="5607050" y="2730500"/>
            <a:ext cx="146050" cy="161925"/>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799" name="Rectangle 153"/>
          <p:cNvSpPr>
            <a:spLocks noChangeArrowheads="1"/>
          </p:cNvSpPr>
          <p:nvPr/>
        </p:nvSpPr>
        <p:spPr bwMode="auto">
          <a:xfrm>
            <a:off x="5786438" y="3562350"/>
            <a:ext cx="163512" cy="146050"/>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800" name="Rectangle 154"/>
          <p:cNvSpPr>
            <a:spLocks noChangeArrowheads="1"/>
          </p:cNvSpPr>
          <p:nvPr/>
        </p:nvSpPr>
        <p:spPr bwMode="auto">
          <a:xfrm>
            <a:off x="5786438" y="3757613"/>
            <a:ext cx="163512" cy="146050"/>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801" name="Rectangle 155"/>
          <p:cNvSpPr>
            <a:spLocks noChangeArrowheads="1"/>
          </p:cNvSpPr>
          <p:nvPr/>
        </p:nvSpPr>
        <p:spPr bwMode="auto">
          <a:xfrm>
            <a:off x="5607050" y="3562350"/>
            <a:ext cx="146050" cy="146050"/>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802" name="Rectangle 156"/>
          <p:cNvSpPr>
            <a:spLocks noChangeArrowheads="1"/>
          </p:cNvSpPr>
          <p:nvPr/>
        </p:nvSpPr>
        <p:spPr bwMode="auto">
          <a:xfrm>
            <a:off x="5607050" y="3757613"/>
            <a:ext cx="146050" cy="146050"/>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803" name="Rectangle 157"/>
          <p:cNvSpPr>
            <a:spLocks noChangeArrowheads="1"/>
          </p:cNvSpPr>
          <p:nvPr/>
        </p:nvSpPr>
        <p:spPr bwMode="auto">
          <a:xfrm>
            <a:off x="5411788" y="3757613"/>
            <a:ext cx="146050" cy="146050"/>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804" name="Rectangle 158"/>
          <p:cNvSpPr>
            <a:spLocks noChangeArrowheads="1"/>
          </p:cNvSpPr>
          <p:nvPr/>
        </p:nvSpPr>
        <p:spPr bwMode="auto">
          <a:xfrm>
            <a:off x="5786438" y="4589463"/>
            <a:ext cx="163512" cy="146050"/>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805" name="Rectangle 159"/>
          <p:cNvSpPr>
            <a:spLocks noChangeArrowheads="1"/>
          </p:cNvSpPr>
          <p:nvPr/>
        </p:nvSpPr>
        <p:spPr bwMode="auto">
          <a:xfrm>
            <a:off x="5607050" y="4589463"/>
            <a:ext cx="146050" cy="146050"/>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806" name="Rectangle 160"/>
          <p:cNvSpPr>
            <a:spLocks noChangeArrowheads="1"/>
          </p:cNvSpPr>
          <p:nvPr/>
        </p:nvSpPr>
        <p:spPr bwMode="auto">
          <a:xfrm>
            <a:off x="5411788" y="4589463"/>
            <a:ext cx="146050" cy="146050"/>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807" name="Rectangle 161"/>
          <p:cNvSpPr>
            <a:spLocks noChangeArrowheads="1"/>
          </p:cNvSpPr>
          <p:nvPr/>
        </p:nvSpPr>
        <p:spPr bwMode="auto">
          <a:xfrm>
            <a:off x="5786438" y="4784725"/>
            <a:ext cx="163512" cy="147638"/>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808" name="Rectangle 162"/>
          <p:cNvSpPr>
            <a:spLocks noChangeArrowheads="1"/>
          </p:cNvSpPr>
          <p:nvPr/>
        </p:nvSpPr>
        <p:spPr bwMode="auto">
          <a:xfrm>
            <a:off x="5607050" y="4784725"/>
            <a:ext cx="146050" cy="147638"/>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809" name="Rectangle 163"/>
          <p:cNvSpPr>
            <a:spLocks noChangeArrowheads="1"/>
          </p:cNvSpPr>
          <p:nvPr/>
        </p:nvSpPr>
        <p:spPr bwMode="auto">
          <a:xfrm>
            <a:off x="5411788" y="4784725"/>
            <a:ext cx="146050" cy="147638"/>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810" name="Rectangle 164"/>
          <p:cNvSpPr>
            <a:spLocks noChangeArrowheads="1"/>
          </p:cNvSpPr>
          <p:nvPr/>
        </p:nvSpPr>
        <p:spPr bwMode="auto">
          <a:xfrm>
            <a:off x="5818188" y="5405438"/>
            <a:ext cx="147637" cy="146050"/>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811" name="Rectangle 165"/>
          <p:cNvSpPr>
            <a:spLocks noChangeArrowheads="1"/>
          </p:cNvSpPr>
          <p:nvPr/>
        </p:nvSpPr>
        <p:spPr bwMode="auto">
          <a:xfrm>
            <a:off x="5214938" y="4784725"/>
            <a:ext cx="147637" cy="147638"/>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812" name="Rectangle 166"/>
          <p:cNvSpPr>
            <a:spLocks noChangeArrowheads="1"/>
          </p:cNvSpPr>
          <p:nvPr/>
        </p:nvSpPr>
        <p:spPr bwMode="auto">
          <a:xfrm>
            <a:off x="5622925" y="5405438"/>
            <a:ext cx="147638" cy="146050"/>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813" name="Rectangle 167"/>
          <p:cNvSpPr>
            <a:spLocks noChangeArrowheads="1"/>
          </p:cNvSpPr>
          <p:nvPr/>
        </p:nvSpPr>
        <p:spPr bwMode="auto">
          <a:xfrm>
            <a:off x="5427663" y="5405438"/>
            <a:ext cx="146050" cy="146050"/>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814" name="Rectangle 168"/>
          <p:cNvSpPr>
            <a:spLocks noChangeArrowheads="1"/>
          </p:cNvSpPr>
          <p:nvPr/>
        </p:nvSpPr>
        <p:spPr bwMode="auto">
          <a:xfrm>
            <a:off x="5232400" y="5405438"/>
            <a:ext cx="146050" cy="146050"/>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endParaRPr lang="en-US" altLang="en-US" sz="1400"/>
          </a:p>
        </p:txBody>
      </p:sp>
      <p:sp>
        <p:nvSpPr>
          <p:cNvPr id="113815" name="Rectangle 169"/>
          <p:cNvSpPr>
            <a:spLocks noChangeArrowheads="1"/>
          </p:cNvSpPr>
          <p:nvPr/>
        </p:nvSpPr>
        <p:spPr bwMode="auto">
          <a:xfrm>
            <a:off x="6373813" y="3122613"/>
            <a:ext cx="11430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b="1">
                <a:solidFill>
                  <a:srgbClr val="000000"/>
                </a:solidFill>
                <a:latin typeface="Nimbus Roman No9 L"/>
              </a:rPr>
              <a:t>Second cycle</a:t>
            </a:r>
            <a:endParaRPr lang="en-CA" altLang="en-US" sz="1400" b="1">
              <a:latin typeface="Times New Roman" panose="02020603050405020304" pitchFamily="18" charset="0"/>
            </a:endParaRPr>
          </a:p>
        </p:txBody>
      </p:sp>
      <p:sp>
        <p:nvSpPr>
          <p:cNvPr id="113816" name="Rectangle 170"/>
          <p:cNvSpPr>
            <a:spLocks noChangeArrowheads="1"/>
          </p:cNvSpPr>
          <p:nvPr/>
        </p:nvSpPr>
        <p:spPr bwMode="auto">
          <a:xfrm>
            <a:off x="6373813" y="1914525"/>
            <a:ext cx="88423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b="1">
                <a:solidFill>
                  <a:srgbClr val="000000"/>
                </a:solidFill>
                <a:latin typeface="Nimbus Roman No9 L"/>
              </a:rPr>
              <a:t>First cycle</a:t>
            </a:r>
            <a:endParaRPr lang="en-CA" altLang="en-US" sz="1400" b="1">
              <a:latin typeface="Times New Roman" panose="02020603050405020304" pitchFamily="18" charset="0"/>
            </a:endParaRPr>
          </a:p>
        </p:txBody>
      </p:sp>
      <p:sp>
        <p:nvSpPr>
          <p:cNvPr id="113817" name="Rectangle 171"/>
          <p:cNvSpPr>
            <a:spLocks noChangeArrowheads="1"/>
          </p:cNvSpPr>
          <p:nvPr/>
        </p:nvSpPr>
        <p:spPr bwMode="auto">
          <a:xfrm>
            <a:off x="6373813" y="4149725"/>
            <a:ext cx="9445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b="1">
                <a:solidFill>
                  <a:srgbClr val="000000"/>
                </a:solidFill>
                <a:latin typeface="Nimbus Roman No9 L"/>
              </a:rPr>
              <a:t>Third cycle</a:t>
            </a:r>
            <a:endParaRPr lang="en-CA" altLang="en-US" sz="1400" b="1">
              <a:latin typeface="Times New Roman" panose="02020603050405020304" pitchFamily="18" charset="0"/>
            </a:endParaRPr>
          </a:p>
        </p:txBody>
      </p:sp>
      <p:sp>
        <p:nvSpPr>
          <p:cNvPr id="113818" name="Rectangle 172"/>
          <p:cNvSpPr>
            <a:spLocks noChangeArrowheads="1"/>
          </p:cNvSpPr>
          <p:nvPr/>
        </p:nvSpPr>
        <p:spPr bwMode="auto">
          <a:xfrm>
            <a:off x="6373813" y="5080000"/>
            <a:ext cx="106203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b="1">
                <a:solidFill>
                  <a:srgbClr val="000000"/>
                </a:solidFill>
                <a:latin typeface="Nimbus Roman No9 L"/>
              </a:rPr>
              <a:t>Fourth cycle</a:t>
            </a:r>
            <a:endParaRPr lang="en-CA" altLang="en-US" sz="1400" b="1">
              <a:latin typeface="Times New Roman" panose="02020603050405020304" pitchFamily="18" charset="0"/>
            </a:endParaRPr>
          </a:p>
        </p:txBody>
      </p:sp>
      <p:sp>
        <p:nvSpPr>
          <p:cNvPr id="113819" name="Rectangle 173"/>
          <p:cNvSpPr>
            <a:spLocks noChangeArrowheads="1"/>
          </p:cNvSpPr>
          <p:nvPr/>
        </p:nvSpPr>
        <p:spPr bwMode="auto">
          <a:xfrm>
            <a:off x="5638800" y="3741738"/>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20" name="Rectangle 174"/>
          <p:cNvSpPr>
            <a:spLocks noChangeArrowheads="1"/>
          </p:cNvSpPr>
          <p:nvPr/>
        </p:nvSpPr>
        <p:spPr bwMode="auto">
          <a:xfrm>
            <a:off x="5638800" y="3546475"/>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21" name="Rectangle 175"/>
          <p:cNvSpPr>
            <a:spLocks noChangeArrowheads="1"/>
          </p:cNvSpPr>
          <p:nvPr/>
        </p:nvSpPr>
        <p:spPr bwMode="auto">
          <a:xfrm>
            <a:off x="5638800" y="168751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22" name="Rectangle 176"/>
          <p:cNvSpPr>
            <a:spLocks noChangeArrowheads="1"/>
          </p:cNvSpPr>
          <p:nvPr/>
        </p:nvSpPr>
        <p:spPr bwMode="auto">
          <a:xfrm>
            <a:off x="5638800" y="129540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23" name="Rectangle 177"/>
          <p:cNvSpPr>
            <a:spLocks noChangeArrowheads="1"/>
          </p:cNvSpPr>
          <p:nvPr/>
        </p:nvSpPr>
        <p:spPr bwMode="auto">
          <a:xfrm>
            <a:off x="5638800" y="2714625"/>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24" name="Rectangle 178"/>
          <p:cNvSpPr>
            <a:spLocks noChangeArrowheads="1"/>
          </p:cNvSpPr>
          <p:nvPr/>
        </p:nvSpPr>
        <p:spPr bwMode="auto">
          <a:xfrm>
            <a:off x="5638800" y="251936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25" name="Rectangle 179"/>
          <p:cNvSpPr>
            <a:spLocks noChangeArrowheads="1"/>
          </p:cNvSpPr>
          <p:nvPr/>
        </p:nvSpPr>
        <p:spPr bwMode="auto">
          <a:xfrm>
            <a:off x="5656263" y="5389563"/>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826" name="Rectangle 180"/>
          <p:cNvSpPr>
            <a:spLocks noChangeArrowheads="1"/>
          </p:cNvSpPr>
          <p:nvPr/>
        </p:nvSpPr>
        <p:spPr bwMode="auto">
          <a:xfrm>
            <a:off x="5638800" y="455771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27" name="Rectangle 181"/>
          <p:cNvSpPr>
            <a:spLocks noChangeArrowheads="1"/>
          </p:cNvSpPr>
          <p:nvPr/>
        </p:nvSpPr>
        <p:spPr bwMode="auto">
          <a:xfrm>
            <a:off x="5638800" y="476885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828" name="Rectangle 182"/>
          <p:cNvSpPr>
            <a:spLocks noChangeArrowheads="1"/>
          </p:cNvSpPr>
          <p:nvPr/>
        </p:nvSpPr>
        <p:spPr bwMode="auto">
          <a:xfrm>
            <a:off x="4775200" y="4181475"/>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829" name="Rectangle 183"/>
          <p:cNvSpPr>
            <a:spLocks noChangeArrowheads="1"/>
          </p:cNvSpPr>
          <p:nvPr/>
        </p:nvSpPr>
        <p:spPr bwMode="auto">
          <a:xfrm>
            <a:off x="4579938" y="4181475"/>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30" name="Rectangle 184"/>
          <p:cNvSpPr>
            <a:spLocks noChangeArrowheads="1"/>
          </p:cNvSpPr>
          <p:nvPr/>
        </p:nvSpPr>
        <p:spPr bwMode="auto">
          <a:xfrm>
            <a:off x="4367213" y="4181475"/>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31" name="Rectangle 185"/>
          <p:cNvSpPr>
            <a:spLocks noChangeArrowheads="1"/>
          </p:cNvSpPr>
          <p:nvPr/>
        </p:nvSpPr>
        <p:spPr bwMode="auto">
          <a:xfrm>
            <a:off x="4171950" y="4181475"/>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32" name="Rectangle 186"/>
          <p:cNvSpPr>
            <a:spLocks noChangeArrowheads="1"/>
          </p:cNvSpPr>
          <p:nvPr/>
        </p:nvSpPr>
        <p:spPr bwMode="auto">
          <a:xfrm>
            <a:off x="3975100" y="4181475"/>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33" name="Rectangle 187"/>
          <p:cNvSpPr>
            <a:spLocks noChangeArrowheads="1"/>
          </p:cNvSpPr>
          <p:nvPr/>
        </p:nvSpPr>
        <p:spPr bwMode="auto">
          <a:xfrm>
            <a:off x="4579938" y="5192713"/>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834" name="Rectangle 188"/>
          <p:cNvSpPr>
            <a:spLocks noChangeArrowheads="1"/>
          </p:cNvSpPr>
          <p:nvPr/>
        </p:nvSpPr>
        <p:spPr bwMode="auto">
          <a:xfrm>
            <a:off x="4775200" y="5192713"/>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835" name="Line 189"/>
          <p:cNvSpPr>
            <a:spLocks noChangeShapeType="1"/>
          </p:cNvSpPr>
          <p:nvPr/>
        </p:nvSpPr>
        <p:spPr bwMode="auto">
          <a:xfrm flipH="1">
            <a:off x="3943350" y="5372100"/>
            <a:ext cx="896938" cy="15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36" name="Rectangle 190"/>
          <p:cNvSpPr>
            <a:spLocks noChangeArrowheads="1"/>
          </p:cNvSpPr>
          <p:nvPr/>
        </p:nvSpPr>
        <p:spPr bwMode="auto">
          <a:xfrm>
            <a:off x="4579938" y="537210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837" name="Rectangle 191"/>
          <p:cNvSpPr>
            <a:spLocks noChangeArrowheads="1"/>
          </p:cNvSpPr>
          <p:nvPr/>
        </p:nvSpPr>
        <p:spPr bwMode="auto">
          <a:xfrm>
            <a:off x="4775200" y="537210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38" name="Rectangle 192"/>
          <p:cNvSpPr>
            <a:spLocks noChangeArrowheads="1"/>
          </p:cNvSpPr>
          <p:nvPr/>
        </p:nvSpPr>
        <p:spPr bwMode="auto">
          <a:xfrm>
            <a:off x="4367213" y="537210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39" name="Rectangle 193"/>
          <p:cNvSpPr>
            <a:spLocks noChangeArrowheads="1"/>
          </p:cNvSpPr>
          <p:nvPr/>
        </p:nvSpPr>
        <p:spPr bwMode="auto">
          <a:xfrm>
            <a:off x="4171950" y="537210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40" name="Rectangle 194"/>
          <p:cNvSpPr>
            <a:spLocks noChangeArrowheads="1"/>
          </p:cNvSpPr>
          <p:nvPr/>
        </p:nvSpPr>
        <p:spPr bwMode="auto">
          <a:xfrm>
            <a:off x="3975100" y="537210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41" name="Freeform 195"/>
          <p:cNvSpPr>
            <a:spLocks/>
          </p:cNvSpPr>
          <p:nvPr/>
        </p:nvSpPr>
        <p:spPr bwMode="auto">
          <a:xfrm>
            <a:off x="3910013" y="4997450"/>
            <a:ext cx="196850" cy="195263"/>
          </a:xfrm>
          <a:custGeom>
            <a:avLst/>
            <a:gdLst>
              <a:gd name="T0" fmla="*/ 6 w 12"/>
              <a:gd name="T1" fmla="*/ 0 h 12"/>
              <a:gd name="T2" fmla="*/ 4 w 12"/>
              <a:gd name="T3" fmla="*/ 0 h 12"/>
              <a:gd name="T4" fmla="*/ 2 w 12"/>
              <a:gd name="T5" fmla="*/ 2 h 12"/>
              <a:gd name="T6" fmla="*/ 0 w 12"/>
              <a:gd name="T7" fmla="*/ 4 h 12"/>
              <a:gd name="T8" fmla="*/ 0 w 12"/>
              <a:gd name="T9" fmla="*/ 6 h 12"/>
              <a:gd name="T10" fmla="*/ 0 w 12"/>
              <a:gd name="T11" fmla="*/ 8 h 12"/>
              <a:gd name="T12" fmla="*/ 2 w 12"/>
              <a:gd name="T13" fmla="*/ 10 h 12"/>
              <a:gd name="T14" fmla="*/ 4 w 12"/>
              <a:gd name="T15" fmla="*/ 12 h 12"/>
              <a:gd name="T16" fmla="*/ 6 w 12"/>
              <a:gd name="T17" fmla="*/ 12 h 12"/>
              <a:gd name="T18" fmla="*/ 8 w 12"/>
              <a:gd name="T19" fmla="*/ 12 h 12"/>
              <a:gd name="T20" fmla="*/ 10 w 12"/>
              <a:gd name="T21" fmla="*/ 10 h 12"/>
              <a:gd name="T22" fmla="*/ 12 w 12"/>
              <a:gd name="T23" fmla="*/ 8 h 12"/>
              <a:gd name="T24" fmla="*/ 12 w 12"/>
              <a:gd name="T25" fmla="*/ 6 h 12"/>
              <a:gd name="T26" fmla="*/ 12 w 12"/>
              <a:gd name="T27" fmla="*/ 4 h 12"/>
              <a:gd name="T28" fmla="*/ 10 w 12"/>
              <a:gd name="T29" fmla="*/ 2 h 12"/>
              <a:gd name="T30" fmla="*/ 8 w 12"/>
              <a:gd name="T31" fmla="*/ 0 h 12"/>
              <a:gd name="T32" fmla="*/ 6 w 12"/>
              <a:gd name="T33" fmla="*/ 0 h 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
              <a:gd name="T52" fmla="*/ 0 h 12"/>
              <a:gd name="T53" fmla="*/ 12 w 12"/>
              <a:gd name="T54" fmla="*/ 12 h 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 h="12">
                <a:moveTo>
                  <a:pt x="6" y="0"/>
                </a:moveTo>
                <a:lnTo>
                  <a:pt x="4" y="0"/>
                </a:lnTo>
                <a:lnTo>
                  <a:pt x="2" y="2"/>
                </a:lnTo>
                <a:lnTo>
                  <a:pt x="0" y="4"/>
                </a:lnTo>
                <a:lnTo>
                  <a:pt x="0" y="6"/>
                </a:lnTo>
                <a:lnTo>
                  <a:pt x="0" y="8"/>
                </a:lnTo>
                <a:lnTo>
                  <a:pt x="2" y="10"/>
                </a:lnTo>
                <a:lnTo>
                  <a:pt x="4" y="12"/>
                </a:lnTo>
                <a:lnTo>
                  <a:pt x="6" y="12"/>
                </a:lnTo>
                <a:lnTo>
                  <a:pt x="8" y="12"/>
                </a:lnTo>
                <a:lnTo>
                  <a:pt x="10" y="10"/>
                </a:lnTo>
                <a:lnTo>
                  <a:pt x="12" y="8"/>
                </a:lnTo>
                <a:lnTo>
                  <a:pt x="12" y="6"/>
                </a:lnTo>
                <a:lnTo>
                  <a:pt x="12" y="4"/>
                </a:lnTo>
                <a:lnTo>
                  <a:pt x="10" y="2"/>
                </a:lnTo>
                <a:lnTo>
                  <a:pt x="8" y="0"/>
                </a:lnTo>
                <a:lnTo>
                  <a:pt x="6" y="0"/>
                </a:lnTo>
              </a:path>
            </a:pathLst>
          </a:custGeom>
          <a:noFill/>
          <a:ln w="158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42" name="Freeform 196"/>
          <p:cNvSpPr>
            <a:spLocks/>
          </p:cNvSpPr>
          <p:nvPr/>
        </p:nvSpPr>
        <p:spPr bwMode="auto">
          <a:xfrm>
            <a:off x="5884863" y="5322888"/>
            <a:ext cx="15875" cy="65087"/>
          </a:xfrm>
          <a:custGeom>
            <a:avLst/>
            <a:gdLst>
              <a:gd name="T0" fmla="*/ 0 w 1"/>
              <a:gd name="T1" fmla="*/ 0 h 4"/>
              <a:gd name="T2" fmla="*/ 1 w 1"/>
              <a:gd name="T3" fmla="*/ 4 h 4"/>
              <a:gd name="T4" fmla="*/ 1 w 1"/>
              <a:gd name="T5" fmla="*/ 0 h 4"/>
              <a:gd name="T6" fmla="*/ 1 w 1"/>
              <a:gd name="T7" fmla="*/ 0 h 4"/>
              <a:gd name="T8" fmla="*/ 0 w 1"/>
              <a:gd name="T9" fmla="*/ 0 h 4"/>
              <a:gd name="T10" fmla="*/ 0 60000 65536"/>
              <a:gd name="T11" fmla="*/ 0 60000 65536"/>
              <a:gd name="T12" fmla="*/ 0 60000 65536"/>
              <a:gd name="T13" fmla="*/ 0 60000 65536"/>
              <a:gd name="T14" fmla="*/ 0 60000 65536"/>
              <a:gd name="T15" fmla="*/ 0 w 1"/>
              <a:gd name="T16" fmla="*/ 0 h 4"/>
              <a:gd name="T17" fmla="*/ 1 w 1"/>
              <a:gd name="T18" fmla="*/ 4 h 4"/>
            </a:gdLst>
            <a:ahLst/>
            <a:cxnLst>
              <a:cxn ang="T10">
                <a:pos x="T0" y="T1"/>
              </a:cxn>
              <a:cxn ang="T11">
                <a:pos x="T2" y="T3"/>
              </a:cxn>
              <a:cxn ang="T12">
                <a:pos x="T4" y="T5"/>
              </a:cxn>
              <a:cxn ang="T13">
                <a:pos x="T6" y="T7"/>
              </a:cxn>
              <a:cxn ang="T14">
                <a:pos x="T8" y="T9"/>
              </a:cxn>
            </a:cxnLst>
            <a:rect l="T15" t="T16" r="T17" b="T18"/>
            <a:pathLst>
              <a:path w="1" h="4">
                <a:moveTo>
                  <a:pt x="0" y="0"/>
                </a:moveTo>
                <a:lnTo>
                  <a:pt x="1" y="4"/>
                </a:lnTo>
                <a:lnTo>
                  <a:pt x="1" y="0"/>
                </a:lnTo>
                <a:lnTo>
                  <a:pt x="0" y="0"/>
                </a:lnTo>
              </a:path>
            </a:pathLst>
          </a:custGeom>
          <a:noFill/>
          <a:ln w="15875">
            <a:solidFill>
              <a:srgbClr val="00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43" name="Freeform 197"/>
          <p:cNvSpPr>
            <a:spLocks/>
          </p:cNvSpPr>
          <p:nvPr/>
        </p:nvSpPr>
        <p:spPr bwMode="auto">
          <a:xfrm>
            <a:off x="5884863" y="5322888"/>
            <a:ext cx="15875" cy="65087"/>
          </a:xfrm>
          <a:custGeom>
            <a:avLst/>
            <a:gdLst>
              <a:gd name="T0" fmla="*/ 0 w 10"/>
              <a:gd name="T1" fmla="*/ 0 h 41"/>
              <a:gd name="T2" fmla="*/ 10 w 10"/>
              <a:gd name="T3" fmla="*/ 41 h 41"/>
              <a:gd name="T4" fmla="*/ 10 w 10"/>
              <a:gd name="T5" fmla="*/ 0 h 41"/>
              <a:gd name="T6" fmla="*/ 10 w 10"/>
              <a:gd name="T7" fmla="*/ 0 h 41"/>
              <a:gd name="T8" fmla="*/ 0 w 10"/>
              <a:gd name="T9" fmla="*/ 0 h 41"/>
              <a:gd name="T10" fmla="*/ 0 60000 65536"/>
              <a:gd name="T11" fmla="*/ 0 60000 65536"/>
              <a:gd name="T12" fmla="*/ 0 60000 65536"/>
              <a:gd name="T13" fmla="*/ 0 60000 65536"/>
              <a:gd name="T14" fmla="*/ 0 60000 65536"/>
              <a:gd name="T15" fmla="*/ 0 w 10"/>
              <a:gd name="T16" fmla="*/ 0 h 41"/>
              <a:gd name="T17" fmla="*/ 10 w 10"/>
              <a:gd name="T18" fmla="*/ 41 h 41"/>
            </a:gdLst>
            <a:ahLst/>
            <a:cxnLst>
              <a:cxn ang="T10">
                <a:pos x="T0" y="T1"/>
              </a:cxn>
              <a:cxn ang="T11">
                <a:pos x="T2" y="T3"/>
              </a:cxn>
              <a:cxn ang="T12">
                <a:pos x="T4" y="T5"/>
              </a:cxn>
              <a:cxn ang="T13">
                <a:pos x="T6" y="T7"/>
              </a:cxn>
              <a:cxn ang="T14">
                <a:pos x="T8" y="T9"/>
              </a:cxn>
            </a:cxnLst>
            <a:rect l="T15" t="T16" r="T17" b="T18"/>
            <a:pathLst>
              <a:path w="10" h="41">
                <a:moveTo>
                  <a:pt x="0" y="0"/>
                </a:moveTo>
                <a:lnTo>
                  <a:pt x="10" y="41"/>
                </a:lnTo>
                <a:lnTo>
                  <a:pt x="10" y="0"/>
                </a:lnTo>
                <a:lnTo>
                  <a:pt x="0" y="0"/>
                </a:lnTo>
                <a:close/>
              </a:path>
            </a:pathLst>
          </a:custGeom>
          <a:solidFill>
            <a:srgbClr val="FF0000"/>
          </a:solidFill>
          <a:ln w="0">
            <a:solidFill>
              <a:srgbClr val="FF0000"/>
            </a:solidFill>
            <a:prstDash val="solid"/>
            <a:round/>
            <a:headEnd/>
            <a:tailEnd/>
          </a:ln>
        </p:spPr>
        <p:txBody>
          <a:bodyPr/>
          <a:lstStyle/>
          <a:p>
            <a:endParaRPr lang="en-IN"/>
          </a:p>
        </p:txBody>
      </p:sp>
      <p:sp>
        <p:nvSpPr>
          <p:cNvPr id="113844" name="Freeform 198"/>
          <p:cNvSpPr>
            <a:spLocks/>
          </p:cNvSpPr>
          <p:nvPr/>
        </p:nvSpPr>
        <p:spPr bwMode="auto">
          <a:xfrm>
            <a:off x="4057650" y="5176838"/>
            <a:ext cx="1843088" cy="146050"/>
          </a:xfrm>
          <a:custGeom>
            <a:avLst/>
            <a:gdLst>
              <a:gd name="T0" fmla="*/ 113 w 113"/>
              <a:gd name="T1" fmla="*/ 9 h 9"/>
              <a:gd name="T2" fmla="*/ 113 w 113"/>
              <a:gd name="T3" fmla="*/ 7 h 9"/>
              <a:gd name="T4" fmla="*/ 113 w 113"/>
              <a:gd name="T5" fmla="*/ 2 h 9"/>
              <a:gd name="T6" fmla="*/ 106 w 113"/>
              <a:gd name="T7" fmla="*/ 2 h 9"/>
              <a:gd name="T8" fmla="*/ 8 w 113"/>
              <a:gd name="T9" fmla="*/ 2 h 9"/>
              <a:gd name="T10" fmla="*/ 2 w 113"/>
              <a:gd name="T11" fmla="*/ 2 h 9"/>
              <a:gd name="T12" fmla="*/ 0 w 113"/>
              <a:gd name="T13" fmla="*/ 0 h 9"/>
              <a:gd name="T14" fmla="*/ 0 60000 65536"/>
              <a:gd name="T15" fmla="*/ 0 60000 65536"/>
              <a:gd name="T16" fmla="*/ 0 60000 65536"/>
              <a:gd name="T17" fmla="*/ 0 60000 65536"/>
              <a:gd name="T18" fmla="*/ 0 60000 65536"/>
              <a:gd name="T19" fmla="*/ 0 60000 65536"/>
              <a:gd name="T20" fmla="*/ 0 60000 65536"/>
              <a:gd name="T21" fmla="*/ 0 w 113"/>
              <a:gd name="T22" fmla="*/ 0 h 9"/>
              <a:gd name="T23" fmla="*/ 113 w 113"/>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3" h="9">
                <a:moveTo>
                  <a:pt x="113" y="9"/>
                </a:moveTo>
                <a:lnTo>
                  <a:pt x="113" y="7"/>
                </a:lnTo>
                <a:lnTo>
                  <a:pt x="113" y="2"/>
                </a:lnTo>
                <a:lnTo>
                  <a:pt x="106" y="2"/>
                </a:lnTo>
                <a:lnTo>
                  <a:pt x="8" y="2"/>
                </a:lnTo>
                <a:lnTo>
                  <a:pt x="2" y="2"/>
                </a:lnTo>
                <a:lnTo>
                  <a:pt x="0" y="0"/>
                </a:lnTo>
              </a:path>
            </a:pathLst>
          </a:custGeom>
          <a:noFill/>
          <a:ln w="158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45" name="Rectangle 199"/>
          <p:cNvSpPr>
            <a:spLocks noChangeArrowheads="1"/>
          </p:cNvSpPr>
          <p:nvPr/>
        </p:nvSpPr>
        <p:spPr bwMode="auto">
          <a:xfrm>
            <a:off x="4775200" y="499745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846" name="Rectangle 200"/>
          <p:cNvSpPr>
            <a:spLocks noChangeArrowheads="1"/>
          </p:cNvSpPr>
          <p:nvPr/>
        </p:nvSpPr>
        <p:spPr bwMode="auto">
          <a:xfrm>
            <a:off x="4579938" y="499745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847" name="Rectangle 201"/>
          <p:cNvSpPr>
            <a:spLocks noChangeArrowheads="1"/>
          </p:cNvSpPr>
          <p:nvPr/>
        </p:nvSpPr>
        <p:spPr bwMode="auto">
          <a:xfrm>
            <a:off x="4367213" y="499745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848" name="Rectangle 202"/>
          <p:cNvSpPr>
            <a:spLocks noChangeArrowheads="1"/>
          </p:cNvSpPr>
          <p:nvPr/>
        </p:nvSpPr>
        <p:spPr bwMode="auto">
          <a:xfrm>
            <a:off x="4171950" y="499745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849" name="Rectangle 203"/>
          <p:cNvSpPr>
            <a:spLocks noChangeArrowheads="1"/>
          </p:cNvSpPr>
          <p:nvPr/>
        </p:nvSpPr>
        <p:spPr bwMode="auto">
          <a:xfrm>
            <a:off x="3975100" y="4997450"/>
            <a:ext cx="1000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1</a:t>
            </a:r>
            <a:endParaRPr lang="en-CA" altLang="en-US" sz="1400">
              <a:latin typeface="Times New Roman" panose="02020603050405020304" pitchFamily="18" charset="0"/>
            </a:endParaRPr>
          </a:p>
        </p:txBody>
      </p:sp>
      <p:sp>
        <p:nvSpPr>
          <p:cNvPr id="113850" name="Rectangle 204"/>
          <p:cNvSpPr>
            <a:spLocks noChangeArrowheads="1"/>
          </p:cNvSpPr>
          <p:nvPr/>
        </p:nvSpPr>
        <p:spPr bwMode="auto">
          <a:xfrm>
            <a:off x="3257550" y="5192713"/>
            <a:ext cx="6270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Restore</a:t>
            </a:r>
            <a:endParaRPr lang="en-CA" altLang="en-US" sz="1400">
              <a:latin typeface="Times New Roman" panose="02020603050405020304" pitchFamily="18" charset="0"/>
            </a:endParaRPr>
          </a:p>
        </p:txBody>
      </p:sp>
      <p:sp>
        <p:nvSpPr>
          <p:cNvPr id="113851" name="Line 205"/>
          <p:cNvSpPr>
            <a:spLocks noChangeShapeType="1"/>
          </p:cNvSpPr>
          <p:nvPr/>
        </p:nvSpPr>
        <p:spPr bwMode="auto">
          <a:xfrm flipH="1">
            <a:off x="3927475" y="2078038"/>
            <a:ext cx="896938"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52" name="Freeform 206"/>
          <p:cNvSpPr>
            <a:spLocks/>
          </p:cNvSpPr>
          <p:nvPr/>
        </p:nvSpPr>
        <p:spPr bwMode="auto">
          <a:xfrm>
            <a:off x="6178550" y="1360488"/>
            <a:ext cx="80963" cy="652462"/>
          </a:xfrm>
          <a:custGeom>
            <a:avLst/>
            <a:gdLst>
              <a:gd name="T0" fmla="*/ 0 w 5"/>
              <a:gd name="T1" fmla="*/ 0 h 40"/>
              <a:gd name="T2" fmla="*/ 1 w 5"/>
              <a:gd name="T3" fmla="*/ 1 h 40"/>
              <a:gd name="T4" fmla="*/ 1 w 5"/>
              <a:gd name="T5" fmla="*/ 1 h 40"/>
              <a:gd name="T6" fmla="*/ 1 w 5"/>
              <a:gd name="T7" fmla="*/ 2 h 40"/>
              <a:gd name="T8" fmla="*/ 2 w 5"/>
              <a:gd name="T9" fmla="*/ 2 h 40"/>
              <a:gd name="T10" fmla="*/ 2 w 5"/>
              <a:gd name="T11" fmla="*/ 3 h 40"/>
              <a:gd name="T12" fmla="*/ 2 w 5"/>
              <a:gd name="T13" fmla="*/ 10 h 40"/>
              <a:gd name="T14" fmla="*/ 2 w 5"/>
              <a:gd name="T15" fmla="*/ 20 h 40"/>
              <a:gd name="T16" fmla="*/ 2 w 5"/>
              <a:gd name="T17" fmla="*/ 30 h 40"/>
              <a:gd name="T18" fmla="*/ 2 w 5"/>
              <a:gd name="T19" fmla="*/ 37 h 40"/>
              <a:gd name="T20" fmla="*/ 2 w 5"/>
              <a:gd name="T21" fmla="*/ 38 h 40"/>
              <a:gd name="T22" fmla="*/ 2 w 5"/>
              <a:gd name="T23" fmla="*/ 38 h 40"/>
              <a:gd name="T24" fmla="*/ 2 w 5"/>
              <a:gd name="T25" fmla="*/ 39 h 40"/>
              <a:gd name="T26" fmla="*/ 3 w 5"/>
              <a:gd name="T27" fmla="*/ 39 h 40"/>
              <a:gd name="T28" fmla="*/ 5 w 5"/>
              <a:gd name="T29" fmla="*/ 40 h 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
              <a:gd name="T46" fmla="*/ 0 h 40"/>
              <a:gd name="T47" fmla="*/ 5 w 5"/>
              <a:gd name="T48" fmla="*/ 40 h 4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 h="40">
                <a:moveTo>
                  <a:pt x="0" y="0"/>
                </a:moveTo>
                <a:lnTo>
                  <a:pt x="1" y="1"/>
                </a:lnTo>
                <a:lnTo>
                  <a:pt x="1" y="2"/>
                </a:lnTo>
                <a:lnTo>
                  <a:pt x="2" y="2"/>
                </a:lnTo>
                <a:lnTo>
                  <a:pt x="2" y="3"/>
                </a:lnTo>
                <a:lnTo>
                  <a:pt x="2" y="10"/>
                </a:lnTo>
                <a:lnTo>
                  <a:pt x="2" y="20"/>
                </a:lnTo>
                <a:lnTo>
                  <a:pt x="2" y="30"/>
                </a:lnTo>
                <a:lnTo>
                  <a:pt x="2" y="37"/>
                </a:lnTo>
                <a:lnTo>
                  <a:pt x="2" y="38"/>
                </a:lnTo>
                <a:lnTo>
                  <a:pt x="2" y="39"/>
                </a:lnTo>
                <a:lnTo>
                  <a:pt x="3" y="39"/>
                </a:lnTo>
                <a:lnTo>
                  <a:pt x="5" y="4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53" name="Freeform 207"/>
          <p:cNvSpPr>
            <a:spLocks/>
          </p:cNvSpPr>
          <p:nvPr/>
        </p:nvSpPr>
        <p:spPr bwMode="auto">
          <a:xfrm>
            <a:off x="6178550" y="2012950"/>
            <a:ext cx="80963" cy="668338"/>
          </a:xfrm>
          <a:custGeom>
            <a:avLst/>
            <a:gdLst>
              <a:gd name="T0" fmla="*/ 0 w 5"/>
              <a:gd name="T1" fmla="*/ 41 h 41"/>
              <a:gd name="T2" fmla="*/ 1 w 5"/>
              <a:gd name="T3" fmla="*/ 40 h 41"/>
              <a:gd name="T4" fmla="*/ 1 w 5"/>
              <a:gd name="T5" fmla="*/ 39 h 41"/>
              <a:gd name="T6" fmla="*/ 1 w 5"/>
              <a:gd name="T7" fmla="*/ 39 h 41"/>
              <a:gd name="T8" fmla="*/ 2 w 5"/>
              <a:gd name="T9" fmla="*/ 38 h 41"/>
              <a:gd name="T10" fmla="*/ 2 w 5"/>
              <a:gd name="T11" fmla="*/ 38 h 41"/>
              <a:gd name="T12" fmla="*/ 2 w 5"/>
              <a:gd name="T13" fmla="*/ 30 h 41"/>
              <a:gd name="T14" fmla="*/ 2 w 5"/>
              <a:gd name="T15" fmla="*/ 21 h 41"/>
              <a:gd name="T16" fmla="*/ 2 w 5"/>
              <a:gd name="T17" fmla="*/ 11 h 41"/>
              <a:gd name="T18" fmla="*/ 2 w 5"/>
              <a:gd name="T19" fmla="*/ 4 h 41"/>
              <a:gd name="T20" fmla="*/ 2 w 5"/>
              <a:gd name="T21" fmla="*/ 3 h 41"/>
              <a:gd name="T22" fmla="*/ 2 w 5"/>
              <a:gd name="T23" fmla="*/ 2 h 41"/>
              <a:gd name="T24" fmla="*/ 2 w 5"/>
              <a:gd name="T25" fmla="*/ 2 h 41"/>
              <a:gd name="T26" fmla="*/ 3 w 5"/>
              <a:gd name="T27" fmla="*/ 1 h 41"/>
              <a:gd name="T28" fmla="*/ 5 w 5"/>
              <a:gd name="T29" fmla="*/ 0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
              <a:gd name="T46" fmla="*/ 0 h 41"/>
              <a:gd name="T47" fmla="*/ 5 w 5"/>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 h="41">
                <a:moveTo>
                  <a:pt x="0" y="41"/>
                </a:moveTo>
                <a:lnTo>
                  <a:pt x="1" y="40"/>
                </a:lnTo>
                <a:lnTo>
                  <a:pt x="1" y="39"/>
                </a:lnTo>
                <a:lnTo>
                  <a:pt x="2" y="38"/>
                </a:lnTo>
                <a:lnTo>
                  <a:pt x="2" y="30"/>
                </a:lnTo>
                <a:lnTo>
                  <a:pt x="2" y="21"/>
                </a:lnTo>
                <a:lnTo>
                  <a:pt x="2" y="11"/>
                </a:lnTo>
                <a:lnTo>
                  <a:pt x="2" y="4"/>
                </a:lnTo>
                <a:lnTo>
                  <a:pt x="2" y="3"/>
                </a:lnTo>
                <a:lnTo>
                  <a:pt x="2" y="2"/>
                </a:lnTo>
                <a:lnTo>
                  <a:pt x="3" y="1"/>
                </a:lnTo>
                <a:lnTo>
                  <a:pt x="5"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54" name="Freeform 208"/>
          <p:cNvSpPr>
            <a:spLocks/>
          </p:cNvSpPr>
          <p:nvPr/>
        </p:nvSpPr>
        <p:spPr bwMode="auto">
          <a:xfrm>
            <a:off x="6178550" y="2746375"/>
            <a:ext cx="80963" cy="473075"/>
          </a:xfrm>
          <a:custGeom>
            <a:avLst/>
            <a:gdLst>
              <a:gd name="T0" fmla="*/ 0 w 5"/>
              <a:gd name="T1" fmla="*/ 0 h 29"/>
              <a:gd name="T2" fmla="*/ 1 w 5"/>
              <a:gd name="T3" fmla="*/ 1 h 29"/>
              <a:gd name="T4" fmla="*/ 1 w 5"/>
              <a:gd name="T5" fmla="*/ 1 h 29"/>
              <a:gd name="T6" fmla="*/ 2 w 5"/>
              <a:gd name="T7" fmla="*/ 2 h 29"/>
              <a:gd name="T8" fmla="*/ 2 w 5"/>
              <a:gd name="T9" fmla="*/ 2 h 29"/>
              <a:gd name="T10" fmla="*/ 2 w 5"/>
              <a:gd name="T11" fmla="*/ 3 h 29"/>
              <a:gd name="T12" fmla="*/ 2 w 5"/>
              <a:gd name="T13" fmla="*/ 11 h 29"/>
              <a:gd name="T14" fmla="*/ 2 w 5"/>
              <a:gd name="T15" fmla="*/ 14 h 29"/>
              <a:gd name="T16" fmla="*/ 2 w 5"/>
              <a:gd name="T17" fmla="*/ 18 h 29"/>
              <a:gd name="T18" fmla="*/ 2 w 5"/>
              <a:gd name="T19" fmla="*/ 26 h 29"/>
              <a:gd name="T20" fmla="*/ 2 w 5"/>
              <a:gd name="T21" fmla="*/ 27 h 29"/>
              <a:gd name="T22" fmla="*/ 2 w 5"/>
              <a:gd name="T23" fmla="*/ 27 h 29"/>
              <a:gd name="T24" fmla="*/ 2 w 5"/>
              <a:gd name="T25" fmla="*/ 28 h 29"/>
              <a:gd name="T26" fmla="*/ 3 w 5"/>
              <a:gd name="T27" fmla="*/ 28 h 29"/>
              <a:gd name="T28" fmla="*/ 5 w 5"/>
              <a:gd name="T29" fmla="*/ 29 h 2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
              <a:gd name="T46" fmla="*/ 0 h 29"/>
              <a:gd name="T47" fmla="*/ 5 w 5"/>
              <a:gd name="T48" fmla="*/ 29 h 2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 h="29">
                <a:moveTo>
                  <a:pt x="0" y="0"/>
                </a:moveTo>
                <a:lnTo>
                  <a:pt x="1" y="1"/>
                </a:lnTo>
                <a:lnTo>
                  <a:pt x="2" y="2"/>
                </a:lnTo>
                <a:lnTo>
                  <a:pt x="2" y="3"/>
                </a:lnTo>
                <a:lnTo>
                  <a:pt x="2" y="11"/>
                </a:lnTo>
                <a:lnTo>
                  <a:pt x="2" y="14"/>
                </a:lnTo>
                <a:lnTo>
                  <a:pt x="2" y="18"/>
                </a:lnTo>
                <a:lnTo>
                  <a:pt x="2" y="26"/>
                </a:lnTo>
                <a:lnTo>
                  <a:pt x="2" y="27"/>
                </a:lnTo>
                <a:lnTo>
                  <a:pt x="2" y="28"/>
                </a:lnTo>
                <a:lnTo>
                  <a:pt x="3" y="28"/>
                </a:lnTo>
                <a:lnTo>
                  <a:pt x="5" y="29"/>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55" name="Freeform 209"/>
          <p:cNvSpPr>
            <a:spLocks/>
          </p:cNvSpPr>
          <p:nvPr/>
        </p:nvSpPr>
        <p:spPr bwMode="auto">
          <a:xfrm>
            <a:off x="6178550" y="3219450"/>
            <a:ext cx="80963" cy="488950"/>
          </a:xfrm>
          <a:custGeom>
            <a:avLst/>
            <a:gdLst>
              <a:gd name="T0" fmla="*/ 0 w 5"/>
              <a:gd name="T1" fmla="*/ 30 h 30"/>
              <a:gd name="T2" fmla="*/ 1 w 5"/>
              <a:gd name="T3" fmla="*/ 29 h 30"/>
              <a:gd name="T4" fmla="*/ 1 w 5"/>
              <a:gd name="T5" fmla="*/ 28 h 30"/>
              <a:gd name="T6" fmla="*/ 2 w 5"/>
              <a:gd name="T7" fmla="*/ 28 h 30"/>
              <a:gd name="T8" fmla="*/ 2 w 5"/>
              <a:gd name="T9" fmla="*/ 27 h 30"/>
              <a:gd name="T10" fmla="*/ 2 w 5"/>
              <a:gd name="T11" fmla="*/ 27 h 30"/>
              <a:gd name="T12" fmla="*/ 2 w 5"/>
              <a:gd name="T13" fmla="*/ 19 h 30"/>
              <a:gd name="T14" fmla="*/ 2 w 5"/>
              <a:gd name="T15" fmla="*/ 15 h 30"/>
              <a:gd name="T16" fmla="*/ 2 w 5"/>
              <a:gd name="T17" fmla="*/ 11 h 30"/>
              <a:gd name="T18" fmla="*/ 2 w 5"/>
              <a:gd name="T19" fmla="*/ 3 h 30"/>
              <a:gd name="T20" fmla="*/ 2 w 5"/>
              <a:gd name="T21" fmla="*/ 3 h 30"/>
              <a:gd name="T22" fmla="*/ 2 w 5"/>
              <a:gd name="T23" fmla="*/ 2 h 30"/>
              <a:gd name="T24" fmla="*/ 2 w 5"/>
              <a:gd name="T25" fmla="*/ 2 h 30"/>
              <a:gd name="T26" fmla="*/ 3 w 5"/>
              <a:gd name="T27" fmla="*/ 1 h 30"/>
              <a:gd name="T28" fmla="*/ 5 w 5"/>
              <a:gd name="T29" fmla="*/ 0 h 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
              <a:gd name="T46" fmla="*/ 0 h 30"/>
              <a:gd name="T47" fmla="*/ 5 w 5"/>
              <a:gd name="T48" fmla="*/ 30 h 3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 h="30">
                <a:moveTo>
                  <a:pt x="0" y="30"/>
                </a:moveTo>
                <a:lnTo>
                  <a:pt x="1" y="29"/>
                </a:lnTo>
                <a:lnTo>
                  <a:pt x="1" y="28"/>
                </a:lnTo>
                <a:lnTo>
                  <a:pt x="2" y="28"/>
                </a:lnTo>
                <a:lnTo>
                  <a:pt x="2" y="27"/>
                </a:lnTo>
                <a:lnTo>
                  <a:pt x="2" y="19"/>
                </a:lnTo>
                <a:lnTo>
                  <a:pt x="2" y="15"/>
                </a:lnTo>
                <a:lnTo>
                  <a:pt x="2" y="11"/>
                </a:lnTo>
                <a:lnTo>
                  <a:pt x="2" y="3"/>
                </a:lnTo>
                <a:lnTo>
                  <a:pt x="2" y="2"/>
                </a:lnTo>
                <a:lnTo>
                  <a:pt x="3" y="1"/>
                </a:lnTo>
                <a:lnTo>
                  <a:pt x="5"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56" name="Freeform 210"/>
          <p:cNvSpPr>
            <a:spLocks/>
          </p:cNvSpPr>
          <p:nvPr/>
        </p:nvSpPr>
        <p:spPr bwMode="auto">
          <a:xfrm>
            <a:off x="6178550" y="3757613"/>
            <a:ext cx="80963" cy="488950"/>
          </a:xfrm>
          <a:custGeom>
            <a:avLst/>
            <a:gdLst>
              <a:gd name="T0" fmla="*/ 0 w 5"/>
              <a:gd name="T1" fmla="*/ 0 h 30"/>
              <a:gd name="T2" fmla="*/ 1 w 5"/>
              <a:gd name="T3" fmla="*/ 2 h 30"/>
              <a:gd name="T4" fmla="*/ 1 w 5"/>
              <a:gd name="T5" fmla="*/ 2 h 30"/>
              <a:gd name="T6" fmla="*/ 2 w 5"/>
              <a:gd name="T7" fmla="*/ 3 h 30"/>
              <a:gd name="T8" fmla="*/ 2 w 5"/>
              <a:gd name="T9" fmla="*/ 3 h 30"/>
              <a:gd name="T10" fmla="*/ 2 w 5"/>
              <a:gd name="T11" fmla="*/ 4 h 30"/>
              <a:gd name="T12" fmla="*/ 2 w 5"/>
              <a:gd name="T13" fmla="*/ 12 h 30"/>
              <a:gd name="T14" fmla="*/ 2 w 5"/>
              <a:gd name="T15" fmla="*/ 15 h 30"/>
              <a:gd name="T16" fmla="*/ 2 w 5"/>
              <a:gd name="T17" fmla="*/ 19 h 30"/>
              <a:gd name="T18" fmla="*/ 2 w 5"/>
              <a:gd name="T19" fmla="*/ 27 h 30"/>
              <a:gd name="T20" fmla="*/ 2 w 5"/>
              <a:gd name="T21" fmla="*/ 27 h 30"/>
              <a:gd name="T22" fmla="*/ 2 w 5"/>
              <a:gd name="T23" fmla="*/ 28 h 30"/>
              <a:gd name="T24" fmla="*/ 2 w 5"/>
              <a:gd name="T25" fmla="*/ 28 h 30"/>
              <a:gd name="T26" fmla="*/ 3 w 5"/>
              <a:gd name="T27" fmla="*/ 29 h 30"/>
              <a:gd name="T28" fmla="*/ 5 w 5"/>
              <a:gd name="T29" fmla="*/ 30 h 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
              <a:gd name="T46" fmla="*/ 0 h 30"/>
              <a:gd name="T47" fmla="*/ 5 w 5"/>
              <a:gd name="T48" fmla="*/ 30 h 3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 h="30">
                <a:moveTo>
                  <a:pt x="0" y="0"/>
                </a:moveTo>
                <a:lnTo>
                  <a:pt x="1" y="2"/>
                </a:lnTo>
                <a:lnTo>
                  <a:pt x="2" y="3"/>
                </a:lnTo>
                <a:lnTo>
                  <a:pt x="2" y="4"/>
                </a:lnTo>
                <a:lnTo>
                  <a:pt x="2" y="12"/>
                </a:lnTo>
                <a:lnTo>
                  <a:pt x="2" y="15"/>
                </a:lnTo>
                <a:lnTo>
                  <a:pt x="2" y="19"/>
                </a:lnTo>
                <a:lnTo>
                  <a:pt x="2" y="27"/>
                </a:lnTo>
                <a:lnTo>
                  <a:pt x="2" y="28"/>
                </a:lnTo>
                <a:lnTo>
                  <a:pt x="3" y="29"/>
                </a:lnTo>
                <a:lnTo>
                  <a:pt x="5" y="3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57" name="Freeform 211"/>
          <p:cNvSpPr>
            <a:spLocks/>
          </p:cNvSpPr>
          <p:nvPr/>
        </p:nvSpPr>
        <p:spPr bwMode="auto">
          <a:xfrm>
            <a:off x="6178550" y="4246563"/>
            <a:ext cx="80963" cy="488950"/>
          </a:xfrm>
          <a:custGeom>
            <a:avLst/>
            <a:gdLst>
              <a:gd name="T0" fmla="*/ 0 w 5"/>
              <a:gd name="T1" fmla="*/ 30 h 30"/>
              <a:gd name="T2" fmla="*/ 1 w 5"/>
              <a:gd name="T3" fmla="*/ 29 h 30"/>
              <a:gd name="T4" fmla="*/ 1 w 5"/>
              <a:gd name="T5" fmla="*/ 28 h 30"/>
              <a:gd name="T6" fmla="*/ 2 w 5"/>
              <a:gd name="T7" fmla="*/ 27 h 30"/>
              <a:gd name="T8" fmla="*/ 2 w 5"/>
              <a:gd name="T9" fmla="*/ 27 h 30"/>
              <a:gd name="T10" fmla="*/ 2 w 5"/>
              <a:gd name="T11" fmla="*/ 26 h 30"/>
              <a:gd name="T12" fmla="*/ 2 w 5"/>
              <a:gd name="T13" fmla="*/ 18 h 30"/>
              <a:gd name="T14" fmla="*/ 2 w 5"/>
              <a:gd name="T15" fmla="*/ 15 h 30"/>
              <a:gd name="T16" fmla="*/ 2 w 5"/>
              <a:gd name="T17" fmla="*/ 11 h 30"/>
              <a:gd name="T18" fmla="*/ 2 w 5"/>
              <a:gd name="T19" fmla="*/ 3 h 30"/>
              <a:gd name="T20" fmla="*/ 2 w 5"/>
              <a:gd name="T21" fmla="*/ 3 h 30"/>
              <a:gd name="T22" fmla="*/ 2 w 5"/>
              <a:gd name="T23" fmla="*/ 2 h 30"/>
              <a:gd name="T24" fmla="*/ 2 w 5"/>
              <a:gd name="T25" fmla="*/ 2 h 30"/>
              <a:gd name="T26" fmla="*/ 3 w 5"/>
              <a:gd name="T27" fmla="*/ 1 h 30"/>
              <a:gd name="T28" fmla="*/ 5 w 5"/>
              <a:gd name="T29" fmla="*/ 0 h 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
              <a:gd name="T46" fmla="*/ 0 h 30"/>
              <a:gd name="T47" fmla="*/ 5 w 5"/>
              <a:gd name="T48" fmla="*/ 30 h 3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 h="30">
                <a:moveTo>
                  <a:pt x="0" y="30"/>
                </a:moveTo>
                <a:lnTo>
                  <a:pt x="1" y="29"/>
                </a:lnTo>
                <a:lnTo>
                  <a:pt x="1" y="28"/>
                </a:lnTo>
                <a:lnTo>
                  <a:pt x="2" y="27"/>
                </a:lnTo>
                <a:lnTo>
                  <a:pt x="2" y="26"/>
                </a:lnTo>
                <a:lnTo>
                  <a:pt x="2" y="18"/>
                </a:lnTo>
                <a:lnTo>
                  <a:pt x="2" y="15"/>
                </a:lnTo>
                <a:lnTo>
                  <a:pt x="2" y="11"/>
                </a:lnTo>
                <a:lnTo>
                  <a:pt x="2" y="3"/>
                </a:lnTo>
                <a:lnTo>
                  <a:pt x="2" y="2"/>
                </a:lnTo>
                <a:lnTo>
                  <a:pt x="3" y="1"/>
                </a:lnTo>
                <a:lnTo>
                  <a:pt x="5"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58" name="Freeform 212"/>
          <p:cNvSpPr>
            <a:spLocks/>
          </p:cNvSpPr>
          <p:nvPr/>
        </p:nvSpPr>
        <p:spPr bwMode="auto">
          <a:xfrm>
            <a:off x="6178550" y="4784725"/>
            <a:ext cx="80963" cy="392113"/>
          </a:xfrm>
          <a:custGeom>
            <a:avLst/>
            <a:gdLst>
              <a:gd name="T0" fmla="*/ 0 w 5"/>
              <a:gd name="T1" fmla="*/ 0 h 24"/>
              <a:gd name="T2" fmla="*/ 1 w 5"/>
              <a:gd name="T3" fmla="*/ 1 h 24"/>
              <a:gd name="T4" fmla="*/ 1 w 5"/>
              <a:gd name="T5" fmla="*/ 1 h 24"/>
              <a:gd name="T6" fmla="*/ 1 w 5"/>
              <a:gd name="T7" fmla="*/ 2 h 24"/>
              <a:gd name="T8" fmla="*/ 1 w 5"/>
              <a:gd name="T9" fmla="*/ 2 h 24"/>
              <a:gd name="T10" fmla="*/ 1 w 5"/>
              <a:gd name="T11" fmla="*/ 3 h 24"/>
              <a:gd name="T12" fmla="*/ 1 w 5"/>
              <a:gd name="T13" fmla="*/ 7 h 24"/>
              <a:gd name="T14" fmla="*/ 1 w 5"/>
              <a:gd name="T15" fmla="*/ 12 h 24"/>
              <a:gd name="T16" fmla="*/ 1 w 5"/>
              <a:gd name="T17" fmla="*/ 17 h 24"/>
              <a:gd name="T18" fmla="*/ 1 w 5"/>
              <a:gd name="T19" fmla="*/ 21 h 24"/>
              <a:gd name="T20" fmla="*/ 1 w 5"/>
              <a:gd name="T21" fmla="*/ 21 h 24"/>
              <a:gd name="T22" fmla="*/ 1 w 5"/>
              <a:gd name="T23" fmla="*/ 22 h 24"/>
              <a:gd name="T24" fmla="*/ 2 w 5"/>
              <a:gd name="T25" fmla="*/ 22 h 24"/>
              <a:gd name="T26" fmla="*/ 3 w 5"/>
              <a:gd name="T27" fmla="*/ 23 h 24"/>
              <a:gd name="T28" fmla="*/ 5 w 5"/>
              <a:gd name="T29" fmla="*/ 24 h 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
              <a:gd name="T46" fmla="*/ 0 h 24"/>
              <a:gd name="T47" fmla="*/ 5 w 5"/>
              <a:gd name="T48" fmla="*/ 24 h 2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 h="24">
                <a:moveTo>
                  <a:pt x="0" y="0"/>
                </a:moveTo>
                <a:lnTo>
                  <a:pt x="1" y="1"/>
                </a:lnTo>
                <a:lnTo>
                  <a:pt x="1" y="2"/>
                </a:lnTo>
                <a:lnTo>
                  <a:pt x="1" y="3"/>
                </a:lnTo>
                <a:lnTo>
                  <a:pt x="1" y="7"/>
                </a:lnTo>
                <a:lnTo>
                  <a:pt x="1" y="12"/>
                </a:lnTo>
                <a:lnTo>
                  <a:pt x="1" y="17"/>
                </a:lnTo>
                <a:lnTo>
                  <a:pt x="1" y="21"/>
                </a:lnTo>
                <a:lnTo>
                  <a:pt x="1" y="22"/>
                </a:lnTo>
                <a:lnTo>
                  <a:pt x="2" y="22"/>
                </a:lnTo>
                <a:lnTo>
                  <a:pt x="3" y="23"/>
                </a:lnTo>
                <a:lnTo>
                  <a:pt x="5" y="24"/>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59" name="Freeform 213"/>
          <p:cNvSpPr>
            <a:spLocks/>
          </p:cNvSpPr>
          <p:nvPr/>
        </p:nvSpPr>
        <p:spPr bwMode="auto">
          <a:xfrm>
            <a:off x="6178550" y="5176838"/>
            <a:ext cx="80963" cy="390525"/>
          </a:xfrm>
          <a:custGeom>
            <a:avLst/>
            <a:gdLst>
              <a:gd name="T0" fmla="*/ 0 w 5"/>
              <a:gd name="T1" fmla="*/ 24 h 24"/>
              <a:gd name="T2" fmla="*/ 1 w 5"/>
              <a:gd name="T3" fmla="*/ 23 h 24"/>
              <a:gd name="T4" fmla="*/ 1 w 5"/>
              <a:gd name="T5" fmla="*/ 22 h 24"/>
              <a:gd name="T6" fmla="*/ 1 w 5"/>
              <a:gd name="T7" fmla="*/ 22 h 24"/>
              <a:gd name="T8" fmla="*/ 1 w 5"/>
              <a:gd name="T9" fmla="*/ 21 h 24"/>
              <a:gd name="T10" fmla="*/ 1 w 5"/>
              <a:gd name="T11" fmla="*/ 21 h 24"/>
              <a:gd name="T12" fmla="*/ 1 w 5"/>
              <a:gd name="T13" fmla="*/ 17 h 24"/>
              <a:gd name="T14" fmla="*/ 1 w 5"/>
              <a:gd name="T15" fmla="*/ 12 h 24"/>
              <a:gd name="T16" fmla="*/ 1 w 5"/>
              <a:gd name="T17" fmla="*/ 7 h 24"/>
              <a:gd name="T18" fmla="*/ 1 w 5"/>
              <a:gd name="T19" fmla="*/ 3 h 24"/>
              <a:gd name="T20" fmla="*/ 1 w 5"/>
              <a:gd name="T21" fmla="*/ 2 h 24"/>
              <a:gd name="T22" fmla="*/ 1 w 5"/>
              <a:gd name="T23" fmla="*/ 2 h 24"/>
              <a:gd name="T24" fmla="*/ 2 w 5"/>
              <a:gd name="T25" fmla="*/ 2 h 24"/>
              <a:gd name="T26" fmla="*/ 3 w 5"/>
              <a:gd name="T27" fmla="*/ 1 h 24"/>
              <a:gd name="T28" fmla="*/ 5 w 5"/>
              <a:gd name="T29" fmla="*/ 0 h 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
              <a:gd name="T46" fmla="*/ 0 h 24"/>
              <a:gd name="T47" fmla="*/ 5 w 5"/>
              <a:gd name="T48" fmla="*/ 24 h 2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 h="24">
                <a:moveTo>
                  <a:pt x="0" y="24"/>
                </a:moveTo>
                <a:lnTo>
                  <a:pt x="1" y="23"/>
                </a:lnTo>
                <a:lnTo>
                  <a:pt x="1" y="22"/>
                </a:lnTo>
                <a:lnTo>
                  <a:pt x="1" y="21"/>
                </a:lnTo>
                <a:lnTo>
                  <a:pt x="1" y="17"/>
                </a:lnTo>
                <a:lnTo>
                  <a:pt x="1" y="12"/>
                </a:lnTo>
                <a:lnTo>
                  <a:pt x="1" y="7"/>
                </a:lnTo>
                <a:lnTo>
                  <a:pt x="1" y="3"/>
                </a:lnTo>
                <a:lnTo>
                  <a:pt x="1" y="2"/>
                </a:lnTo>
                <a:lnTo>
                  <a:pt x="2" y="2"/>
                </a:lnTo>
                <a:lnTo>
                  <a:pt x="3" y="1"/>
                </a:lnTo>
                <a:lnTo>
                  <a:pt x="5"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60" name="Freeform 214"/>
          <p:cNvSpPr>
            <a:spLocks/>
          </p:cNvSpPr>
          <p:nvPr/>
        </p:nvSpPr>
        <p:spPr bwMode="auto">
          <a:xfrm>
            <a:off x="5607050" y="5665788"/>
            <a:ext cx="423863" cy="98425"/>
          </a:xfrm>
          <a:custGeom>
            <a:avLst/>
            <a:gdLst>
              <a:gd name="T0" fmla="*/ 26 w 26"/>
              <a:gd name="T1" fmla="*/ 0 h 6"/>
              <a:gd name="T2" fmla="*/ 25 w 26"/>
              <a:gd name="T3" fmla="*/ 2 h 6"/>
              <a:gd name="T4" fmla="*/ 25 w 26"/>
              <a:gd name="T5" fmla="*/ 2 h 6"/>
              <a:gd name="T6" fmla="*/ 24 w 26"/>
              <a:gd name="T7" fmla="*/ 2 h 6"/>
              <a:gd name="T8" fmla="*/ 24 w 26"/>
              <a:gd name="T9" fmla="*/ 2 h 6"/>
              <a:gd name="T10" fmla="*/ 23 w 26"/>
              <a:gd name="T11" fmla="*/ 2 h 6"/>
              <a:gd name="T12" fmla="*/ 19 w 26"/>
              <a:gd name="T13" fmla="*/ 2 h 6"/>
              <a:gd name="T14" fmla="*/ 13 w 26"/>
              <a:gd name="T15" fmla="*/ 2 h 6"/>
              <a:gd name="T16" fmla="*/ 7 w 26"/>
              <a:gd name="T17" fmla="*/ 2 h 6"/>
              <a:gd name="T18" fmla="*/ 3 w 26"/>
              <a:gd name="T19" fmla="*/ 2 h 6"/>
              <a:gd name="T20" fmla="*/ 2 w 26"/>
              <a:gd name="T21" fmla="*/ 2 h 6"/>
              <a:gd name="T22" fmla="*/ 2 w 26"/>
              <a:gd name="T23" fmla="*/ 2 h 6"/>
              <a:gd name="T24" fmla="*/ 1 w 26"/>
              <a:gd name="T25" fmla="*/ 3 h 6"/>
              <a:gd name="T26" fmla="*/ 1 w 26"/>
              <a:gd name="T27" fmla="*/ 4 h 6"/>
              <a:gd name="T28" fmla="*/ 0 w 26"/>
              <a:gd name="T29" fmla="*/ 6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6"/>
              <a:gd name="T46" fmla="*/ 0 h 6"/>
              <a:gd name="T47" fmla="*/ 26 w 26"/>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6" h="6">
                <a:moveTo>
                  <a:pt x="26" y="0"/>
                </a:moveTo>
                <a:lnTo>
                  <a:pt x="25" y="2"/>
                </a:lnTo>
                <a:lnTo>
                  <a:pt x="24" y="2"/>
                </a:lnTo>
                <a:lnTo>
                  <a:pt x="23" y="2"/>
                </a:lnTo>
                <a:lnTo>
                  <a:pt x="19" y="2"/>
                </a:lnTo>
                <a:lnTo>
                  <a:pt x="13" y="2"/>
                </a:lnTo>
                <a:lnTo>
                  <a:pt x="7" y="2"/>
                </a:lnTo>
                <a:lnTo>
                  <a:pt x="3" y="2"/>
                </a:lnTo>
                <a:lnTo>
                  <a:pt x="2" y="2"/>
                </a:lnTo>
                <a:lnTo>
                  <a:pt x="1" y="3"/>
                </a:lnTo>
                <a:lnTo>
                  <a:pt x="1" y="4"/>
                </a:lnTo>
                <a:lnTo>
                  <a:pt x="0" y="6"/>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61" name="Freeform 215"/>
          <p:cNvSpPr>
            <a:spLocks/>
          </p:cNvSpPr>
          <p:nvPr/>
        </p:nvSpPr>
        <p:spPr bwMode="auto">
          <a:xfrm>
            <a:off x="5165725" y="5665788"/>
            <a:ext cx="441325" cy="98425"/>
          </a:xfrm>
          <a:custGeom>
            <a:avLst/>
            <a:gdLst>
              <a:gd name="T0" fmla="*/ 0 w 27"/>
              <a:gd name="T1" fmla="*/ 0 h 6"/>
              <a:gd name="T2" fmla="*/ 1 w 27"/>
              <a:gd name="T3" fmla="*/ 2 h 6"/>
              <a:gd name="T4" fmla="*/ 2 w 27"/>
              <a:gd name="T5" fmla="*/ 2 h 6"/>
              <a:gd name="T6" fmla="*/ 2 w 27"/>
              <a:gd name="T7" fmla="*/ 2 h 6"/>
              <a:gd name="T8" fmla="*/ 3 w 27"/>
              <a:gd name="T9" fmla="*/ 2 h 6"/>
              <a:gd name="T10" fmla="*/ 3 w 27"/>
              <a:gd name="T11" fmla="*/ 2 h 6"/>
              <a:gd name="T12" fmla="*/ 8 w 27"/>
              <a:gd name="T13" fmla="*/ 2 h 6"/>
              <a:gd name="T14" fmla="*/ 13 w 27"/>
              <a:gd name="T15" fmla="*/ 2 h 6"/>
              <a:gd name="T16" fmla="*/ 19 w 27"/>
              <a:gd name="T17" fmla="*/ 2 h 6"/>
              <a:gd name="T18" fmla="*/ 23 w 27"/>
              <a:gd name="T19" fmla="*/ 2 h 6"/>
              <a:gd name="T20" fmla="*/ 24 w 27"/>
              <a:gd name="T21" fmla="*/ 2 h 6"/>
              <a:gd name="T22" fmla="*/ 25 w 27"/>
              <a:gd name="T23" fmla="*/ 2 h 6"/>
              <a:gd name="T24" fmla="*/ 25 w 27"/>
              <a:gd name="T25" fmla="*/ 3 h 6"/>
              <a:gd name="T26" fmla="*/ 26 w 27"/>
              <a:gd name="T27" fmla="*/ 4 h 6"/>
              <a:gd name="T28" fmla="*/ 27 w 27"/>
              <a:gd name="T29" fmla="*/ 6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
              <a:gd name="T46" fmla="*/ 0 h 6"/>
              <a:gd name="T47" fmla="*/ 27 w 27"/>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 h="6">
                <a:moveTo>
                  <a:pt x="0" y="0"/>
                </a:moveTo>
                <a:lnTo>
                  <a:pt x="1" y="2"/>
                </a:lnTo>
                <a:lnTo>
                  <a:pt x="2" y="2"/>
                </a:lnTo>
                <a:lnTo>
                  <a:pt x="3" y="2"/>
                </a:lnTo>
                <a:lnTo>
                  <a:pt x="8" y="2"/>
                </a:lnTo>
                <a:lnTo>
                  <a:pt x="13" y="2"/>
                </a:lnTo>
                <a:lnTo>
                  <a:pt x="19" y="2"/>
                </a:lnTo>
                <a:lnTo>
                  <a:pt x="23" y="2"/>
                </a:lnTo>
                <a:lnTo>
                  <a:pt x="24" y="2"/>
                </a:lnTo>
                <a:lnTo>
                  <a:pt x="25" y="2"/>
                </a:lnTo>
                <a:lnTo>
                  <a:pt x="25" y="3"/>
                </a:lnTo>
                <a:lnTo>
                  <a:pt x="26" y="4"/>
                </a:lnTo>
                <a:lnTo>
                  <a:pt x="27" y="6"/>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62" name="Freeform 216"/>
          <p:cNvSpPr>
            <a:spLocks/>
          </p:cNvSpPr>
          <p:nvPr/>
        </p:nvSpPr>
        <p:spPr bwMode="auto">
          <a:xfrm>
            <a:off x="4416425" y="5665788"/>
            <a:ext cx="488950" cy="98425"/>
          </a:xfrm>
          <a:custGeom>
            <a:avLst/>
            <a:gdLst>
              <a:gd name="T0" fmla="*/ 30 w 30"/>
              <a:gd name="T1" fmla="*/ 0 h 6"/>
              <a:gd name="T2" fmla="*/ 29 w 30"/>
              <a:gd name="T3" fmla="*/ 2 h 6"/>
              <a:gd name="T4" fmla="*/ 28 w 30"/>
              <a:gd name="T5" fmla="*/ 2 h 6"/>
              <a:gd name="T6" fmla="*/ 28 w 30"/>
              <a:gd name="T7" fmla="*/ 2 h 6"/>
              <a:gd name="T8" fmla="*/ 27 w 30"/>
              <a:gd name="T9" fmla="*/ 2 h 6"/>
              <a:gd name="T10" fmla="*/ 27 w 30"/>
              <a:gd name="T11" fmla="*/ 2 h 6"/>
              <a:gd name="T12" fmla="*/ 18 w 30"/>
              <a:gd name="T13" fmla="*/ 2 h 6"/>
              <a:gd name="T14" fmla="*/ 15 w 30"/>
              <a:gd name="T15" fmla="*/ 2 h 6"/>
              <a:gd name="T16" fmla="*/ 11 w 30"/>
              <a:gd name="T17" fmla="*/ 2 h 6"/>
              <a:gd name="T18" fmla="*/ 3 w 30"/>
              <a:gd name="T19" fmla="*/ 2 h 6"/>
              <a:gd name="T20" fmla="*/ 2 w 30"/>
              <a:gd name="T21" fmla="*/ 2 h 6"/>
              <a:gd name="T22" fmla="*/ 2 w 30"/>
              <a:gd name="T23" fmla="*/ 2 h 6"/>
              <a:gd name="T24" fmla="*/ 1 w 30"/>
              <a:gd name="T25" fmla="*/ 3 h 6"/>
              <a:gd name="T26" fmla="*/ 1 w 30"/>
              <a:gd name="T27" fmla="*/ 4 h 6"/>
              <a:gd name="T28" fmla="*/ 0 w 30"/>
              <a:gd name="T29" fmla="*/ 6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0"/>
              <a:gd name="T46" fmla="*/ 0 h 6"/>
              <a:gd name="T47" fmla="*/ 30 w 30"/>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0" h="6">
                <a:moveTo>
                  <a:pt x="30" y="0"/>
                </a:moveTo>
                <a:lnTo>
                  <a:pt x="29" y="2"/>
                </a:lnTo>
                <a:lnTo>
                  <a:pt x="28" y="2"/>
                </a:lnTo>
                <a:lnTo>
                  <a:pt x="27" y="2"/>
                </a:lnTo>
                <a:lnTo>
                  <a:pt x="18" y="2"/>
                </a:lnTo>
                <a:lnTo>
                  <a:pt x="15" y="2"/>
                </a:lnTo>
                <a:lnTo>
                  <a:pt x="11" y="2"/>
                </a:lnTo>
                <a:lnTo>
                  <a:pt x="3" y="2"/>
                </a:lnTo>
                <a:lnTo>
                  <a:pt x="2" y="2"/>
                </a:lnTo>
                <a:lnTo>
                  <a:pt x="1" y="3"/>
                </a:lnTo>
                <a:lnTo>
                  <a:pt x="1" y="4"/>
                </a:lnTo>
                <a:lnTo>
                  <a:pt x="0" y="6"/>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63" name="Freeform 217"/>
          <p:cNvSpPr>
            <a:spLocks/>
          </p:cNvSpPr>
          <p:nvPr/>
        </p:nvSpPr>
        <p:spPr bwMode="auto">
          <a:xfrm>
            <a:off x="3910013" y="5665788"/>
            <a:ext cx="506412" cy="98425"/>
          </a:xfrm>
          <a:custGeom>
            <a:avLst/>
            <a:gdLst>
              <a:gd name="T0" fmla="*/ 0 w 31"/>
              <a:gd name="T1" fmla="*/ 0 h 6"/>
              <a:gd name="T2" fmla="*/ 1 w 31"/>
              <a:gd name="T3" fmla="*/ 2 h 6"/>
              <a:gd name="T4" fmla="*/ 2 w 31"/>
              <a:gd name="T5" fmla="*/ 2 h 6"/>
              <a:gd name="T6" fmla="*/ 3 w 31"/>
              <a:gd name="T7" fmla="*/ 2 h 6"/>
              <a:gd name="T8" fmla="*/ 3 w 31"/>
              <a:gd name="T9" fmla="*/ 2 h 6"/>
              <a:gd name="T10" fmla="*/ 4 w 31"/>
              <a:gd name="T11" fmla="*/ 2 h 6"/>
              <a:gd name="T12" fmla="*/ 12 w 31"/>
              <a:gd name="T13" fmla="*/ 2 h 6"/>
              <a:gd name="T14" fmla="*/ 16 w 31"/>
              <a:gd name="T15" fmla="*/ 2 h 6"/>
              <a:gd name="T16" fmla="*/ 19 w 31"/>
              <a:gd name="T17" fmla="*/ 2 h 6"/>
              <a:gd name="T18" fmla="*/ 28 w 31"/>
              <a:gd name="T19" fmla="*/ 2 h 6"/>
              <a:gd name="T20" fmla="*/ 28 w 31"/>
              <a:gd name="T21" fmla="*/ 2 h 6"/>
              <a:gd name="T22" fmla="*/ 28 w 31"/>
              <a:gd name="T23" fmla="*/ 2 h 6"/>
              <a:gd name="T24" fmla="*/ 29 w 31"/>
              <a:gd name="T25" fmla="*/ 3 h 6"/>
              <a:gd name="T26" fmla="*/ 30 w 31"/>
              <a:gd name="T27" fmla="*/ 4 h 6"/>
              <a:gd name="T28" fmla="*/ 31 w 31"/>
              <a:gd name="T29" fmla="*/ 6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1"/>
              <a:gd name="T46" fmla="*/ 0 h 6"/>
              <a:gd name="T47" fmla="*/ 31 w 31"/>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1" h="6">
                <a:moveTo>
                  <a:pt x="0" y="0"/>
                </a:moveTo>
                <a:lnTo>
                  <a:pt x="1" y="2"/>
                </a:lnTo>
                <a:lnTo>
                  <a:pt x="2" y="2"/>
                </a:lnTo>
                <a:lnTo>
                  <a:pt x="3" y="2"/>
                </a:lnTo>
                <a:lnTo>
                  <a:pt x="4" y="2"/>
                </a:lnTo>
                <a:lnTo>
                  <a:pt x="12" y="2"/>
                </a:lnTo>
                <a:lnTo>
                  <a:pt x="16" y="2"/>
                </a:lnTo>
                <a:lnTo>
                  <a:pt x="19" y="2"/>
                </a:lnTo>
                <a:lnTo>
                  <a:pt x="28" y="2"/>
                </a:lnTo>
                <a:lnTo>
                  <a:pt x="29" y="3"/>
                </a:lnTo>
                <a:lnTo>
                  <a:pt x="30" y="4"/>
                </a:lnTo>
                <a:lnTo>
                  <a:pt x="31" y="6"/>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64" name="Rectangle 218"/>
          <p:cNvSpPr>
            <a:spLocks noChangeArrowheads="1"/>
          </p:cNvSpPr>
          <p:nvPr/>
        </p:nvSpPr>
        <p:spPr bwMode="auto">
          <a:xfrm>
            <a:off x="3557588" y="2111375"/>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i="1">
                <a:solidFill>
                  <a:srgbClr val="000000"/>
                </a:solidFill>
                <a:latin typeface="Nimbus Roman No9 L"/>
              </a:rPr>
              <a:t>q</a:t>
            </a:r>
            <a:endParaRPr lang="en-CA" altLang="en-US" sz="1400">
              <a:latin typeface="Times New Roman" panose="02020603050405020304" pitchFamily="18" charset="0"/>
            </a:endParaRPr>
          </a:p>
        </p:txBody>
      </p:sp>
      <p:sp>
        <p:nvSpPr>
          <p:cNvPr id="113865" name="Rectangle 219"/>
          <p:cNvSpPr>
            <a:spLocks noChangeArrowheads="1"/>
          </p:cNvSpPr>
          <p:nvPr/>
        </p:nvSpPr>
        <p:spPr bwMode="auto">
          <a:xfrm>
            <a:off x="3633788" y="2192338"/>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66" name="Rectangle 220"/>
          <p:cNvSpPr>
            <a:spLocks noChangeArrowheads="1"/>
          </p:cNvSpPr>
          <p:nvPr/>
        </p:nvSpPr>
        <p:spPr bwMode="auto">
          <a:xfrm>
            <a:off x="3257550" y="2111375"/>
            <a:ext cx="2698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Set</a:t>
            </a:r>
            <a:endParaRPr lang="en-CA" altLang="en-US" sz="1400">
              <a:latin typeface="Times New Roman" panose="02020603050405020304" pitchFamily="18" charset="0"/>
            </a:endParaRPr>
          </a:p>
        </p:txBody>
      </p:sp>
      <p:sp>
        <p:nvSpPr>
          <p:cNvPr id="113867" name="Rectangle 221"/>
          <p:cNvSpPr>
            <a:spLocks noChangeArrowheads="1"/>
          </p:cNvSpPr>
          <p:nvPr/>
        </p:nvSpPr>
        <p:spPr bwMode="auto">
          <a:xfrm>
            <a:off x="3557588" y="3154363"/>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i="1">
                <a:solidFill>
                  <a:srgbClr val="000000"/>
                </a:solidFill>
                <a:latin typeface="Nimbus Roman No9 L"/>
              </a:rPr>
              <a:t>q</a:t>
            </a:r>
            <a:endParaRPr lang="en-CA" altLang="en-US" sz="1400">
              <a:latin typeface="Times New Roman" panose="02020603050405020304" pitchFamily="18" charset="0"/>
            </a:endParaRPr>
          </a:p>
        </p:txBody>
      </p:sp>
      <p:sp>
        <p:nvSpPr>
          <p:cNvPr id="113868" name="Rectangle 222"/>
          <p:cNvSpPr>
            <a:spLocks noChangeArrowheads="1"/>
          </p:cNvSpPr>
          <p:nvPr/>
        </p:nvSpPr>
        <p:spPr bwMode="auto">
          <a:xfrm>
            <a:off x="3633788" y="3235325"/>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69" name="Rectangle 223"/>
          <p:cNvSpPr>
            <a:spLocks noChangeArrowheads="1"/>
          </p:cNvSpPr>
          <p:nvPr/>
        </p:nvSpPr>
        <p:spPr bwMode="auto">
          <a:xfrm>
            <a:off x="3257550" y="3154363"/>
            <a:ext cx="2698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Set</a:t>
            </a:r>
            <a:endParaRPr lang="en-CA" altLang="en-US" sz="1400">
              <a:latin typeface="Times New Roman" panose="02020603050405020304" pitchFamily="18" charset="0"/>
            </a:endParaRPr>
          </a:p>
        </p:txBody>
      </p:sp>
      <p:sp>
        <p:nvSpPr>
          <p:cNvPr id="113870" name="Rectangle 224"/>
          <p:cNvSpPr>
            <a:spLocks noChangeArrowheads="1"/>
          </p:cNvSpPr>
          <p:nvPr/>
        </p:nvSpPr>
        <p:spPr bwMode="auto">
          <a:xfrm>
            <a:off x="3557588" y="4149725"/>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i="1">
                <a:solidFill>
                  <a:srgbClr val="000000"/>
                </a:solidFill>
                <a:latin typeface="Nimbus Roman No9 L"/>
              </a:rPr>
              <a:t>q</a:t>
            </a:r>
            <a:endParaRPr lang="en-CA" altLang="en-US" sz="1400">
              <a:latin typeface="Times New Roman" panose="02020603050405020304" pitchFamily="18" charset="0"/>
            </a:endParaRPr>
          </a:p>
        </p:txBody>
      </p:sp>
      <p:sp>
        <p:nvSpPr>
          <p:cNvPr id="113871" name="Rectangle 225"/>
          <p:cNvSpPr>
            <a:spLocks noChangeArrowheads="1"/>
          </p:cNvSpPr>
          <p:nvPr/>
        </p:nvSpPr>
        <p:spPr bwMode="auto">
          <a:xfrm>
            <a:off x="3633788" y="4230688"/>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72" name="Rectangle 226"/>
          <p:cNvSpPr>
            <a:spLocks noChangeArrowheads="1"/>
          </p:cNvSpPr>
          <p:nvPr/>
        </p:nvSpPr>
        <p:spPr bwMode="auto">
          <a:xfrm>
            <a:off x="3257550" y="4165600"/>
            <a:ext cx="2698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Set</a:t>
            </a:r>
            <a:endParaRPr lang="en-CA" altLang="en-US" sz="1400">
              <a:latin typeface="Times New Roman" panose="02020603050405020304" pitchFamily="18" charset="0"/>
            </a:endParaRPr>
          </a:p>
        </p:txBody>
      </p:sp>
      <p:sp>
        <p:nvSpPr>
          <p:cNvPr id="113873" name="Rectangle 227"/>
          <p:cNvSpPr>
            <a:spLocks noChangeArrowheads="1"/>
          </p:cNvSpPr>
          <p:nvPr/>
        </p:nvSpPr>
        <p:spPr bwMode="auto">
          <a:xfrm>
            <a:off x="3557588" y="4997450"/>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i="1">
                <a:solidFill>
                  <a:srgbClr val="000000"/>
                </a:solidFill>
                <a:latin typeface="Nimbus Roman No9 L"/>
              </a:rPr>
              <a:t>q</a:t>
            </a:r>
            <a:endParaRPr lang="en-CA" altLang="en-US" sz="1400">
              <a:latin typeface="Times New Roman" panose="02020603050405020304" pitchFamily="18" charset="0"/>
            </a:endParaRPr>
          </a:p>
        </p:txBody>
      </p:sp>
      <p:sp>
        <p:nvSpPr>
          <p:cNvPr id="113874" name="Rectangle 228"/>
          <p:cNvSpPr>
            <a:spLocks noChangeArrowheads="1"/>
          </p:cNvSpPr>
          <p:nvPr/>
        </p:nvSpPr>
        <p:spPr bwMode="auto">
          <a:xfrm>
            <a:off x="3633788" y="5062538"/>
            <a:ext cx="1000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0</a:t>
            </a:r>
            <a:endParaRPr lang="en-CA" altLang="en-US" sz="1400">
              <a:latin typeface="Times New Roman" panose="02020603050405020304" pitchFamily="18" charset="0"/>
            </a:endParaRPr>
          </a:p>
        </p:txBody>
      </p:sp>
      <p:sp>
        <p:nvSpPr>
          <p:cNvPr id="113875" name="Rectangle 229"/>
          <p:cNvSpPr>
            <a:spLocks noChangeArrowheads="1"/>
          </p:cNvSpPr>
          <p:nvPr/>
        </p:nvSpPr>
        <p:spPr bwMode="auto">
          <a:xfrm>
            <a:off x="3257550" y="4997450"/>
            <a:ext cx="2698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r>
              <a:rPr lang="en-CA" altLang="en-US" sz="1400">
                <a:solidFill>
                  <a:srgbClr val="000000"/>
                </a:solidFill>
                <a:latin typeface="Nimbus Roman No9 L"/>
              </a:rPr>
              <a:t>Set</a:t>
            </a:r>
            <a:endParaRPr lang="en-CA" altLang="en-US" sz="1400">
              <a:latin typeface="Times New Roman" panose="02020603050405020304" pitchFamily="18" charset="0"/>
            </a:endParaRPr>
          </a:p>
        </p:txBody>
      </p:sp>
    </p:spTree>
    <p:extLst>
      <p:ext uri="{BB962C8B-B14F-4D97-AF65-F5344CB8AC3E}">
        <p14:creationId xmlns:p14="http://schemas.microsoft.com/office/powerpoint/2010/main" val="25895260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4"/>
          <p:cNvSpPr>
            <a:spLocks noGrp="1"/>
          </p:cNvSpPr>
          <p:nvPr>
            <p:ph type="title"/>
          </p:nvPr>
        </p:nvSpPr>
        <p:spPr>
          <a:xfrm>
            <a:off x="685800" y="304800"/>
            <a:ext cx="4397038" cy="292259"/>
          </a:xfrm>
        </p:spPr>
        <p:txBody>
          <a:bodyPr/>
          <a:lstStyle/>
          <a:p>
            <a:r>
              <a:rPr lang="en-US" altLang="en-US">
                <a:solidFill>
                  <a:srgbClr val="FF0000"/>
                </a:solidFill>
                <a:latin typeface="Comic Sans MS" panose="030F0702030302020204" pitchFamily="66" charset="0"/>
              </a:rPr>
              <a:t>Floating point numbers Representation</a:t>
            </a:r>
          </a:p>
        </p:txBody>
      </p:sp>
      <p:sp>
        <p:nvSpPr>
          <p:cNvPr id="77827" name="Content Placeholder 5"/>
          <p:cNvSpPr>
            <a:spLocks noGrp="1"/>
          </p:cNvSpPr>
          <p:nvPr>
            <p:ph sz="quarter" idx="1"/>
          </p:nvPr>
        </p:nvSpPr>
        <p:spPr>
          <a:xfrm>
            <a:off x="685800" y="1219200"/>
            <a:ext cx="7143750" cy="4280531"/>
          </a:xfrm>
        </p:spPr>
        <p:txBody>
          <a:bodyPr/>
          <a:lstStyle/>
          <a:p>
            <a:r>
              <a:rPr lang="en-US" altLang="en-US" sz="1500" b="0" u="sng">
                <a:solidFill>
                  <a:srgbClr val="FF0000"/>
                </a:solidFill>
                <a:latin typeface="Comic Sans MS" panose="030F0702030302020204" pitchFamily="66" charset="0"/>
              </a:rPr>
              <a:t>Fixed point numbers:</a:t>
            </a:r>
          </a:p>
          <a:p>
            <a:endParaRPr lang="en-US" altLang="en-US" sz="1500" b="0">
              <a:latin typeface="Comic Sans MS" panose="030F0702030302020204" pitchFamily="66" charset="0"/>
            </a:endParaRPr>
          </a:p>
          <a:p>
            <a:r>
              <a:rPr lang="en-US" altLang="en-US" sz="1500" b="0">
                <a:latin typeface="Comic Sans MS" panose="030F0702030302020204" pitchFamily="66" charset="0"/>
              </a:rPr>
              <a:t>The decimal point is always assumed to be to the right of the least significant digit.</a:t>
            </a:r>
          </a:p>
          <a:p>
            <a:pPr>
              <a:buFont typeface="Wingdings 2" panose="05020102010507070707" pitchFamily="18" charset="2"/>
              <a:buNone/>
            </a:pPr>
            <a:r>
              <a:rPr lang="en-US" altLang="en-US" sz="1500" b="0">
                <a:latin typeface="Comic Sans MS" panose="030F0702030302020204" pitchFamily="66" charset="0"/>
              </a:rPr>
              <a:t>                 e.g.      4.0 ,  12.0,   24.0</a:t>
            </a:r>
          </a:p>
          <a:p>
            <a:pPr>
              <a:buFont typeface="Wingdings 2" panose="05020102010507070707" pitchFamily="18" charset="2"/>
              <a:buNone/>
            </a:pPr>
            <a:r>
              <a:rPr lang="en-US" altLang="en-US" sz="1500" b="0" u="sng">
                <a:solidFill>
                  <a:srgbClr val="FF0000"/>
                </a:solidFill>
                <a:latin typeface="Comic Sans MS" panose="030F0702030302020204" pitchFamily="66" charset="0"/>
              </a:rPr>
              <a:t>Limitations of Fixed point representation:</a:t>
            </a:r>
          </a:p>
          <a:p>
            <a:r>
              <a:rPr lang="en-US" altLang="en-US" sz="1500" b="0">
                <a:latin typeface="Comic Sans MS" panose="030F0702030302020204" pitchFamily="66" charset="0"/>
              </a:rPr>
              <a:t>It has limitations.</a:t>
            </a:r>
          </a:p>
          <a:p>
            <a:r>
              <a:rPr lang="en-US" altLang="en-US" sz="1500" b="0">
                <a:latin typeface="Comic Sans MS" panose="030F0702030302020204" pitchFamily="66" charset="0"/>
              </a:rPr>
              <a:t>Very large numbers cannot be represented, nor can very small fractions.</a:t>
            </a:r>
          </a:p>
          <a:p>
            <a:pPr>
              <a:buFont typeface="Wingdings 2" panose="05020102010507070707" pitchFamily="18" charset="2"/>
              <a:buNone/>
            </a:pPr>
            <a:r>
              <a:rPr lang="en-US" altLang="en-US" sz="1500" b="0">
                <a:latin typeface="Comic Sans MS" panose="030F0702030302020204" pitchFamily="66" charset="0"/>
              </a:rPr>
              <a:t>        e.g. 1)   </a:t>
            </a:r>
            <a:r>
              <a:rPr lang="en-US" altLang="en-US" sz="1500" b="0">
                <a:solidFill>
                  <a:srgbClr val="FF0000"/>
                </a:solidFill>
                <a:latin typeface="Comic Sans MS" panose="030F0702030302020204" pitchFamily="66" charset="0"/>
              </a:rPr>
              <a:t>976,000,000,000,000.000</a:t>
            </a:r>
          </a:p>
          <a:p>
            <a:pPr>
              <a:buFont typeface="Wingdings 2" panose="05020102010507070707" pitchFamily="18" charset="2"/>
              <a:buNone/>
            </a:pPr>
            <a:r>
              <a:rPr lang="en-US" altLang="en-US" sz="1500" b="0">
                <a:solidFill>
                  <a:srgbClr val="FF0000"/>
                </a:solidFill>
                <a:latin typeface="Comic Sans MS" panose="030F0702030302020204" pitchFamily="66" charset="0"/>
              </a:rPr>
              <a:t>          </a:t>
            </a:r>
            <a:r>
              <a:rPr lang="en-US" altLang="en-US" sz="1500" b="0">
                <a:latin typeface="Comic Sans MS" panose="030F0702030302020204" pitchFamily="66" charset="0"/>
              </a:rPr>
              <a:t>2)  </a:t>
            </a:r>
            <a:r>
              <a:rPr lang="en-US" altLang="en-US" sz="1500" b="0">
                <a:solidFill>
                  <a:srgbClr val="FF0000"/>
                </a:solidFill>
                <a:latin typeface="Comic Sans MS" panose="030F0702030302020204" pitchFamily="66" charset="0"/>
              </a:rPr>
              <a:t>0.0000000000000976</a:t>
            </a:r>
          </a:p>
          <a:p>
            <a:pPr>
              <a:buFont typeface="Wingdings 2" panose="05020102010507070707" pitchFamily="18" charset="2"/>
              <a:buNone/>
            </a:pPr>
            <a:r>
              <a:rPr lang="en-US" altLang="en-US" sz="1500" b="0">
                <a:solidFill>
                  <a:srgbClr val="FF0000"/>
                </a:solidFill>
                <a:latin typeface="Comic Sans MS" panose="030F0702030302020204" pitchFamily="66" charset="0"/>
              </a:rPr>
              <a:t>Therefore we use floating point representation</a:t>
            </a:r>
            <a:endParaRPr lang="en-US" altLang="en-US" sz="1500" b="0">
              <a:latin typeface="Comic Sans MS" panose="030F0702030302020204" pitchFamily="66" charset="0"/>
            </a:endParaRPr>
          </a:p>
          <a:p>
            <a:pPr>
              <a:buFont typeface="Wingdings 2" panose="05020102010507070707" pitchFamily="18" charset="2"/>
              <a:buNone/>
            </a:pPr>
            <a:endParaRPr lang="en-US" altLang="en-US" sz="1500" b="0">
              <a:latin typeface="Comic Sans MS" panose="030F0702030302020204" pitchFamily="66" charset="0"/>
            </a:endParaRPr>
          </a:p>
          <a:p>
            <a:pPr>
              <a:buFont typeface="Wingdings 2" panose="05020102010507070707" pitchFamily="18" charset="2"/>
              <a:buNone/>
            </a:pPr>
            <a:r>
              <a:rPr lang="en-US" altLang="en-US" sz="1500" b="0">
                <a:latin typeface="Comic Sans MS" panose="030F0702030302020204" pitchFamily="66" charset="0"/>
              </a:rPr>
              <a:t>        </a:t>
            </a:r>
          </a:p>
          <a:p>
            <a:pPr>
              <a:buFont typeface="Wingdings 2" panose="05020102010507070707" pitchFamily="18" charset="2"/>
              <a:buNone/>
            </a:pPr>
            <a:r>
              <a:rPr lang="en-US" altLang="en-US" sz="1500" b="0">
                <a:latin typeface="Comic Sans MS" panose="030F0702030302020204" pitchFamily="66" charset="0"/>
              </a:rPr>
              <a:t>              </a:t>
            </a:r>
          </a:p>
        </p:txBody>
      </p:sp>
      <p:sp>
        <p:nvSpPr>
          <p:cNvPr id="77830" name="Slide Number Placeholder 3"/>
          <p:cNvSpPr>
            <a:spLocks noGrp="1"/>
          </p:cNvSpPr>
          <p:nvPr>
            <p:ph type="sldNum" sz="quarter" idx="4294967295"/>
          </p:nvPr>
        </p:nvSpPr>
        <p:spPr bwMode="auto">
          <a:xfrm>
            <a:off x="1252538" y="5514975"/>
            <a:ext cx="342900" cy="3429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557213" indent="-214313">
              <a:defRPr>
                <a:solidFill>
                  <a:schemeClr val="tx1"/>
                </a:solidFill>
                <a:latin typeface="Garamond" panose="02020404030301010803" pitchFamily="18" charset="0"/>
              </a:defRPr>
            </a:lvl2pPr>
            <a:lvl3pPr marL="857250" indent="-171450">
              <a:defRPr>
                <a:solidFill>
                  <a:schemeClr val="tx1"/>
                </a:solidFill>
                <a:latin typeface="Garamond" panose="02020404030301010803" pitchFamily="18" charset="0"/>
              </a:defRPr>
            </a:lvl3pPr>
            <a:lvl4pPr marL="1200150" indent="-171450">
              <a:defRPr>
                <a:solidFill>
                  <a:schemeClr val="tx1"/>
                </a:solidFill>
                <a:latin typeface="Garamond" panose="02020404030301010803" pitchFamily="18" charset="0"/>
              </a:defRPr>
            </a:lvl4pPr>
            <a:lvl5pPr marL="1543050" indent="-171450">
              <a:defRPr>
                <a:solidFill>
                  <a:schemeClr val="tx1"/>
                </a:solidFill>
                <a:latin typeface="Garamond" panose="02020404030301010803" pitchFamily="18" charset="0"/>
              </a:defRPr>
            </a:lvl5pPr>
            <a:lvl6pPr marL="1885950" indent="-171450" eaLnBrk="0" fontAlgn="base" hangingPunct="0">
              <a:spcBef>
                <a:spcPct val="0"/>
              </a:spcBef>
              <a:spcAft>
                <a:spcPct val="0"/>
              </a:spcAft>
              <a:defRPr>
                <a:solidFill>
                  <a:schemeClr val="tx1"/>
                </a:solidFill>
                <a:latin typeface="Garamond" panose="02020404030301010803" pitchFamily="18" charset="0"/>
              </a:defRPr>
            </a:lvl6pPr>
            <a:lvl7pPr marL="2228850" indent="-171450" eaLnBrk="0" fontAlgn="base" hangingPunct="0">
              <a:spcBef>
                <a:spcPct val="0"/>
              </a:spcBef>
              <a:spcAft>
                <a:spcPct val="0"/>
              </a:spcAft>
              <a:defRPr>
                <a:solidFill>
                  <a:schemeClr val="tx1"/>
                </a:solidFill>
                <a:latin typeface="Garamond" panose="02020404030301010803" pitchFamily="18" charset="0"/>
              </a:defRPr>
            </a:lvl7pPr>
            <a:lvl8pPr marL="2571750" indent="-171450" eaLnBrk="0" fontAlgn="base" hangingPunct="0">
              <a:spcBef>
                <a:spcPct val="0"/>
              </a:spcBef>
              <a:spcAft>
                <a:spcPct val="0"/>
              </a:spcAft>
              <a:defRPr>
                <a:solidFill>
                  <a:schemeClr val="tx1"/>
                </a:solidFill>
                <a:latin typeface="Garamond" panose="02020404030301010803" pitchFamily="18" charset="0"/>
              </a:defRPr>
            </a:lvl8pPr>
            <a:lvl9pPr marL="2914650" indent="-171450" eaLnBrk="0" fontAlgn="base" hangingPunct="0">
              <a:spcBef>
                <a:spcPct val="0"/>
              </a:spcBef>
              <a:spcAft>
                <a:spcPct val="0"/>
              </a:spcAft>
              <a:defRPr>
                <a:solidFill>
                  <a:schemeClr val="tx1"/>
                </a:solidFill>
                <a:latin typeface="Garamond" panose="02020404030301010803" pitchFamily="18" charset="0"/>
              </a:defRPr>
            </a:lvl9pPr>
          </a:lstStyle>
          <a:p>
            <a:fld id="{FFB0D965-0357-47DB-A7BB-5A800C4770E4}" type="slidenum">
              <a:rPr lang="en-US" altLang="en-US" smtClean="0">
                <a:solidFill>
                  <a:srgbClr val="FFFFFF"/>
                </a:solidFill>
                <a:latin typeface="Franklin Gothic Book" panose="020B0503020102020204" pitchFamily="34" charset="0"/>
              </a:rPr>
              <a:pPr/>
              <a:t>50</a:t>
            </a:fld>
            <a:endParaRPr lang="en-US" altLang="en-US">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31432668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p:cNvSpPr>
            <a:spLocks noGrp="1"/>
          </p:cNvSpPr>
          <p:nvPr>
            <p:ph sz="quarter" idx="1"/>
          </p:nvPr>
        </p:nvSpPr>
        <p:spPr>
          <a:xfrm>
            <a:off x="685800" y="1028700"/>
            <a:ext cx="7086600" cy="4644861"/>
          </a:xfrm>
        </p:spPr>
        <p:txBody>
          <a:bodyPr/>
          <a:lstStyle/>
          <a:p>
            <a:pPr algn="just">
              <a:buFont typeface="Wingdings 2" panose="05020102010507070707" pitchFamily="18" charset="2"/>
              <a:buNone/>
            </a:pPr>
            <a:endParaRPr lang="en-US" altLang="en-US" sz="1500" b="0">
              <a:solidFill>
                <a:srgbClr val="FF0000"/>
              </a:solidFill>
              <a:latin typeface="Comic Sans MS" panose="030F0702030302020204" pitchFamily="66" charset="0"/>
            </a:endParaRPr>
          </a:p>
          <a:p>
            <a:pPr algn="just">
              <a:buNone/>
            </a:pPr>
            <a:r>
              <a:rPr lang="en-US" altLang="en-US" sz="1500" b="0" u="sng">
                <a:solidFill>
                  <a:srgbClr val="FF0000"/>
                </a:solidFill>
                <a:latin typeface="Comic Sans MS" panose="030F0702030302020204" pitchFamily="66" charset="0"/>
              </a:rPr>
              <a:t>Floating point numbers:</a:t>
            </a:r>
          </a:p>
          <a:p>
            <a:pPr algn="just">
              <a:buFont typeface="Wingdings 2" panose="05020102010507070707" pitchFamily="18" charset="2"/>
              <a:buNone/>
            </a:pPr>
            <a:r>
              <a:rPr lang="en-US" altLang="en-US" sz="1500" b="0">
                <a:latin typeface="Comic Sans MS" panose="030F0702030302020204" pitchFamily="66" charset="0"/>
              </a:rPr>
              <a:t>The numbers in which the position of the decimal point is variable, such numbers are called Floating –point numbers.</a:t>
            </a:r>
            <a:endParaRPr lang="en-US" altLang="en-US" sz="1500" b="0" u="sng">
              <a:solidFill>
                <a:srgbClr val="FF0000"/>
              </a:solidFill>
              <a:latin typeface="Comic Sans MS" panose="030F0702030302020204" pitchFamily="66" charset="0"/>
            </a:endParaRPr>
          </a:p>
          <a:p>
            <a:pPr algn="just">
              <a:buNone/>
            </a:pPr>
            <a:r>
              <a:rPr lang="en-US" altLang="en-US" sz="1500" b="0">
                <a:latin typeface="Comic Sans MS" panose="030F0702030302020204" pitchFamily="66" charset="0"/>
              </a:rPr>
              <a:t>e.g. 0.25, 12.5, 323.865</a:t>
            </a:r>
            <a:endParaRPr lang="en-US" altLang="en-US" sz="1500" b="0" u="sng">
              <a:solidFill>
                <a:srgbClr val="FF0000"/>
              </a:solidFill>
              <a:latin typeface="Comic Sans MS" panose="030F0702030302020204" pitchFamily="66" charset="0"/>
            </a:endParaRPr>
          </a:p>
          <a:p>
            <a:pPr algn="just">
              <a:buFont typeface="Wingdings 2" panose="05020102010507070707" pitchFamily="18" charset="2"/>
              <a:buNone/>
            </a:pPr>
            <a:r>
              <a:rPr lang="en-US" altLang="en-US" sz="1500" b="0" u="sng">
                <a:solidFill>
                  <a:srgbClr val="FF0000"/>
                </a:solidFill>
                <a:latin typeface="Comic Sans MS" panose="030F0702030302020204" pitchFamily="66" charset="0"/>
              </a:rPr>
              <a:t>Advantage of Floating-point representation:</a:t>
            </a:r>
          </a:p>
          <a:p>
            <a:pPr algn="just">
              <a:buFont typeface="Wingdings 2" panose="05020102010507070707" pitchFamily="18" charset="2"/>
              <a:buNone/>
            </a:pPr>
            <a:r>
              <a:rPr lang="en-US" altLang="en-US" sz="1500" b="0">
                <a:latin typeface="Comic Sans MS" panose="030F0702030302020204" pitchFamily="66" charset="0"/>
              </a:rPr>
              <a:t>This allows a range of very large and very small numbers to be represented with only a few digits.</a:t>
            </a:r>
            <a:endParaRPr lang="en-US" altLang="en-US" sz="1500" b="0" u="sng">
              <a:solidFill>
                <a:srgbClr val="FF0000"/>
              </a:solidFill>
              <a:latin typeface="Comic Sans MS" panose="030F0702030302020204" pitchFamily="66" charset="0"/>
            </a:endParaRPr>
          </a:p>
          <a:p>
            <a:pPr algn="just"/>
            <a:r>
              <a:rPr lang="en-US" altLang="en-US" sz="1500" b="0">
                <a:latin typeface="Comic Sans MS" panose="030F0702030302020204" pitchFamily="66" charset="0"/>
              </a:rPr>
              <a:t>The number   976,000,000,000,000.000 can be represented as </a:t>
            </a:r>
          </a:p>
          <a:p>
            <a:pPr algn="just">
              <a:buFont typeface="Wingdings 2" panose="05020102010507070707" pitchFamily="18" charset="2"/>
              <a:buNone/>
            </a:pPr>
            <a:r>
              <a:rPr lang="en-US" altLang="en-US" sz="1500" b="0">
                <a:latin typeface="Comic Sans MS" panose="030F0702030302020204" pitchFamily="66" charset="0"/>
              </a:rPr>
              <a:t>  </a:t>
            </a:r>
            <a:r>
              <a:rPr lang="en-US" altLang="en-US" sz="1500" b="0">
                <a:solidFill>
                  <a:srgbClr val="FF0000"/>
                </a:solidFill>
                <a:latin typeface="Comic Sans MS" panose="030F0702030302020204" pitchFamily="66" charset="0"/>
              </a:rPr>
              <a:t>9.76 * 10</a:t>
            </a:r>
            <a:r>
              <a:rPr lang="en-US" altLang="en-US" sz="1500" b="0" baseline="30000">
                <a:solidFill>
                  <a:srgbClr val="FF0000"/>
                </a:solidFill>
                <a:latin typeface="Comic Sans MS" panose="030F0702030302020204" pitchFamily="66" charset="0"/>
              </a:rPr>
              <a:t>14   </a:t>
            </a:r>
          </a:p>
          <a:p>
            <a:pPr algn="just"/>
            <a:r>
              <a:rPr lang="en-US" altLang="en-US" sz="1500" b="0">
                <a:latin typeface="Comic Sans MS" panose="030F0702030302020204" pitchFamily="66" charset="0"/>
              </a:rPr>
              <a:t>Similarly</a:t>
            </a:r>
            <a:r>
              <a:rPr lang="en-US" altLang="en-US" sz="1500" b="0">
                <a:solidFill>
                  <a:srgbClr val="FF0000"/>
                </a:solidFill>
                <a:latin typeface="Comic Sans MS" panose="030F0702030302020204" pitchFamily="66" charset="0"/>
              </a:rPr>
              <a:t>  </a:t>
            </a:r>
            <a:r>
              <a:rPr lang="en-US" altLang="en-US" sz="1500" b="0">
                <a:latin typeface="Comic Sans MS" panose="030F0702030302020204" pitchFamily="66" charset="0"/>
              </a:rPr>
              <a:t>the fraction  0.0000000000000976 can be represented as </a:t>
            </a:r>
            <a:r>
              <a:rPr lang="en-US" altLang="en-US" sz="1500" b="0">
                <a:solidFill>
                  <a:srgbClr val="FF0000"/>
                </a:solidFill>
                <a:latin typeface="Comic Sans MS" panose="030F0702030302020204" pitchFamily="66" charset="0"/>
              </a:rPr>
              <a:t>9.76*10</a:t>
            </a:r>
            <a:r>
              <a:rPr lang="en-US" altLang="en-US" sz="1500" b="0" baseline="30000">
                <a:solidFill>
                  <a:srgbClr val="FF0000"/>
                </a:solidFill>
                <a:latin typeface="Comic Sans MS" panose="030F0702030302020204" pitchFamily="66" charset="0"/>
              </a:rPr>
              <a:t>-14</a:t>
            </a:r>
            <a:r>
              <a:rPr lang="en-US" altLang="en-US" sz="1500" b="0" baseline="30000">
                <a:latin typeface="Comic Sans MS" panose="030F0702030302020204" pitchFamily="66" charset="0"/>
              </a:rPr>
              <a:t>   </a:t>
            </a:r>
          </a:p>
          <a:p>
            <a:pPr algn="just"/>
            <a:r>
              <a:rPr lang="en-US" altLang="en-US" sz="1500" b="0">
                <a:latin typeface="Comic Sans MS" panose="030F0702030302020204" pitchFamily="66" charset="0"/>
              </a:rPr>
              <a:t>The decimal point is moved to convenient location and exponent of 10 to indicate the position of decimal point. </a:t>
            </a:r>
          </a:p>
          <a:p>
            <a:pPr algn="just"/>
            <a:r>
              <a:rPr lang="en-US" altLang="en-US" sz="1500" b="0">
                <a:latin typeface="Comic Sans MS" panose="030F0702030302020204" pitchFamily="66" charset="0"/>
              </a:rPr>
              <a:t>Placing a decimal point to the right of first (non zero) significant digit is called as </a:t>
            </a:r>
            <a:r>
              <a:rPr lang="en-US" altLang="en-US" sz="1500" b="0">
                <a:solidFill>
                  <a:srgbClr val="FF0000"/>
                </a:solidFill>
                <a:latin typeface="Comic Sans MS" panose="030F0702030302020204" pitchFamily="66" charset="0"/>
              </a:rPr>
              <a:t>normalization.</a:t>
            </a:r>
          </a:p>
          <a:p>
            <a:pPr algn="just"/>
            <a:endParaRPr lang="en-US" altLang="en-US" sz="1500" b="0">
              <a:latin typeface="Comic Sans MS" panose="030F0702030302020204" pitchFamily="66" charset="0"/>
            </a:endParaRPr>
          </a:p>
        </p:txBody>
      </p:sp>
      <p:sp>
        <p:nvSpPr>
          <p:cNvPr id="78853" name="Slide Number Placeholder 5"/>
          <p:cNvSpPr>
            <a:spLocks noGrp="1"/>
          </p:cNvSpPr>
          <p:nvPr>
            <p:ph type="sldNum" sz="quarter" idx="4294967295"/>
          </p:nvPr>
        </p:nvSpPr>
        <p:spPr bwMode="auto">
          <a:xfrm>
            <a:off x="1252538" y="5514975"/>
            <a:ext cx="342900" cy="3429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557213" indent="-214313">
              <a:defRPr>
                <a:solidFill>
                  <a:schemeClr val="tx1"/>
                </a:solidFill>
                <a:latin typeface="Garamond" panose="02020404030301010803" pitchFamily="18" charset="0"/>
              </a:defRPr>
            </a:lvl2pPr>
            <a:lvl3pPr marL="857250" indent="-171450">
              <a:defRPr>
                <a:solidFill>
                  <a:schemeClr val="tx1"/>
                </a:solidFill>
                <a:latin typeface="Garamond" panose="02020404030301010803" pitchFamily="18" charset="0"/>
              </a:defRPr>
            </a:lvl3pPr>
            <a:lvl4pPr marL="1200150" indent="-171450">
              <a:defRPr>
                <a:solidFill>
                  <a:schemeClr val="tx1"/>
                </a:solidFill>
                <a:latin typeface="Garamond" panose="02020404030301010803" pitchFamily="18" charset="0"/>
              </a:defRPr>
            </a:lvl4pPr>
            <a:lvl5pPr marL="1543050" indent="-171450">
              <a:defRPr>
                <a:solidFill>
                  <a:schemeClr val="tx1"/>
                </a:solidFill>
                <a:latin typeface="Garamond" panose="02020404030301010803" pitchFamily="18" charset="0"/>
              </a:defRPr>
            </a:lvl5pPr>
            <a:lvl6pPr marL="1885950" indent="-171450" eaLnBrk="0" fontAlgn="base" hangingPunct="0">
              <a:spcBef>
                <a:spcPct val="0"/>
              </a:spcBef>
              <a:spcAft>
                <a:spcPct val="0"/>
              </a:spcAft>
              <a:defRPr>
                <a:solidFill>
                  <a:schemeClr val="tx1"/>
                </a:solidFill>
                <a:latin typeface="Garamond" panose="02020404030301010803" pitchFamily="18" charset="0"/>
              </a:defRPr>
            </a:lvl6pPr>
            <a:lvl7pPr marL="2228850" indent="-171450" eaLnBrk="0" fontAlgn="base" hangingPunct="0">
              <a:spcBef>
                <a:spcPct val="0"/>
              </a:spcBef>
              <a:spcAft>
                <a:spcPct val="0"/>
              </a:spcAft>
              <a:defRPr>
                <a:solidFill>
                  <a:schemeClr val="tx1"/>
                </a:solidFill>
                <a:latin typeface="Garamond" panose="02020404030301010803" pitchFamily="18" charset="0"/>
              </a:defRPr>
            </a:lvl7pPr>
            <a:lvl8pPr marL="2571750" indent="-171450" eaLnBrk="0" fontAlgn="base" hangingPunct="0">
              <a:spcBef>
                <a:spcPct val="0"/>
              </a:spcBef>
              <a:spcAft>
                <a:spcPct val="0"/>
              </a:spcAft>
              <a:defRPr>
                <a:solidFill>
                  <a:schemeClr val="tx1"/>
                </a:solidFill>
                <a:latin typeface="Garamond" panose="02020404030301010803" pitchFamily="18" charset="0"/>
              </a:defRPr>
            </a:lvl8pPr>
            <a:lvl9pPr marL="2914650" indent="-171450" eaLnBrk="0" fontAlgn="base" hangingPunct="0">
              <a:spcBef>
                <a:spcPct val="0"/>
              </a:spcBef>
              <a:spcAft>
                <a:spcPct val="0"/>
              </a:spcAft>
              <a:defRPr>
                <a:solidFill>
                  <a:schemeClr val="tx1"/>
                </a:solidFill>
                <a:latin typeface="Garamond" panose="02020404030301010803" pitchFamily="18" charset="0"/>
              </a:defRPr>
            </a:lvl9pPr>
          </a:lstStyle>
          <a:p>
            <a:fld id="{BB6BDC0A-E067-4A05-8A13-D4C24BBC1F7D}" type="slidenum">
              <a:rPr lang="en-US" altLang="en-US" smtClean="0">
                <a:solidFill>
                  <a:srgbClr val="FFFFFF"/>
                </a:solidFill>
                <a:latin typeface="Franklin Gothic Book" panose="020B0503020102020204" pitchFamily="34" charset="0"/>
              </a:rPr>
              <a:pPr/>
              <a:t>51</a:t>
            </a:fld>
            <a:endParaRPr lang="en-US" altLang="en-US">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12922782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5746766" cy="292259"/>
          </a:xfrm>
        </p:spPr>
        <p:txBody>
          <a:bodyPr/>
          <a:lstStyle/>
          <a:p>
            <a:r>
              <a:rPr lang="en-US" altLang="en-US" u="sng">
                <a:solidFill>
                  <a:srgbClr val="FF0000"/>
                </a:solidFill>
                <a:latin typeface="Comic Sans MS" panose="030F0702030302020204" pitchFamily="66" charset="0"/>
              </a:rPr>
              <a:t>Floating point representation of Decimal numbers:</a:t>
            </a:r>
          </a:p>
        </p:txBody>
      </p:sp>
      <p:sp>
        <p:nvSpPr>
          <p:cNvPr id="3" name="Content Placeholder 2"/>
          <p:cNvSpPr>
            <a:spLocks noGrp="1"/>
          </p:cNvSpPr>
          <p:nvPr>
            <p:ph idx="1"/>
          </p:nvPr>
        </p:nvSpPr>
        <p:spPr>
          <a:xfrm>
            <a:off x="685800" y="1219201"/>
            <a:ext cx="7848600" cy="6981527"/>
          </a:xfrm>
        </p:spPr>
        <p:txBody>
          <a:bodyPr/>
          <a:lstStyle/>
          <a:p>
            <a:endParaRPr lang="en-US" altLang="en-US" b="0">
              <a:latin typeface="Comic Sans MS" panose="030F0702030302020204" pitchFamily="66" charset="0"/>
            </a:endParaRPr>
          </a:p>
          <a:p>
            <a:r>
              <a:rPr lang="en-US" altLang="en-US" b="0">
                <a:latin typeface="Comic Sans MS" panose="030F0702030302020204" pitchFamily="66" charset="0"/>
              </a:rPr>
              <a:t> 976,000,000,000,000.000 can be represented as </a:t>
            </a:r>
            <a:r>
              <a:rPr lang="en-US" altLang="en-US" b="0">
                <a:solidFill>
                  <a:srgbClr val="FF0000"/>
                </a:solidFill>
                <a:latin typeface="Comic Sans MS" panose="030F0702030302020204" pitchFamily="66" charset="0"/>
              </a:rPr>
              <a:t>9.76 * 10</a:t>
            </a:r>
            <a:r>
              <a:rPr lang="en-US" altLang="en-US" b="0" baseline="30000">
                <a:solidFill>
                  <a:srgbClr val="FF0000"/>
                </a:solidFill>
                <a:latin typeface="Comic Sans MS" panose="030F0702030302020204" pitchFamily="66" charset="0"/>
              </a:rPr>
              <a:t>14   </a:t>
            </a:r>
          </a:p>
          <a:p>
            <a:r>
              <a:rPr lang="en-US" altLang="en-US" b="0">
                <a:latin typeface="Comic Sans MS" panose="030F0702030302020204" pitchFamily="66" charset="0"/>
              </a:rPr>
              <a:t>0.0000000000000976 can be represented as </a:t>
            </a:r>
            <a:r>
              <a:rPr lang="en-US" altLang="en-US" b="0">
                <a:solidFill>
                  <a:srgbClr val="FF0000"/>
                </a:solidFill>
                <a:latin typeface="Comic Sans MS" panose="030F0702030302020204" pitchFamily="66" charset="0"/>
              </a:rPr>
              <a:t>9.76*10</a:t>
            </a:r>
            <a:r>
              <a:rPr lang="en-US" altLang="en-US" b="0" baseline="30000">
                <a:solidFill>
                  <a:srgbClr val="FF0000"/>
                </a:solidFill>
                <a:latin typeface="Comic Sans MS" panose="030F0702030302020204" pitchFamily="66" charset="0"/>
              </a:rPr>
              <a:t>-14</a:t>
            </a:r>
            <a:endParaRPr lang="en-US" b="0" baseline="30000">
              <a:solidFill>
                <a:srgbClr val="FF0000"/>
              </a:solidFill>
              <a:latin typeface="Comic Sans MS" panose="030F0702030302020204" pitchFamily="66" charset="0"/>
            </a:endParaRPr>
          </a:p>
          <a:p>
            <a:r>
              <a:rPr lang="en-US" b="0">
                <a:solidFill>
                  <a:srgbClr val="FF0000"/>
                </a:solidFill>
                <a:latin typeface="Comic Sans MS" panose="030F0702030302020204" pitchFamily="66" charset="0"/>
              </a:rPr>
              <a:t>Therefore we can say floating representation has 3 components</a:t>
            </a:r>
          </a:p>
          <a:p>
            <a:pPr>
              <a:buFont typeface="Wingdings 2" panose="05020102010507070707" pitchFamily="18" charset="2"/>
              <a:buNone/>
            </a:pPr>
            <a:r>
              <a:rPr lang="en-US" altLang="en-US" b="0">
                <a:latin typeface="Comic Sans MS" panose="030F0702030302020204" pitchFamily="66" charset="0"/>
              </a:rPr>
              <a:t>1. sign </a:t>
            </a:r>
          </a:p>
          <a:p>
            <a:pPr>
              <a:buFont typeface="Wingdings 2" panose="05020102010507070707" pitchFamily="18" charset="2"/>
              <a:buNone/>
            </a:pPr>
            <a:r>
              <a:rPr lang="en-US" altLang="en-US" b="0">
                <a:latin typeface="Comic Sans MS" panose="030F0702030302020204" pitchFamily="66" charset="0"/>
              </a:rPr>
              <a:t>2. significant digits (mantissa)</a:t>
            </a:r>
          </a:p>
          <a:p>
            <a:pPr>
              <a:buFont typeface="Wingdings 2" panose="05020102010507070707" pitchFamily="18" charset="2"/>
              <a:buNone/>
            </a:pPr>
            <a:r>
              <a:rPr lang="en-US" altLang="en-US" b="0">
                <a:latin typeface="Comic Sans MS" panose="030F0702030302020204" pitchFamily="66" charset="0"/>
              </a:rPr>
              <a:t>3. Exponent</a:t>
            </a:r>
          </a:p>
          <a:p>
            <a:pPr>
              <a:buFont typeface="Wingdings 2" panose="05020102010507070707" pitchFamily="18" charset="2"/>
              <a:buNone/>
            </a:pPr>
            <a:r>
              <a:rPr lang="en-US" altLang="en-US" b="0">
                <a:latin typeface="Comic Sans MS" panose="030F0702030302020204" pitchFamily="66" charset="0"/>
              </a:rPr>
              <a:t>In case of the example above</a:t>
            </a:r>
          </a:p>
          <a:p>
            <a:pPr>
              <a:buFont typeface="Wingdings 2" panose="05020102010507070707" pitchFamily="18" charset="2"/>
              <a:buNone/>
            </a:pPr>
            <a:r>
              <a:rPr lang="en-US" altLang="en-US" b="0">
                <a:latin typeface="Comic Sans MS" panose="030F0702030302020204" pitchFamily="66" charset="0"/>
              </a:rPr>
              <a:t>Sign is +</a:t>
            </a:r>
          </a:p>
          <a:p>
            <a:pPr>
              <a:buFont typeface="Wingdings 2" panose="05020102010507070707" pitchFamily="18" charset="2"/>
              <a:buNone/>
            </a:pPr>
            <a:r>
              <a:rPr lang="en-US" altLang="en-US" b="0">
                <a:latin typeface="Comic Sans MS" panose="030F0702030302020204" pitchFamily="66" charset="0"/>
              </a:rPr>
              <a:t>significant digits (mantissa) 9.76</a:t>
            </a:r>
          </a:p>
          <a:p>
            <a:pPr>
              <a:buNone/>
            </a:pPr>
            <a:r>
              <a:rPr lang="en-US" altLang="en-US" b="0">
                <a:latin typeface="Comic Sans MS" panose="030F0702030302020204" pitchFamily="66" charset="0"/>
              </a:rPr>
              <a:t>Exponent 14</a:t>
            </a:r>
          </a:p>
          <a:p>
            <a:pPr>
              <a:buFont typeface="Wingdings 2" panose="05020102010507070707" pitchFamily="18" charset="2"/>
              <a:buNone/>
            </a:pPr>
            <a:endParaRPr lang="en-US" altLang="en-US" b="0">
              <a:latin typeface="Comic Sans MS" panose="030F0702030302020204" pitchFamily="66" charset="0"/>
            </a:endParaRPr>
          </a:p>
          <a:p>
            <a:pPr marL="0" indent="0">
              <a:buNone/>
            </a:pPr>
            <a:endParaRPr lang="en-US" b="0" baseline="30000">
              <a:solidFill>
                <a:srgbClr val="FF0000"/>
              </a:solidFill>
              <a:latin typeface="Comic Sans MS" panose="030F0702030302020204" pitchFamily="66" charset="0"/>
            </a:endParaRPr>
          </a:p>
          <a:p>
            <a:endParaRPr lang="en-US" b="0" baseline="30000">
              <a:solidFill>
                <a:srgbClr val="FF0000"/>
              </a:solidFill>
              <a:latin typeface="Comic Sans MS" panose="030F0702030302020204" pitchFamily="66" charset="0"/>
            </a:endParaRPr>
          </a:p>
          <a:p>
            <a:endParaRPr lang="en-US" b="0" baseline="30000">
              <a:solidFill>
                <a:srgbClr val="FF0000"/>
              </a:solidFill>
              <a:latin typeface="Comic Sans MS" panose="030F0702030302020204" pitchFamily="66" charset="0"/>
            </a:endParaRPr>
          </a:p>
          <a:p>
            <a:endParaRPr lang="en-US" b="0" baseline="30000">
              <a:solidFill>
                <a:srgbClr val="FF0000"/>
              </a:solidFill>
              <a:latin typeface="Comic Sans MS" panose="030F0702030302020204" pitchFamily="66" charset="0"/>
            </a:endParaRPr>
          </a:p>
          <a:p>
            <a:endParaRPr lang="en-US" b="0" baseline="30000">
              <a:solidFill>
                <a:srgbClr val="FF0000"/>
              </a:solidFill>
              <a:latin typeface="Comic Sans MS" panose="030F0702030302020204" pitchFamily="66" charset="0"/>
            </a:endParaRPr>
          </a:p>
          <a:p>
            <a:endParaRPr lang="en-US" b="0" baseline="30000">
              <a:solidFill>
                <a:srgbClr val="FF0000"/>
              </a:solidFill>
              <a:latin typeface="Comic Sans MS" panose="030F0702030302020204" pitchFamily="66" charset="0"/>
            </a:endParaRPr>
          </a:p>
          <a:p>
            <a:endParaRPr lang="en-US" b="0" baseline="30000">
              <a:solidFill>
                <a:srgbClr val="FF0000"/>
              </a:solidFill>
              <a:latin typeface="Comic Sans MS" panose="030F0702030302020204" pitchFamily="66" charset="0"/>
            </a:endParaRPr>
          </a:p>
          <a:p>
            <a:endParaRPr lang="en-US" b="0" baseline="30000">
              <a:solidFill>
                <a:srgbClr val="FF0000"/>
              </a:solidFill>
              <a:latin typeface="Comic Sans MS" panose="030F0702030302020204" pitchFamily="66" charset="0"/>
            </a:endParaRPr>
          </a:p>
          <a:p>
            <a:endParaRPr lang="en-US" b="0"/>
          </a:p>
        </p:txBody>
      </p:sp>
    </p:spTree>
    <p:extLst>
      <p:ext uri="{BB962C8B-B14F-4D97-AF65-F5344CB8AC3E}">
        <p14:creationId xmlns:p14="http://schemas.microsoft.com/office/powerpoint/2010/main" val="7091922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p:cNvSpPr>
            <a:spLocks noGrp="1"/>
          </p:cNvSpPr>
          <p:nvPr>
            <p:ph sz="quarter" idx="1"/>
          </p:nvPr>
        </p:nvSpPr>
        <p:spPr>
          <a:xfrm>
            <a:off x="609600" y="1219201"/>
            <a:ext cx="7048500" cy="5072542"/>
          </a:xfrm>
        </p:spPr>
        <p:txBody>
          <a:bodyPr/>
          <a:lstStyle/>
          <a:p>
            <a:pPr algn="just"/>
            <a:r>
              <a:rPr lang="en-US" altLang="en-US" sz="1500" b="0" u="sng">
                <a:solidFill>
                  <a:srgbClr val="FF0000"/>
                </a:solidFill>
                <a:latin typeface="Comic Sans MS" panose="030F0702030302020204" pitchFamily="66" charset="0"/>
              </a:rPr>
              <a:t>Floating point representation of binary numbers:</a:t>
            </a:r>
          </a:p>
          <a:p>
            <a:pPr algn="just"/>
            <a:endParaRPr lang="en-US" altLang="en-US" sz="1500" b="0">
              <a:latin typeface="Comic Sans MS" panose="030F0702030302020204" pitchFamily="66" charset="0"/>
            </a:endParaRPr>
          </a:p>
          <a:p>
            <a:pPr algn="just"/>
            <a:r>
              <a:rPr lang="en-US" altLang="en-US" sz="1500" b="0">
                <a:latin typeface="Comic Sans MS" panose="030F0702030302020204" pitchFamily="66" charset="0"/>
              </a:rPr>
              <a:t>The same approach can be taken with binary numbers.</a:t>
            </a:r>
          </a:p>
          <a:p>
            <a:pPr algn="just">
              <a:buFont typeface="Wingdings 2" panose="05020102010507070707" pitchFamily="18" charset="2"/>
              <a:buNone/>
            </a:pPr>
            <a:r>
              <a:rPr lang="en-US" altLang="en-US" sz="1500" b="0">
                <a:latin typeface="Comic Sans MS" panose="030F0702030302020204" pitchFamily="66" charset="0"/>
              </a:rPr>
              <a:t>  e.g.  Consider a  number  +111101.1000110</a:t>
            </a:r>
          </a:p>
          <a:p>
            <a:pPr algn="just">
              <a:buFont typeface="Wingdings 2" panose="05020102010507070707" pitchFamily="18" charset="2"/>
              <a:buNone/>
            </a:pPr>
            <a:r>
              <a:rPr lang="en-US" altLang="en-US" sz="1500" b="0">
                <a:latin typeface="Comic Sans MS" panose="030F0702030302020204" pitchFamily="66" charset="0"/>
              </a:rPr>
              <a:t>This can be represented in the floating point format.</a:t>
            </a:r>
          </a:p>
          <a:p>
            <a:pPr algn="just">
              <a:buFont typeface="Wingdings 2" panose="05020102010507070707" pitchFamily="18" charset="2"/>
              <a:buNone/>
            </a:pPr>
            <a:r>
              <a:rPr lang="en-US" altLang="en-US" sz="1500" b="0">
                <a:solidFill>
                  <a:srgbClr val="FF0000"/>
                </a:solidFill>
                <a:latin typeface="Comic Sans MS" panose="030F0702030302020204" pitchFamily="66" charset="0"/>
              </a:rPr>
              <a:t>                           +1.111011000110*2</a:t>
            </a:r>
            <a:r>
              <a:rPr lang="en-US" altLang="en-US" sz="1500" b="0" baseline="30000">
                <a:solidFill>
                  <a:srgbClr val="FF0000"/>
                </a:solidFill>
                <a:latin typeface="Comic Sans MS" panose="030F0702030302020204" pitchFamily="66" charset="0"/>
              </a:rPr>
              <a:t>5  </a:t>
            </a:r>
            <a:r>
              <a:rPr lang="en-US" altLang="en-US" sz="1500" b="0">
                <a:solidFill>
                  <a:srgbClr val="FF0000"/>
                </a:solidFill>
                <a:latin typeface="Comic Sans MS" panose="030F0702030302020204" pitchFamily="66" charset="0"/>
              </a:rPr>
              <a:t>(</a:t>
            </a:r>
            <a:r>
              <a:rPr lang="en-US" altLang="en-US" sz="1500" b="0">
                <a:latin typeface="Comic Sans MS" panose="030F0702030302020204" pitchFamily="66" charset="0"/>
              </a:rPr>
              <a:t>Normalized form</a:t>
            </a:r>
            <a:r>
              <a:rPr lang="en-US" altLang="en-US" sz="1500" b="0">
                <a:solidFill>
                  <a:srgbClr val="FF0000"/>
                </a:solidFill>
                <a:latin typeface="Comic Sans MS" panose="030F0702030302020204" pitchFamily="66" charset="0"/>
              </a:rPr>
              <a:t>)</a:t>
            </a:r>
          </a:p>
          <a:p>
            <a:pPr algn="just">
              <a:buFont typeface="Wingdings 2" panose="05020102010507070707" pitchFamily="18" charset="2"/>
              <a:buNone/>
            </a:pPr>
            <a:endParaRPr lang="en-US" altLang="en-US" sz="1500" b="0">
              <a:solidFill>
                <a:srgbClr val="FF0000"/>
              </a:solidFill>
              <a:latin typeface="Comic Sans MS" panose="030F0702030302020204" pitchFamily="66" charset="0"/>
            </a:endParaRPr>
          </a:p>
          <a:p>
            <a:pPr algn="just">
              <a:buFont typeface="Wingdings 2" panose="05020102010507070707" pitchFamily="18" charset="2"/>
              <a:buNone/>
            </a:pPr>
            <a:r>
              <a:rPr lang="en-US" altLang="en-US" sz="1500" b="0">
                <a:solidFill>
                  <a:srgbClr val="FF0000"/>
                </a:solidFill>
                <a:latin typeface="Comic Sans MS" panose="030F0702030302020204" pitchFamily="66" charset="0"/>
              </a:rPr>
              <a:t>                        </a:t>
            </a:r>
            <a:r>
              <a:rPr lang="en-US" altLang="en-US" sz="1500" b="0">
                <a:latin typeface="Comic Sans MS" panose="030F0702030302020204" pitchFamily="66" charset="0"/>
              </a:rPr>
              <a:t>sign        =  0</a:t>
            </a:r>
          </a:p>
          <a:p>
            <a:pPr algn="just">
              <a:buFont typeface="Wingdings 2" panose="05020102010507070707" pitchFamily="18" charset="2"/>
              <a:buNone/>
            </a:pPr>
            <a:r>
              <a:rPr lang="en-US" altLang="en-US" sz="1500" b="0">
                <a:latin typeface="Comic Sans MS" panose="030F0702030302020204" pitchFamily="66" charset="0"/>
              </a:rPr>
              <a:t>                       mantissa  = 11101100110</a:t>
            </a:r>
          </a:p>
          <a:p>
            <a:pPr algn="just">
              <a:buFont typeface="Wingdings 2" panose="05020102010507070707" pitchFamily="18" charset="2"/>
              <a:buNone/>
            </a:pPr>
            <a:r>
              <a:rPr lang="en-US" altLang="en-US" sz="1500" b="0">
                <a:latin typeface="Comic Sans MS" panose="030F0702030302020204" pitchFamily="66" charset="0"/>
              </a:rPr>
              <a:t>                       Exponent =  5</a:t>
            </a:r>
          </a:p>
          <a:p>
            <a:pPr algn="just">
              <a:buFont typeface="Wingdings 2" panose="05020102010507070707" pitchFamily="18" charset="2"/>
              <a:buNone/>
            </a:pPr>
            <a:r>
              <a:rPr lang="en-US" altLang="en-US" b="0"/>
              <a:t>                    </a:t>
            </a:r>
          </a:p>
          <a:p>
            <a:pPr algn="just">
              <a:buFont typeface="Wingdings 2" panose="05020102010507070707" pitchFamily="18" charset="2"/>
              <a:buNone/>
            </a:pPr>
            <a:endParaRPr lang="en-US" altLang="en-US" b="0">
              <a:solidFill>
                <a:srgbClr val="FF0000"/>
              </a:solidFill>
            </a:endParaRPr>
          </a:p>
          <a:p>
            <a:pPr algn="just">
              <a:buFont typeface="Wingdings 2" panose="05020102010507070707" pitchFamily="18" charset="2"/>
              <a:buNone/>
            </a:pPr>
            <a:r>
              <a:rPr lang="en-US" altLang="en-US" b="0">
                <a:solidFill>
                  <a:srgbClr val="FF0000"/>
                </a:solidFill>
              </a:rPr>
              <a:t>                      </a:t>
            </a:r>
          </a:p>
          <a:p>
            <a:pPr algn="just">
              <a:buFont typeface="Wingdings 2" panose="05020102010507070707" pitchFamily="18" charset="2"/>
              <a:buNone/>
            </a:pPr>
            <a:endParaRPr lang="en-US" altLang="en-US" b="0">
              <a:solidFill>
                <a:srgbClr val="FF0000"/>
              </a:solidFill>
            </a:endParaRPr>
          </a:p>
          <a:p>
            <a:pPr algn="just">
              <a:buFont typeface="Wingdings 2" panose="05020102010507070707" pitchFamily="18" charset="2"/>
              <a:buNone/>
            </a:pPr>
            <a:endParaRPr lang="en-US" altLang="en-US" b="0">
              <a:solidFill>
                <a:srgbClr val="FF0000"/>
              </a:solidFill>
            </a:endParaRPr>
          </a:p>
        </p:txBody>
      </p:sp>
      <p:sp>
        <p:nvSpPr>
          <p:cNvPr id="79877" name="Slide Number Placeholder 5"/>
          <p:cNvSpPr>
            <a:spLocks noGrp="1"/>
          </p:cNvSpPr>
          <p:nvPr>
            <p:ph type="sldNum" sz="quarter" idx="4294967295"/>
          </p:nvPr>
        </p:nvSpPr>
        <p:spPr bwMode="auto">
          <a:xfrm>
            <a:off x="1252538" y="5514975"/>
            <a:ext cx="342900" cy="3429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557213" indent="-214313">
              <a:defRPr>
                <a:solidFill>
                  <a:schemeClr val="tx1"/>
                </a:solidFill>
                <a:latin typeface="Garamond" panose="02020404030301010803" pitchFamily="18" charset="0"/>
              </a:defRPr>
            </a:lvl2pPr>
            <a:lvl3pPr marL="857250" indent="-171450">
              <a:defRPr>
                <a:solidFill>
                  <a:schemeClr val="tx1"/>
                </a:solidFill>
                <a:latin typeface="Garamond" panose="02020404030301010803" pitchFamily="18" charset="0"/>
              </a:defRPr>
            </a:lvl3pPr>
            <a:lvl4pPr marL="1200150" indent="-171450">
              <a:defRPr>
                <a:solidFill>
                  <a:schemeClr val="tx1"/>
                </a:solidFill>
                <a:latin typeface="Garamond" panose="02020404030301010803" pitchFamily="18" charset="0"/>
              </a:defRPr>
            </a:lvl4pPr>
            <a:lvl5pPr marL="1543050" indent="-171450">
              <a:defRPr>
                <a:solidFill>
                  <a:schemeClr val="tx1"/>
                </a:solidFill>
                <a:latin typeface="Garamond" panose="02020404030301010803" pitchFamily="18" charset="0"/>
              </a:defRPr>
            </a:lvl5pPr>
            <a:lvl6pPr marL="1885950" indent="-171450" eaLnBrk="0" fontAlgn="base" hangingPunct="0">
              <a:spcBef>
                <a:spcPct val="0"/>
              </a:spcBef>
              <a:spcAft>
                <a:spcPct val="0"/>
              </a:spcAft>
              <a:defRPr>
                <a:solidFill>
                  <a:schemeClr val="tx1"/>
                </a:solidFill>
                <a:latin typeface="Garamond" panose="02020404030301010803" pitchFamily="18" charset="0"/>
              </a:defRPr>
            </a:lvl6pPr>
            <a:lvl7pPr marL="2228850" indent="-171450" eaLnBrk="0" fontAlgn="base" hangingPunct="0">
              <a:spcBef>
                <a:spcPct val="0"/>
              </a:spcBef>
              <a:spcAft>
                <a:spcPct val="0"/>
              </a:spcAft>
              <a:defRPr>
                <a:solidFill>
                  <a:schemeClr val="tx1"/>
                </a:solidFill>
                <a:latin typeface="Garamond" panose="02020404030301010803" pitchFamily="18" charset="0"/>
              </a:defRPr>
            </a:lvl7pPr>
            <a:lvl8pPr marL="2571750" indent="-171450" eaLnBrk="0" fontAlgn="base" hangingPunct="0">
              <a:spcBef>
                <a:spcPct val="0"/>
              </a:spcBef>
              <a:spcAft>
                <a:spcPct val="0"/>
              </a:spcAft>
              <a:defRPr>
                <a:solidFill>
                  <a:schemeClr val="tx1"/>
                </a:solidFill>
                <a:latin typeface="Garamond" panose="02020404030301010803" pitchFamily="18" charset="0"/>
              </a:defRPr>
            </a:lvl8pPr>
            <a:lvl9pPr marL="2914650" indent="-171450" eaLnBrk="0" fontAlgn="base" hangingPunct="0">
              <a:spcBef>
                <a:spcPct val="0"/>
              </a:spcBef>
              <a:spcAft>
                <a:spcPct val="0"/>
              </a:spcAft>
              <a:defRPr>
                <a:solidFill>
                  <a:schemeClr val="tx1"/>
                </a:solidFill>
                <a:latin typeface="Garamond" panose="02020404030301010803" pitchFamily="18" charset="0"/>
              </a:defRPr>
            </a:lvl9pPr>
          </a:lstStyle>
          <a:p>
            <a:fld id="{B470129F-5AE0-49EC-848F-83DF9AF18CD2}" type="slidenum">
              <a:rPr lang="en-US" altLang="en-US" smtClean="0">
                <a:solidFill>
                  <a:srgbClr val="FFFFFF"/>
                </a:solidFill>
                <a:latin typeface="Franklin Gothic Book" panose="020B0503020102020204" pitchFamily="34" charset="0"/>
              </a:rPr>
              <a:pPr/>
              <a:t>53</a:t>
            </a:fld>
            <a:endParaRPr lang="en-US" altLang="en-US">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34752764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756" y="533400"/>
            <a:ext cx="6899325" cy="292259"/>
          </a:xfrm>
        </p:spPr>
        <p:txBody>
          <a:bodyPr/>
          <a:lstStyle/>
          <a:p>
            <a:r>
              <a:rPr lang="en-US">
                <a:solidFill>
                  <a:srgbClr val="FF0000"/>
                </a:solidFill>
              </a:rPr>
              <a:t>NEED FOR A STANDARD FOR FLOATING REPRESENTATION</a:t>
            </a:r>
          </a:p>
        </p:txBody>
      </p:sp>
      <p:sp>
        <p:nvSpPr>
          <p:cNvPr id="3" name="Content Placeholder 2"/>
          <p:cNvSpPr>
            <a:spLocks noGrp="1"/>
          </p:cNvSpPr>
          <p:nvPr>
            <p:ph idx="1"/>
          </p:nvPr>
        </p:nvSpPr>
        <p:spPr>
          <a:xfrm>
            <a:off x="529721" y="1219200"/>
            <a:ext cx="8024884" cy="4287520"/>
          </a:xfrm>
        </p:spPr>
        <p:txBody>
          <a:bodyPr/>
          <a:lstStyle/>
          <a:p>
            <a:pPr algn="just"/>
            <a:r>
              <a:rPr lang="en-US" sz="1600" b="0">
                <a:latin typeface="Comic Sans MS" panose="030F0702030302020204" pitchFamily="66" charset="0"/>
              </a:rPr>
              <a:t>Data/ Instructions is a series of 0s and 1s. </a:t>
            </a:r>
          </a:p>
          <a:p>
            <a:pPr algn="just"/>
            <a:r>
              <a:rPr lang="en-US" sz="1600" b="0">
                <a:latin typeface="Comic Sans MS" panose="030F0702030302020204" pitchFamily="66" charset="0"/>
              </a:rPr>
              <a:t>To enable the processor to understand instructions have a word length.</a:t>
            </a:r>
          </a:p>
          <a:p>
            <a:pPr algn="just"/>
            <a:r>
              <a:rPr lang="en-US" sz="1600" b="0">
                <a:latin typeface="Comic Sans MS" panose="030F0702030302020204" pitchFamily="66" charset="0"/>
              </a:rPr>
              <a:t>Characters are also of fixed size (8 bits)</a:t>
            </a:r>
          </a:p>
          <a:p>
            <a:pPr algn="just"/>
            <a:r>
              <a:rPr lang="en-US" sz="1600" b="0">
                <a:latin typeface="Comic Sans MS" panose="030F0702030302020204" pitchFamily="66" charset="0"/>
              </a:rPr>
              <a:t>Similarly a floating point number also has to be of fixed size.</a:t>
            </a:r>
          </a:p>
          <a:p>
            <a:pPr algn="just"/>
            <a:r>
              <a:rPr lang="en-US" sz="1600" b="0">
                <a:latin typeface="Comic Sans MS" panose="030F0702030302020204" pitchFamily="66" charset="0"/>
              </a:rPr>
              <a:t>A floating point number has 3 components Sign, Magnitude and Exponents. Not only a floating point number also has to be of fixed </a:t>
            </a:r>
            <a:r>
              <a:rPr lang="en-US" sz="1600" b="0" err="1">
                <a:latin typeface="Comic Sans MS" panose="030F0702030302020204" pitchFamily="66" charset="0"/>
              </a:rPr>
              <a:t>size,the</a:t>
            </a:r>
            <a:r>
              <a:rPr lang="en-US" sz="1600" b="0">
                <a:latin typeface="Comic Sans MS" panose="030F0702030302020204" pitchFamily="66" charset="0"/>
              </a:rPr>
              <a:t> number of bits for each of these components also has to be fixed to be interpreted properly.</a:t>
            </a:r>
          </a:p>
          <a:p>
            <a:pPr algn="just"/>
            <a:r>
              <a:rPr lang="en-US" sz="1600" b="0">
                <a:latin typeface="Comic Sans MS" panose="030F0702030302020204" pitchFamily="66" charset="0"/>
              </a:rPr>
              <a:t>Consider a number A= 237.6867 it is represented in two ways</a:t>
            </a:r>
          </a:p>
          <a:p>
            <a:pPr algn="just"/>
            <a:r>
              <a:rPr lang="en-US" sz="1600" b="0">
                <a:latin typeface="Comic Sans MS" panose="030F0702030302020204" pitchFamily="66" charset="0"/>
              </a:rPr>
              <a:t>  B= 2.376 *10</a:t>
            </a:r>
            <a:r>
              <a:rPr lang="en-US" sz="1600" b="0" baseline="30000">
                <a:latin typeface="Comic Sans MS" panose="030F0702030302020204" pitchFamily="66" charset="0"/>
              </a:rPr>
              <a:t>2     </a:t>
            </a:r>
            <a:r>
              <a:rPr lang="en-US" sz="1600" b="0">
                <a:latin typeface="Comic Sans MS" panose="030F0702030302020204" pitchFamily="66" charset="0"/>
              </a:rPr>
              <a:t>C=2.376867*10</a:t>
            </a:r>
            <a:r>
              <a:rPr lang="en-US" sz="1600" b="0" baseline="30000">
                <a:latin typeface="Comic Sans MS" panose="030F0702030302020204" pitchFamily="66" charset="0"/>
              </a:rPr>
              <a:t>2  </a:t>
            </a:r>
          </a:p>
          <a:p>
            <a:pPr marL="0" indent="0" algn="just">
              <a:buNone/>
            </a:pPr>
            <a:r>
              <a:rPr lang="en-US" sz="1600" b="0">
                <a:latin typeface="Comic Sans MS" panose="030F0702030302020204" pitchFamily="66" charset="0"/>
              </a:rPr>
              <a:t>C is a more precise representation of A however it requires more digits.</a:t>
            </a:r>
          </a:p>
          <a:p>
            <a:pPr marL="0" indent="0" algn="just">
              <a:buNone/>
            </a:pPr>
            <a:endParaRPr lang="en-US" sz="1600" b="0" baseline="30000">
              <a:latin typeface="Comic Sans MS" panose="030F0702030302020204" pitchFamily="66" charset="0"/>
            </a:endParaRPr>
          </a:p>
          <a:p>
            <a:pPr marL="0" indent="0" algn="just">
              <a:buNone/>
            </a:pPr>
            <a:endParaRPr lang="en-US" sz="1600" b="0">
              <a:latin typeface="Comic Sans MS" panose="030F0702030302020204" pitchFamily="66" charset="0"/>
            </a:endParaRPr>
          </a:p>
          <a:p>
            <a:pPr algn="just"/>
            <a:endParaRPr lang="en-US" sz="1600" b="0">
              <a:latin typeface="Comic Sans MS" panose="030F0702030302020204" pitchFamily="66" charset="0"/>
            </a:endParaRPr>
          </a:p>
          <a:p>
            <a:pPr algn="just"/>
            <a:endParaRPr lang="en-US" sz="1600" b="0">
              <a:latin typeface="Comic Sans MS" panose="030F0702030302020204" pitchFamily="66" charset="0"/>
            </a:endParaRPr>
          </a:p>
        </p:txBody>
      </p:sp>
    </p:spTree>
    <p:extLst>
      <p:ext uri="{BB962C8B-B14F-4D97-AF65-F5344CB8AC3E}">
        <p14:creationId xmlns:p14="http://schemas.microsoft.com/office/powerpoint/2010/main" val="33262823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219200"/>
            <a:ext cx="7848600" cy="2957128"/>
          </a:xfrm>
        </p:spPr>
        <p:txBody>
          <a:bodyPr/>
          <a:lstStyle/>
          <a:p>
            <a:pPr algn="just"/>
            <a:r>
              <a:rPr lang="en-US" b="0"/>
              <a:t>Similarly consider a binary number A=</a:t>
            </a:r>
            <a:r>
              <a:rPr lang="en-US" altLang="en-US" b="0">
                <a:latin typeface="Comic Sans MS" panose="030F0702030302020204" pitchFamily="66" charset="0"/>
              </a:rPr>
              <a:t>+111101.1000110. It can be represented as B= +1.11*2</a:t>
            </a:r>
            <a:r>
              <a:rPr lang="en-US" altLang="en-US" b="0" baseline="30000">
                <a:latin typeface="Comic Sans MS" panose="030F0702030302020204" pitchFamily="66" charset="0"/>
              </a:rPr>
              <a:t>5  </a:t>
            </a:r>
            <a:r>
              <a:rPr lang="en-US" altLang="en-US" b="0">
                <a:latin typeface="Comic Sans MS" panose="030F0702030302020204" pitchFamily="66" charset="0"/>
              </a:rPr>
              <a:t>C= +1.111011000110*2</a:t>
            </a:r>
            <a:r>
              <a:rPr lang="en-US" altLang="en-US" b="0" baseline="30000">
                <a:latin typeface="Comic Sans MS" panose="030F0702030302020204" pitchFamily="66" charset="0"/>
              </a:rPr>
              <a:t>5 </a:t>
            </a:r>
          </a:p>
          <a:p>
            <a:pPr marL="0" indent="0" algn="just">
              <a:buNone/>
            </a:pPr>
            <a:r>
              <a:rPr lang="en-US" b="0" baseline="30000">
                <a:latin typeface="Comic Sans MS" panose="030F0702030302020204" pitchFamily="66" charset="0"/>
              </a:rPr>
              <a:t> </a:t>
            </a:r>
            <a:r>
              <a:rPr lang="en-US" b="0">
                <a:latin typeface="Comic Sans MS" panose="030F0702030302020204" pitchFamily="66" charset="0"/>
              </a:rPr>
              <a:t> C is a more precise representation of A. However it requires more bits. </a:t>
            </a:r>
            <a:endParaRPr lang="en-US" b="0"/>
          </a:p>
          <a:p>
            <a:pPr algn="just"/>
            <a:r>
              <a:rPr lang="en-US" b="0"/>
              <a:t>IEEE came up with two Standards for Floating point representation. Single precision ( 32 bit) and double precision (64 bit)</a:t>
            </a:r>
          </a:p>
          <a:p>
            <a:pPr algn="just"/>
            <a:r>
              <a:rPr lang="en-US" b="0"/>
              <a:t>Simple applications require less precision hence Single precision is sufficient Ex Cost of grocery item. Scientific applications require high precision Ex diameter of cell. Diameter of the galaxy hence double precision.</a:t>
            </a:r>
          </a:p>
        </p:txBody>
      </p:sp>
    </p:spTree>
    <p:extLst>
      <p:ext uri="{BB962C8B-B14F-4D97-AF65-F5344CB8AC3E}">
        <p14:creationId xmlns:p14="http://schemas.microsoft.com/office/powerpoint/2010/main" val="6628460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4692" y="457200"/>
            <a:ext cx="6056145" cy="332463"/>
          </a:xfrm>
        </p:spPr>
        <p:txBody>
          <a:bodyPr/>
          <a:lstStyle/>
          <a:p>
            <a:pPr eaLnBrk="1" fontAlgn="auto" hangingPunct="1">
              <a:spcAft>
                <a:spcPts val="0"/>
              </a:spcAft>
              <a:defRPr/>
            </a:pPr>
            <a:r>
              <a:rPr lang="en-US">
                <a:solidFill>
                  <a:schemeClr val="accent1">
                    <a:satMod val="150000"/>
                  </a:schemeClr>
                </a:solidFill>
                <a:latin typeface="Comic Sans MS" pitchFamily="66" charset="0"/>
              </a:rPr>
              <a:t>I</a:t>
            </a:r>
            <a:r>
              <a:rPr lang="en-US" sz="2100">
                <a:solidFill>
                  <a:schemeClr val="accent1">
                    <a:satMod val="150000"/>
                  </a:schemeClr>
                </a:solidFill>
                <a:latin typeface="Comic Sans MS" pitchFamily="66" charset="0"/>
              </a:rPr>
              <a:t>EEE Standards For Floating- Point Numbers</a:t>
            </a:r>
          </a:p>
        </p:txBody>
      </p:sp>
      <p:sp>
        <p:nvSpPr>
          <p:cNvPr id="80899" name="Content Placeholder 2"/>
          <p:cNvSpPr>
            <a:spLocks noGrp="1"/>
          </p:cNvSpPr>
          <p:nvPr>
            <p:ph idx="1"/>
          </p:nvPr>
        </p:nvSpPr>
        <p:spPr>
          <a:xfrm>
            <a:off x="644692" y="1243695"/>
            <a:ext cx="7848600" cy="4557145"/>
          </a:xfrm>
        </p:spPr>
        <p:txBody>
          <a:bodyPr/>
          <a:lstStyle/>
          <a:p>
            <a:pPr eaLnBrk="1" hangingPunct="1">
              <a:buFont typeface="Wingdings 2" panose="05020102010507070707" pitchFamily="18" charset="2"/>
              <a:buNone/>
            </a:pPr>
            <a:r>
              <a:rPr lang="en-US" altLang="en-US" sz="1600" b="0" u="sng">
                <a:solidFill>
                  <a:srgbClr val="FF0000"/>
                </a:solidFill>
                <a:latin typeface="Comic Sans MS" panose="030F0702030302020204" pitchFamily="66" charset="0"/>
              </a:rPr>
              <a:t>Single Precision Representation</a:t>
            </a:r>
            <a:r>
              <a:rPr lang="en-US" altLang="en-US" sz="1600" b="0" u="sng">
                <a:latin typeface="Comic Sans MS" panose="030F0702030302020204" pitchFamily="66" charset="0"/>
              </a:rPr>
              <a:t>:</a:t>
            </a:r>
          </a:p>
          <a:p>
            <a:pPr eaLnBrk="1" hangingPunct="1">
              <a:buFont typeface="Wingdings 2" panose="05020102010507070707" pitchFamily="18" charset="2"/>
              <a:buNone/>
            </a:pPr>
            <a:endParaRPr lang="en-US" altLang="en-US" sz="1600" b="0" u="sng">
              <a:latin typeface="Comic Sans MS" panose="030F0702030302020204" pitchFamily="66" charset="0"/>
            </a:endParaRPr>
          </a:p>
          <a:p>
            <a:pPr eaLnBrk="1" hangingPunct="1"/>
            <a:r>
              <a:rPr lang="en-US" altLang="en-US" sz="1600" b="0">
                <a:latin typeface="Comic Sans MS" panose="030F0702030302020204" pitchFamily="66" charset="0"/>
              </a:rPr>
              <a:t>The 32-bit standard representation of floating point numbers is called a Single-Precision representation.</a:t>
            </a:r>
          </a:p>
          <a:p>
            <a:pPr eaLnBrk="1" hangingPunct="1"/>
            <a:r>
              <a:rPr lang="en-US" altLang="en-US" sz="1600" b="0">
                <a:latin typeface="Comic Sans MS" panose="030F0702030302020204" pitchFamily="66" charset="0"/>
              </a:rPr>
              <a:t>To represent a number we have seen we require Sign, Mantissa and exponent</a:t>
            </a:r>
          </a:p>
          <a:p>
            <a:pPr eaLnBrk="1" hangingPunct="1"/>
            <a:r>
              <a:rPr lang="en-US" altLang="en-US" sz="1600" b="0">
                <a:latin typeface="Comic Sans MS" panose="030F0702030302020204" pitchFamily="66" charset="0"/>
              </a:rPr>
              <a:t>In Single precision a number is represented with</a:t>
            </a:r>
          </a:p>
          <a:p>
            <a:pPr eaLnBrk="1" hangingPunct="1"/>
            <a:r>
              <a:rPr lang="en-US" altLang="en-US" sz="1600" b="0">
                <a:latin typeface="Comic Sans MS" panose="030F0702030302020204" pitchFamily="66" charset="0"/>
              </a:rPr>
              <a:t>1 bit for Sign</a:t>
            </a:r>
          </a:p>
          <a:p>
            <a:pPr eaLnBrk="1" hangingPunct="1"/>
            <a:r>
              <a:rPr lang="en-US" altLang="en-US" sz="1600" b="0">
                <a:latin typeface="Comic Sans MS" panose="030F0702030302020204" pitchFamily="66" charset="0"/>
              </a:rPr>
              <a:t>8 bits for Exponent</a:t>
            </a:r>
          </a:p>
          <a:p>
            <a:pPr eaLnBrk="1" hangingPunct="1"/>
            <a:r>
              <a:rPr lang="en-US" altLang="en-US" sz="1600" b="0">
                <a:latin typeface="Comic Sans MS" panose="030F0702030302020204" pitchFamily="66" charset="0"/>
              </a:rPr>
              <a:t>23 bits for Mantissa</a:t>
            </a:r>
          </a:p>
          <a:p>
            <a:pPr marL="0" indent="0" eaLnBrk="1" hangingPunct="1">
              <a:buNone/>
            </a:pPr>
            <a:endParaRPr lang="en-US" altLang="en-US" sz="1600" b="0">
              <a:latin typeface="Comic Sans MS" panose="030F0702030302020204" pitchFamily="66" charset="0"/>
            </a:endParaRPr>
          </a:p>
          <a:p>
            <a:pPr marL="0" indent="0" eaLnBrk="1" hangingPunct="1">
              <a:buNone/>
            </a:pPr>
            <a:r>
              <a:rPr lang="en-US" altLang="en-US" sz="1600" b="0">
                <a:latin typeface="Comic Sans MS" panose="030F0702030302020204" pitchFamily="66" charset="0"/>
              </a:rPr>
              <a:t>Consider a number 10011101011.001 this will be represented as </a:t>
            </a:r>
          </a:p>
          <a:p>
            <a:pPr marL="0" indent="0" eaLnBrk="1" hangingPunct="1">
              <a:buNone/>
            </a:pPr>
            <a:r>
              <a:rPr lang="en-US" altLang="en-US" sz="1600" b="0">
                <a:latin typeface="Comic Sans MS" panose="030F0702030302020204" pitchFamily="66" charset="0"/>
              </a:rPr>
              <a:t> 0  10001001  00111010110010000000000</a:t>
            </a:r>
          </a:p>
          <a:p>
            <a:pPr marL="0" indent="0" eaLnBrk="1" hangingPunct="1">
              <a:buNone/>
            </a:pPr>
            <a:r>
              <a:rPr lang="en-US" altLang="en-US" sz="1600" b="0">
                <a:latin typeface="Comic Sans MS" panose="030F0702030302020204" pitchFamily="66" charset="0"/>
              </a:rPr>
              <a:t> S      E                 M</a:t>
            </a:r>
          </a:p>
          <a:p>
            <a:pPr eaLnBrk="1" hangingPunct="1">
              <a:buFont typeface="Wingdings 2" panose="05020102010507070707" pitchFamily="18" charset="2"/>
              <a:buNone/>
            </a:pPr>
            <a:r>
              <a:rPr lang="en-US" altLang="en-US" sz="1600" b="0">
                <a:latin typeface="Comic Sans MS" panose="030F0702030302020204" pitchFamily="66" charset="0"/>
              </a:rPr>
              <a:t> </a:t>
            </a:r>
          </a:p>
        </p:txBody>
      </p:sp>
      <p:sp>
        <p:nvSpPr>
          <p:cNvPr id="80902" name="Slide Number Placeholder 5"/>
          <p:cNvSpPr>
            <a:spLocks noGrp="1"/>
          </p:cNvSpPr>
          <p:nvPr>
            <p:ph type="sldNum" sz="quarter" idx="4294967295"/>
          </p:nvPr>
        </p:nvSpPr>
        <p:spPr bwMode="auto">
          <a:xfrm>
            <a:off x="1252538" y="5514975"/>
            <a:ext cx="342900" cy="3429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557213" indent="-214313">
              <a:defRPr>
                <a:solidFill>
                  <a:schemeClr val="tx1"/>
                </a:solidFill>
                <a:latin typeface="Garamond" panose="02020404030301010803" pitchFamily="18" charset="0"/>
              </a:defRPr>
            </a:lvl2pPr>
            <a:lvl3pPr marL="857250" indent="-171450">
              <a:defRPr>
                <a:solidFill>
                  <a:schemeClr val="tx1"/>
                </a:solidFill>
                <a:latin typeface="Garamond" panose="02020404030301010803" pitchFamily="18" charset="0"/>
              </a:defRPr>
            </a:lvl3pPr>
            <a:lvl4pPr marL="1200150" indent="-171450">
              <a:defRPr>
                <a:solidFill>
                  <a:schemeClr val="tx1"/>
                </a:solidFill>
                <a:latin typeface="Garamond" panose="02020404030301010803" pitchFamily="18" charset="0"/>
              </a:defRPr>
            </a:lvl4pPr>
            <a:lvl5pPr marL="1543050" indent="-171450">
              <a:defRPr>
                <a:solidFill>
                  <a:schemeClr val="tx1"/>
                </a:solidFill>
                <a:latin typeface="Garamond" panose="02020404030301010803" pitchFamily="18" charset="0"/>
              </a:defRPr>
            </a:lvl5pPr>
            <a:lvl6pPr marL="1885950" indent="-171450" eaLnBrk="0" fontAlgn="base" hangingPunct="0">
              <a:spcBef>
                <a:spcPct val="0"/>
              </a:spcBef>
              <a:spcAft>
                <a:spcPct val="0"/>
              </a:spcAft>
              <a:defRPr>
                <a:solidFill>
                  <a:schemeClr val="tx1"/>
                </a:solidFill>
                <a:latin typeface="Garamond" panose="02020404030301010803" pitchFamily="18" charset="0"/>
              </a:defRPr>
            </a:lvl6pPr>
            <a:lvl7pPr marL="2228850" indent="-171450" eaLnBrk="0" fontAlgn="base" hangingPunct="0">
              <a:spcBef>
                <a:spcPct val="0"/>
              </a:spcBef>
              <a:spcAft>
                <a:spcPct val="0"/>
              </a:spcAft>
              <a:defRPr>
                <a:solidFill>
                  <a:schemeClr val="tx1"/>
                </a:solidFill>
                <a:latin typeface="Garamond" panose="02020404030301010803" pitchFamily="18" charset="0"/>
              </a:defRPr>
            </a:lvl7pPr>
            <a:lvl8pPr marL="2571750" indent="-171450" eaLnBrk="0" fontAlgn="base" hangingPunct="0">
              <a:spcBef>
                <a:spcPct val="0"/>
              </a:spcBef>
              <a:spcAft>
                <a:spcPct val="0"/>
              </a:spcAft>
              <a:defRPr>
                <a:solidFill>
                  <a:schemeClr val="tx1"/>
                </a:solidFill>
                <a:latin typeface="Garamond" panose="02020404030301010803" pitchFamily="18" charset="0"/>
              </a:defRPr>
            </a:lvl8pPr>
            <a:lvl9pPr marL="2914650" indent="-171450" eaLnBrk="0" fontAlgn="base" hangingPunct="0">
              <a:spcBef>
                <a:spcPct val="0"/>
              </a:spcBef>
              <a:spcAft>
                <a:spcPct val="0"/>
              </a:spcAft>
              <a:defRPr>
                <a:solidFill>
                  <a:schemeClr val="tx1"/>
                </a:solidFill>
                <a:latin typeface="Garamond" panose="02020404030301010803" pitchFamily="18" charset="0"/>
              </a:defRPr>
            </a:lvl9pPr>
          </a:lstStyle>
          <a:p>
            <a:fld id="{DB4CC0CE-6199-4069-AA9A-9E649C31A79C}" type="slidenum">
              <a:rPr lang="en-US" altLang="en-US" smtClean="0">
                <a:solidFill>
                  <a:srgbClr val="FFFFFF"/>
                </a:solidFill>
                <a:latin typeface="Franklin Gothic Book" panose="020B0503020102020204" pitchFamily="34" charset="0"/>
              </a:rPr>
              <a:pPr/>
              <a:t>56</a:t>
            </a:fld>
            <a:endParaRPr lang="en-US" altLang="en-US">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6545226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297391"/>
            <a:ext cx="7848600" cy="2794226"/>
          </a:xfrm>
        </p:spPr>
        <p:txBody>
          <a:bodyPr/>
          <a:lstStyle/>
          <a:p>
            <a:pPr algn="just" eaLnBrk="1" hangingPunct="1">
              <a:buFont typeface="Wingdings 2" panose="05020102010507070707" pitchFamily="18" charset="2"/>
              <a:buNone/>
            </a:pPr>
            <a:r>
              <a:rPr lang="en-US" altLang="en-US" b="0">
                <a:solidFill>
                  <a:srgbClr val="FF0000"/>
                </a:solidFill>
                <a:latin typeface="Comic Sans MS" panose="030F0702030302020204" pitchFamily="66" charset="0"/>
              </a:rPr>
              <a:t>Sign:</a:t>
            </a:r>
          </a:p>
          <a:p>
            <a:pPr algn="just" eaLnBrk="1" hangingPunct="1"/>
            <a:r>
              <a:rPr lang="en-US" altLang="en-US" b="0">
                <a:latin typeface="Comic Sans MS" panose="030F0702030302020204" pitchFamily="66" charset="0"/>
              </a:rPr>
              <a:t>The sign of the number is given in the first bit.</a:t>
            </a:r>
          </a:p>
          <a:p>
            <a:pPr algn="just" eaLnBrk="1" hangingPunct="1"/>
            <a:r>
              <a:rPr lang="en-US" altLang="en-US" b="0">
                <a:latin typeface="Comic Sans MS" panose="030F0702030302020204" pitchFamily="66" charset="0"/>
              </a:rPr>
              <a:t>A number is either positive or negative. Hence to represent positive or negative numbers one bit is sufficient. Since one bit can hold 2 values</a:t>
            </a:r>
          </a:p>
          <a:p>
            <a:pPr algn="just" eaLnBrk="1" hangingPunct="1"/>
            <a:r>
              <a:rPr lang="en-US" altLang="en-US" b="0">
                <a:latin typeface="Comic Sans MS" panose="030F0702030302020204" pitchFamily="66" charset="0"/>
              </a:rPr>
              <a:t>For positive numbers the sign bit is 0 and for negative numbers it is 1.</a:t>
            </a:r>
            <a:endParaRPr lang="en-US" altLang="en-US" b="0">
              <a:solidFill>
                <a:srgbClr val="FF0000"/>
              </a:solidFill>
              <a:latin typeface="Comic Sans MS" panose="030F0702030302020204" pitchFamily="66" charset="0"/>
            </a:endParaRPr>
          </a:p>
          <a:p>
            <a:pPr algn="just" eaLnBrk="1" hangingPunct="1">
              <a:buFont typeface="Wingdings 2" panose="05020102010507070707" pitchFamily="18" charset="2"/>
              <a:buNone/>
            </a:pPr>
            <a:endParaRPr lang="en-US" altLang="en-US" b="0">
              <a:solidFill>
                <a:srgbClr val="FF0000"/>
              </a:solidFill>
              <a:latin typeface="Comic Sans MS" panose="030F0702030302020204" pitchFamily="66" charset="0"/>
            </a:endParaRPr>
          </a:p>
          <a:p>
            <a:pPr algn="just" eaLnBrk="1" hangingPunct="1">
              <a:buFont typeface="Wingdings 2" panose="05020102010507070707" pitchFamily="18" charset="2"/>
              <a:buNone/>
            </a:pPr>
            <a:endParaRPr lang="en-US" altLang="en-US" b="0">
              <a:latin typeface="Comic Sans MS" panose="030F0702030302020204" pitchFamily="66" charset="0"/>
            </a:endParaRPr>
          </a:p>
          <a:p>
            <a:pPr algn="just"/>
            <a:endParaRPr lang="en-US" b="0"/>
          </a:p>
        </p:txBody>
      </p:sp>
    </p:spTree>
    <p:extLst>
      <p:ext uri="{BB962C8B-B14F-4D97-AF65-F5344CB8AC3E}">
        <p14:creationId xmlns:p14="http://schemas.microsoft.com/office/powerpoint/2010/main" val="4118144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714500"/>
            <a:ext cx="7848600" cy="2780762"/>
          </a:xfrm>
        </p:spPr>
        <p:txBody>
          <a:bodyPr/>
          <a:lstStyle/>
          <a:p>
            <a:pPr eaLnBrk="1" hangingPunct="1">
              <a:buFont typeface="Wingdings 2" panose="05020102010507070707" pitchFamily="18" charset="2"/>
              <a:buNone/>
            </a:pPr>
            <a:r>
              <a:rPr lang="en-US" altLang="en-US" b="0">
                <a:latin typeface="Comic Sans MS" panose="030F0702030302020204" pitchFamily="66" charset="0"/>
              </a:rPr>
              <a:t>Exponent:</a:t>
            </a:r>
          </a:p>
          <a:p>
            <a:pPr eaLnBrk="1" hangingPunct="1"/>
            <a:r>
              <a:rPr lang="en-US" altLang="en-US" b="0">
                <a:latin typeface="Comic Sans MS" panose="030F0702030302020204" pitchFamily="66" charset="0"/>
              </a:rPr>
              <a:t>Exponent field contains the representation for the exponent. However exponent can be positive or negative </a:t>
            </a:r>
          </a:p>
          <a:p>
            <a:pPr>
              <a:buFont typeface="Wingdings 2" panose="05020102010507070707" pitchFamily="18" charset="2"/>
              <a:buNone/>
            </a:pPr>
            <a:r>
              <a:rPr lang="en-US" altLang="en-US" b="0">
                <a:latin typeface="Comic Sans MS" panose="030F0702030302020204" pitchFamily="66" charset="0"/>
              </a:rPr>
              <a:t>For example +111101.1000110 is represented as</a:t>
            </a:r>
          </a:p>
          <a:p>
            <a:pPr>
              <a:buFont typeface="Wingdings 2" panose="05020102010507070707" pitchFamily="18" charset="2"/>
              <a:buNone/>
            </a:pPr>
            <a:r>
              <a:rPr lang="en-US" altLang="en-US" b="0">
                <a:latin typeface="Comic Sans MS" panose="030F0702030302020204" pitchFamily="66" charset="0"/>
              </a:rPr>
              <a:t>+1.111011000110*2</a:t>
            </a:r>
            <a:r>
              <a:rPr lang="en-US" altLang="en-US" b="0" baseline="30000">
                <a:latin typeface="Comic Sans MS" panose="030F0702030302020204" pitchFamily="66" charset="0"/>
              </a:rPr>
              <a:t>5  </a:t>
            </a:r>
            <a:r>
              <a:rPr lang="en-US" altLang="en-US" b="0">
                <a:latin typeface="Comic Sans MS" panose="030F0702030302020204" pitchFamily="66" charset="0"/>
              </a:rPr>
              <a:t>then Exponent =  +5</a:t>
            </a:r>
          </a:p>
          <a:p>
            <a:pPr>
              <a:buFont typeface="Wingdings 2" panose="05020102010507070707" pitchFamily="18" charset="2"/>
              <a:buNone/>
            </a:pPr>
            <a:r>
              <a:rPr lang="en-US" altLang="en-US" b="0">
                <a:latin typeface="Comic Sans MS" panose="030F0702030302020204" pitchFamily="66" charset="0"/>
              </a:rPr>
              <a:t> +100000111011000110 is represented as</a:t>
            </a:r>
          </a:p>
          <a:p>
            <a:pPr>
              <a:buFont typeface="Wingdings 2" panose="05020102010507070707" pitchFamily="18" charset="2"/>
              <a:buNone/>
            </a:pPr>
            <a:r>
              <a:rPr lang="en-US" altLang="en-US" b="0">
                <a:latin typeface="Comic Sans MS" panose="030F0702030302020204" pitchFamily="66" charset="0"/>
              </a:rPr>
              <a:t>+1.111011000110*</a:t>
            </a:r>
            <a:r>
              <a:rPr lang="en-US" b="0"/>
              <a:t>2</a:t>
            </a:r>
            <a:r>
              <a:rPr lang="en-US" b="0" baseline="30000"/>
              <a:t>-5</a:t>
            </a:r>
            <a:r>
              <a:rPr lang="en-US" altLang="en-US" b="0" baseline="30000">
                <a:latin typeface="Comic Sans MS" panose="030F0702030302020204" pitchFamily="66" charset="0"/>
              </a:rPr>
              <a:t>  </a:t>
            </a:r>
            <a:r>
              <a:rPr lang="en-US" altLang="en-US" b="0">
                <a:latin typeface="Comic Sans MS" panose="030F0702030302020204" pitchFamily="66" charset="0"/>
              </a:rPr>
              <a:t>then Exponent =  -5</a:t>
            </a:r>
          </a:p>
          <a:p>
            <a:pPr>
              <a:buFont typeface="Wingdings 2" panose="05020102010507070707" pitchFamily="18" charset="2"/>
              <a:buNone/>
            </a:pPr>
            <a:endParaRPr lang="en-US" b="0"/>
          </a:p>
        </p:txBody>
      </p:sp>
    </p:spTree>
    <p:extLst>
      <p:ext uri="{BB962C8B-B14F-4D97-AF65-F5344CB8AC3E}">
        <p14:creationId xmlns:p14="http://schemas.microsoft.com/office/powerpoint/2010/main" val="15367824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1" y="393702"/>
            <a:ext cx="128305" cy="292259"/>
          </a:xfrm>
        </p:spPr>
        <p:txBody>
          <a:bodyPr/>
          <a:lstStyle/>
          <a:p>
            <a:endParaRPr lang="en-US"/>
          </a:p>
        </p:txBody>
      </p:sp>
      <p:sp>
        <p:nvSpPr>
          <p:cNvPr id="3" name="Content Placeholder 2"/>
          <p:cNvSpPr>
            <a:spLocks noGrp="1"/>
          </p:cNvSpPr>
          <p:nvPr>
            <p:ph idx="1"/>
          </p:nvPr>
        </p:nvSpPr>
        <p:spPr>
          <a:xfrm>
            <a:off x="685800" y="1219200"/>
            <a:ext cx="7848600" cy="3989554"/>
          </a:xfrm>
        </p:spPr>
        <p:txBody>
          <a:bodyPr/>
          <a:lstStyle/>
          <a:p>
            <a:pPr algn="just">
              <a:buFont typeface="Wingdings 2" panose="05020102010507070707" pitchFamily="18" charset="2"/>
              <a:buNone/>
            </a:pPr>
            <a:r>
              <a:rPr lang="en-US" altLang="en-US" dirty="0">
                <a:latin typeface="Comic Sans MS" panose="030F0702030302020204" pitchFamily="66" charset="0"/>
              </a:rPr>
              <a:t>Single precision uses 8 bits for exponent.</a:t>
            </a:r>
          </a:p>
          <a:p>
            <a:pPr algn="just">
              <a:buFont typeface="Wingdings 2" panose="05020102010507070707" pitchFamily="18" charset="2"/>
              <a:buNone/>
            </a:pPr>
            <a:r>
              <a:rPr lang="en-US" altLang="en-US" b="0" dirty="0">
                <a:latin typeface="Comic Sans MS" panose="030F0702030302020204" pitchFamily="66" charset="0"/>
              </a:rPr>
              <a:t>Those with 8 bits the maximum range is </a:t>
            </a:r>
            <a:r>
              <a:rPr lang="en-US" b="0" dirty="0"/>
              <a:t>2</a:t>
            </a:r>
            <a:r>
              <a:rPr lang="en-US" b="0" baseline="30000" dirty="0"/>
              <a:t>8</a:t>
            </a:r>
            <a:r>
              <a:rPr lang="en-US" b="0" dirty="0"/>
              <a:t> which is 256</a:t>
            </a:r>
          </a:p>
          <a:p>
            <a:pPr algn="just"/>
            <a:r>
              <a:rPr lang="en-US" altLang="en-US" b="0" dirty="0">
                <a:latin typeface="Comic Sans MS" panose="030F0702030302020204" pitchFamily="66" charset="0"/>
              </a:rPr>
              <a:t>Thus E</a:t>
            </a:r>
            <a:r>
              <a:rPr lang="el-GR" altLang="en-US" b="0" dirty="0">
                <a:latin typeface="Comic Sans MS" panose="030F0702030302020204" pitchFamily="66" charset="0"/>
              </a:rPr>
              <a:t>΄</a:t>
            </a:r>
            <a:r>
              <a:rPr lang="en-US" altLang="en-US" b="0" dirty="0">
                <a:latin typeface="Comic Sans MS" panose="030F0702030302020204" pitchFamily="66" charset="0"/>
              </a:rPr>
              <a:t> is in the range 0 ≤  E</a:t>
            </a:r>
            <a:r>
              <a:rPr lang="el-GR" altLang="en-US" b="0" dirty="0">
                <a:latin typeface="Comic Sans MS" panose="030F0702030302020204" pitchFamily="66" charset="0"/>
              </a:rPr>
              <a:t>΄</a:t>
            </a:r>
            <a:r>
              <a:rPr lang="en-US" altLang="en-US" b="0" dirty="0">
                <a:latin typeface="Comic Sans MS" panose="030F0702030302020204" pitchFamily="66" charset="0"/>
              </a:rPr>
              <a:t>≤ 255.</a:t>
            </a:r>
          </a:p>
          <a:p>
            <a:pPr algn="just"/>
            <a:r>
              <a:rPr lang="en-US" altLang="en-US" b="0" dirty="0">
                <a:latin typeface="Comic Sans MS" panose="030F0702030302020204" pitchFamily="66" charset="0"/>
              </a:rPr>
              <a:t>The end values of this range 0 and 255 are used to represent special values.</a:t>
            </a:r>
          </a:p>
          <a:p>
            <a:pPr algn="just"/>
            <a:r>
              <a:rPr lang="en-US" altLang="en-US" b="0" dirty="0">
                <a:latin typeface="Comic Sans MS" panose="030F0702030302020204" pitchFamily="66" charset="0"/>
              </a:rPr>
              <a:t>Therefore the range of E</a:t>
            </a:r>
            <a:r>
              <a:rPr lang="el-GR" altLang="en-US" b="0" dirty="0">
                <a:latin typeface="Comic Sans MS" panose="030F0702030302020204" pitchFamily="66" charset="0"/>
              </a:rPr>
              <a:t>΄</a:t>
            </a:r>
            <a:r>
              <a:rPr lang="en-US" altLang="en-US" b="0" dirty="0">
                <a:latin typeface="Comic Sans MS" panose="030F0702030302020204" pitchFamily="66" charset="0"/>
              </a:rPr>
              <a:t> for normal numbers is 1 ≤ E</a:t>
            </a:r>
            <a:r>
              <a:rPr lang="el-GR" altLang="en-US" b="0" dirty="0">
                <a:latin typeface="Comic Sans MS" panose="030F0702030302020204" pitchFamily="66" charset="0"/>
              </a:rPr>
              <a:t>΄</a:t>
            </a:r>
            <a:r>
              <a:rPr lang="en-US" altLang="en-US" b="0" dirty="0">
                <a:latin typeface="Comic Sans MS" panose="030F0702030302020204" pitchFamily="66" charset="0"/>
              </a:rPr>
              <a:t>≤ 254.</a:t>
            </a:r>
          </a:p>
          <a:p>
            <a:pPr algn="just"/>
            <a:r>
              <a:rPr lang="en-US" altLang="en-US" b="0" dirty="0">
                <a:latin typeface="Comic Sans MS" panose="030F0702030302020204" pitchFamily="66" charset="0"/>
              </a:rPr>
              <a:t>This means the actual exponent, E is in the range -126≤ E ≤ 127.</a:t>
            </a:r>
          </a:p>
          <a:p>
            <a:pPr algn="just">
              <a:buFont typeface="Wingdings 2" panose="05020102010507070707" pitchFamily="18" charset="2"/>
              <a:buNone/>
            </a:pPr>
            <a:r>
              <a:rPr lang="en-US" altLang="en-US" b="0" dirty="0">
                <a:latin typeface="Comic Sans MS" panose="030F0702030302020204" pitchFamily="66" charset="0"/>
              </a:rPr>
              <a:t>Positive and Negative exponent is stored as an unsigned integer, A signed exponent E is stored as E+127. This is called Excess 127 format.</a:t>
            </a:r>
          </a:p>
          <a:p>
            <a:pPr algn="just">
              <a:buFont typeface="Wingdings 2" panose="05020102010507070707" pitchFamily="18" charset="2"/>
              <a:buNone/>
            </a:pPr>
            <a:r>
              <a:rPr lang="en-US" altLang="en-US" b="0" dirty="0">
                <a:latin typeface="Comic Sans MS" panose="030F0702030302020204" pitchFamily="66" charset="0"/>
              </a:rPr>
              <a:t>For example An exponent E=+ 5 is stored as E+127 </a:t>
            </a:r>
            <a:r>
              <a:rPr lang="en-US" altLang="en-US" b="0" dirty="0" err="1">
                <a:latin typeface="Comic Sans MS" panose="030F0702030302020204" pitchFamily="66" charset="0"/>
              </a:rPr>
              <a:t>i.e</a:t>
            </a:r>
            <a:r>
              <a:rPr lang="en-US" altLang="en-US" b="0" dirty="0">
                <a:latin typeface="Comic Sans MS" panose="030F0702030302020204" pitchFamily="66" charset="0"/>
              </a:rPr>
              <a:t> 5+127=132.</a:t>
            </a:r>
          </a:p>
          <a:p>
            <a:pPr marL="0" indent="0" algn="just" eaLnBrk="1" hangingPunct="1">
              <a:buNone/>
            </a:pPr>
            <a:r>
              <a:rPr lang="en-US" b="0" dirty="0"/>
              <a:t>                      </a:t>
            </a:r>
            <a:r>
              <a:rPr lang="en-US" altLang="en-US" b="0" dirty="0">
                <a:latin typeface="Comic Sans MS" panose="030F0702030302020204" pitchFamily="66" charset="0"/>
              </a:rPr>
              <a:t>An exponent E=- 5 is stored as E+127 </a:t>
            </a:r>
            <a:r>
              <a:rPr lang="en-US" altLang="en-US" b="0" dirty="0" err="1">
                <a:latin typeface="Comic Sans MS" panose="030F0702030302020204" pitchFamily="66" charset="0"/>
              </a:rPr>
              <a:t>i.e</a:t>
            </a:r>
            <a:r>
              <a:rPr lang="en-US" altLang="en-US" b="0" dirty="0">
                <a:latin typeface="Comic Sans MS" panose="030F0702030302020204" pitchFamily="66" charset="0"/>
              </a:rPr>
              <a:t> -5+127=122.</a:t>
            </a:r>
            <a:endParaRPr lang="en-US" b="0" dirty="0"/>
          </a:p>
        </p:txBody>
      </p:sp>
    </p:spTree>
    <p:extLst>
      <p:ext uri="{BB962C8B-B14F-4D97-AF65-F5344CB8AC3E}">
        <p14:creationId xmlns:p14="http://schemas.microsoft.com/office/powerpoint/2010/main" val="4099771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Content Placeholder 5"/>
          <p:cNvSpPr>
            <a:spLocks noGrp="1"/>
          </p:cNvSpPr>
          <p:nvPr>
            <p:ph sz="quarter" idx="1"/>
          </p:nvPr>
        </p:nvSpPr>
        <p:spPr>
          <a:xfrm>
            <a:off x="642936" y="1066800"/>
            <a:ext cx="7891463" cy="3208251"/>
          </a:xfrm>
        </p:spPr>
        <p:txBody>
          <a:bodyPr/>
          <a:lstStyle/>
          <a:p>
            <a:pPr algn="just"/>
            <a:endParaRPr lang="en-US" altLang="en-US" sz="1600" b="0">
              <a:latin typeface="Comic Sans MS" panose="030F0702030302020204" pitchFamily="66" charset="0"/>
            </a:endParaRPr>
          </a:p>
          <a:p>
            <a:pPr algn="just">
              <a:buFont typeface="Wingdings 2" panose="05020102010507070707" pitchFamily="18" charset="2"/>
              <a:buNone/>
            </a:pPr>
            <a:r>
              <a:rPr lang="en-US" altLang="en-US" sz="1600" b="0">
                <a:solidFill>
                  <a:srgbClr val="FF0000"/>
                </a:solidFill>
                <a:latin typeface="Comic Sans MS" panose="030F0702030302020204" pitchFamily="66" charset="0"/>
              </a:rPr>
              <a:t>Mantissa:</a:t>
            </a:r>
          </a:p>
          <a:p>
            <a:pPr algn="just">
              <a:buFont typeface="Arial" panose="020B0604020202020204" pitchFamily="34" charset="0"/>
              <a:buChar char="•"/>
            </a:pPr>
            <a:r>
              <a:rPr lang="en-US" altLang="en-US" sz="1600" b="0">
                <a:latin typeface="Comic Sans MS" panose="030F0702030302020204" pitchFamily="66" charset="0"/>
              </a:rPr>
              <a:t>The string of significant bits commonly called the mantissa.</a:t>
            </a:r>
          </a:p>
          <a:p>
            <a:pPr algn="just">
              <a:buFont typeface="Arial" panose="020B0604020202020204" pitchFamily="34" charset="0"/>
              <a:buChar char="•"/>
            </a:pPr>
            <a:r>
              <a:rPr lang="en-US" altLang="en-US" sz="1600" b="0">
                <a:latin typeface="Comic Sans MS" panose="030F0702030302020204" pitchFamily="66" charset="0"/>
              </a:rPr>
              <a:t>The last 23-bits in single-precision represents the Mantissa.</a:t>
            </a:r>
          </a:p>
          <a:p>
            <a:pPr algn="just">
              <a:buFont typeface="Arial" panose="020B0604020202020204" pitchFamily="34" charset="0"/>
              <a:buChar char="•"/>
            </a:pPr>
            <a:r>
              <a:rPr lang="en-US" altLang="en-US" sz="1600" b="0">
                <a:latin typeface="Comic Sans MS" panose="030F0702030302020204" pitchFamily="66" charset="0"/>
              </a:rPr>
              <a:t>Since the most significant bit of the mantissa is always equal to 1, this bit is not explicitly represented, it is assumed to be to the immediate left of the binary point.</a:t>
            </a:r>
          </a:p>
          <a:p>
            <a:pPr algn="just">
              <a:buFont typeface="Arial" panose="020B0604020202020204" pitchFamily="34" charset="0"/>
              <a:buChar char="•"/>
            </a:pPr>
            <a:r>
              <a:rPr lang="en-US" altLang="en-US" sz="1600" b="0">
                <a:latin typeface="Comic Sans MS" panose="030F0702030302020204" pitchFamily="66" charset="0"/>
              </a:rPr>
              <a:t>Hence the 23-bits stored in mantissa field actually represent the fractional part of the Mantissa, this bits are right to the binary point.</a:t>
            </a:r>
          </a:p>
          <a:p>
            <a:pPr algn="just">
              <a:buFont typeface="Wingdings 2" panose="05020102010507070707" pitchFamily="18" charset="2"/>
              <a:buNone/>
            </a:pPr>
            <a:endParaRPr lang="en-US" altLang="en-US" sz="1600" b="0">
              <a:latin typeface="Comic Sans MS" panose="030F0702030302020204" pitchFamily="66" charset="0"/>
            </a:endParaRPr>
          </a:p>
          <a:p>
            <a:pPr algn="just">
              <a:buFont typeface="Wingdings 2" panose="05020102010507070707" pitchFamily="18" charset="2"/>
              <a:buNone/>
            </a:pPr>
            <a:r>
              <a:rPr lang="en-US" altLang="en-US" sz="1600" b="0">
                <a:latin typeface="Comic Sans MS" panose="030F0702030302020204" pitchFamily="66" charset="0"/>
              </a:rPr>
              <a:t>The single-precision  representation is shown in the figure below.</a:t>
            </a:r>
          </a:p>
        </p:txBody>
      </p:sp>
      <p:sp>
        <p:nvSpPr>
          <p:cNvPr id="81925" name="Slide Number Placeholder 3"/>
          <p:cNvSpPr>
            <a:spLocks noGrp="1"/>
          </p:cNvSpPr>
          <p:nvPr>
            <p:ph type="sldNum" sz="quarter" idx="4294967295"/>
          </p:nvPr>
        </p:nvSpPr>
        <p:spPr bwMode="auto">
          <a:xfrm>
            <a:off x="1252538" y="5514975"/>
            <a:ext cx="342900" cy="3429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557213" indent="-214313">
              <a:defRPr>
                <a:solidFill>
                  <a:schemeClr val="tx1"/>
                </a:solidFill>
                <a:latin typeface="Garamond" panose="02020404030301010803" pitchFamily="18" charset="0"/>
              </a:defRPr>
            </a:lvl2pPr>
            <a:lvl3pPr marL="857250" indent="-171450">
              <a:defRPr>
                <a:solidFill>
                  <a:schemeClr val="tx1"/>
                </a:solidFill>
                <a:latin typeface="Garamond" panose="02020404030301010803" pitchFamily="18" charset="0"/>
              </a:defRPr>
            </a:lvl3pPr>
            <a:lvl4pPr marL="1200150" indent="-171450">
              <a:defRPr>
                <a:solidFill>
                  <a:schemeClr val="tx1"/>
                </a:solidFill>
                <a:latin typeface="Garamond" panose="02020404030301010803" pitchFamily="18" charset="0"/>
              </a:defRPr>
            </a:lvl4pPr>
            <a:lvl5pPr marL="1543050" indent="-171450">
              <a:defRPr>
                <a:solidFill>
                  <a:schemeClr val="tx1"/>
                </a:solidFill>
                <a:latin typeface="Garamond" panose="02020404030301010803" pitchFamily="18" charset="0"/>
              </a:defRPr>
            </a:lvl5pPr>
            <a:lvl6pPr marL="1885950" indent="-171450" eaLnBrk="0" fontAlgn="base" hangingPunct="0">
              <a:spcBef>
                <a:spcPct val="0"/>
              </a:spcBef>
              <a:spcAft>
                <a:spcPct val="0"/>
              </a:spcAft>
              <a:defRPr>
                <a:solidFill>
                  <a:schemeClr val="tx1"/>
                </a:solidFill>
                <a:latin typeface="Garamond" panose="02020404030301010803" pitchFamily="18" charset="0"/>
              </a:defRPr>
            </a:lvl6pPr>
            <a:lvl7pPr marL="2228850" indent="-171450" eaLnBrk="0" fontAlgn="base" hangingPunct="0">
              <a:spcBef>
                <a:spcPct val="0"/>
              </a:spcBef>
              <a:spcAft>
                <a:spcPct val="0"/>
              </a:spcAft>
              <a:defRPr>
                <a:solidFill>
                  <a:schemeClr val="tx1"/>
                </a:solidFill>
                <a:latin typeface="Garamond" panose="02020404030301010803" pitchFamily="18" charset="0"/>
              </a:defRPr>
            </a:lvl7pPr>
            <a:lvl8pPr marL="2571750" indent="-171450" eaLnBrk="0" fontAlgn="base" hangingPunct="0">
              <a:spcBef>
                <a:spcPct val="0"/>
              </a:spcBef>
              <a:spcAft>
                <a:spcPct val="0"/>
              </a:spcAft>
              <a:defRPr>
                <a:solidFill>
                  <a:schemeClr val="tx1"/>
                </a:solidFill>
                <a:latin typeface="Garamond" panose="02020404030301010803" pitchFamily="18" charset="0"/>
              </a:defRPr>
            </a:lvl8pPr>
            <a:lvl9pPr marL="2914650" indent="-171450" eaLnBrk="0" fontAlgn="base" hangingPunct="0">
              <a:spcBef>
                <a:spcPct val="0"/>
              </a:spcBef>
              <a:spcAft>
                <a:spcPct val="0"/>
              </a:spcAft>
              <a:defRPr>
                <a:solidFill>
                  <a:schemeClr val="tx1"/>
                </a:solidFill>
                <a:latin typeface="Garamond" panose="02020404030301010803" pitchFamily="18" charset="0"/>
              </a:defRPr>
            </a:lvl9pPr>
          </a:lstStyle>
          <a:p>
            <a:fld id="{13E6BE62-4EFD-4C30-B609-BEFA8902C8EF}" type="slidenum">
              <a:rPr lang="en-US" altLang="en-US" smtClean="0">
                <a:solidFill>
                  <a:srgbClr val="FFFFFF"/>
                </a:solidFill>
                <a:latin typeface="Franklin Gothic Book" panose="020B0503020102020204" pitchFamily="34" charset="0"/>
              </a:rPr>
              <a:pPr/>
              <a:t>60</a:t>
            </a:fld>
            <a:endParaRPr lang="en-US" altLang="en-US">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41513061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Slide Number Placeholder 5"/>
          <p:cNvSpPr>
            <a:spLocks noGrp="1"/>
          </p:cNvSpPr>
          <p:nvPr>
            <p:ph type="sldNum" sz="quarter" idx="4294967295"/>
          </p:nvPr>
        </p:nvSpPr>
        <p:spPr bwMode="auto">
          <a:xfrm>
            <a:off x="1252538" y="5514975"/>
            <a:ext cx="342900" cy="3429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557213" indent="-214313">
              <a:defRPr>
                <a:solidFill>
                  <a:schemeClr val="tx1"/>
                </a:solidFill>
                <a:latin typeface="Garamond" panose="02020404030301010803" pitchFamily="18" charset="0"/>
              </a:defRPr>
            </a:lvl2pPr>
            <a:lvl3pPr marL="857250" indent="-171450">
              <a:defRPr>
                <a:solidFill>
                  <a:schemeClr val="tx1"/>
                </a:solidFill>
                <a:latin typeface="Garamond" panose="02020404030301010803" pitchFamily="18" charset="0"/>
              </a:defRPr>
            </a:lvl3pPr>
            <a:lvl4pPr marL="1200150" indent="-171450">
              <a:defRPr>
                <a:solidFill>
                  <a:schemeClr val="tx1"/>
                </a:solidFill>
                <a:latin typeface="Garamond" panose="02020404030301010803" pitchFamily="18" charset="0"/>
              </a:defRPr>
            </a:lvl4pPr>
            <a:lvl5pPr marL="1543050" indent="-171450">
              <a:defRPr>
                <a:solidFill>
                  <a:schemeClr val="tx1"/>
                </a:solidFill>
                <a:latin typeface="Garamond" panose="02020404030301010803" pitchFamily="18" charset="0"/>
              </a:defRPr>
            </a:lvl5pPr>
            <a:lvl6pPr marL="1885950" indent="-171450" eaLnBrk="0" fontAlgn="base" hangingPunct="0">
              <a:spcBef>
                <a:spcPct val="0"/>
              </a:spcBef>
              <a:spcAft>
                <a:spcPct val="0"/>
              </a:spcAft>
              <a:defRPr>
                <a:solidFill>
                  <a:schemeClr val="tx1"/>
                </a:solidFill>
                <a:latin typeface="Garamond" panose="02020404030301010803" pitchFamily="18" charset="0"/>
              </a:defRPr>
            </a:lvl6pPr>
            <a:lvl7pPr marL="2228850" indent="-171450" eaLnBrk="0" fontAlgn="base" hangingPunct="0">
              <a:spcBef>
                <a:spcPct val="0"/>
              </a:spcBef>
              <a:spcAft>
                <a:spcPct val="0"/>
              </a:spcAft>
              <a:defRPr>
                <a:solidFill>
                  <a:schemeClr val="tx1"/>
                </a:solidFill>
                <a:latin typeface="Garamond" panose="02020404030301010803" pitchFamily="18" charset="0"/>
              </a:defRPr>
            </a:lvl7pPr>
            <a:lvl8pPr marL="2571750" indent="-171450" eaLnBrk="0" fontAlgn="base" hangingPunct="0">
              <a:spcBef>
                <a:spcPct val="0"/>
              </a:spcBef>
              <a:spcAft>
                <a:spcPct val="0"/>
              </a:spcAft>
              <a:defRPr>
                <a:solidFill>
                  <a:schemeClr val="tx1"/>
                </a:solidFill>
                <a:latin typeface="Garamond" panose="02020404030301010803" pitchFamily="18" charset="0"/>
              </a:defRPr>
            </a:lvl8pPr>
            <a:lvl9pPr marL="2914650" indent="-171450" eaLnBrk="0" fontAlgn="base" hangingPunct="0">
              <a:spcBef>
                <a:spcPct val="0"/>
              </a:spcBef>
              <a:spcAft>
                <a:spcPct val="0"/>
              </a:spcAft>
              <a:defRPr>
                <a:solidFill>
                  <a:schemeClr val="tx1"/>
                </a:solidFill>
                <a:latin typeface="Garamond" panose="02020404030301010803" pitchFamily="18" charset="0"/>
              </a:defRPr>
            </a:lvl9pPr>
          </a:lstStyle>
          <a:p>
            <a:fld id="{D69136BC-3783-4B96-83D8-97750654533C}" type="slidenum">
              <a:rPr lang="en-US" altLang="en-US" smtClean="0">
                <a:solidFill>
                  <a:srgbClr val="FFFFFF"/>
                </a:solidFill>
                <a:latin typeface="Franklin Gothic Book" panose="020B0503020102020204" pitchFamily="34" charset="0"/>
              </a:rPr>
              <a:pPr/>
              <a:t>61</a:t>
            </a:fld>
            <a:endParaRPr lang="en-US" altLang="en-US">
              <a:solidFill>
                <a:srgbClr val="FFFFFF"/>
              </a:solidFill>
              <a:latin typeface="Franklin Gothic Book" panose="020B0503020102020204" pitchFamily="34" charset="0"/>
            </a:endParaRPr>
          </a:p>
        </p:txBody>
      </p:sp>
      <p:pic>
        <p:nvPicPr>
          <p:cNvPr id="8294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314450"/>
            <a:ext cx="716280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90555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Content Placeholder 2"/>
          <p:cNvSpPr>
            <a:spLocks noGrp="1"/>
          </p:cNvSpPr>
          <p:nvPr>
            <p:ph idx="1"/>
          </p:nvPr>
        </p:nvSpPr>
        <p:spPr>
          <a:xfrm>
            <a:off x="685800" y="1219200"/>
            <a:ext cx="7736042" cy="4057714"/>
          </a:xfrm>
        </p:spPr>
        <p:txBody>
          <a:bodyPr/>
          <a:lstStyle/>
          <a:p>
            <a:pPr algn="just" eaLnBrk="1" hangingPunct="1">
              <a:buFont typeface="Wingdings 2" panose="05020102010507070707" pitchFamily="18" charset="2"/>
              <a:buNone/>
            </a:pPr>
            <a:endParaRPr lang="en-US" altLang="en-US" sz="1600" b="0">
              <a:latin typeface="Comic Sans MS" panose="030F0702030302020204" pitchFamily="66" charset="0"/>
            </a:endParaRPr>
          </a:p>
          <a:p>
            <a:pPr algn="just" eaLnBrk="1" hangingPunct="1">
              <a:buFont typeface="Wingdings 2" panose="05020102010507070707" pitchFamily="18" charset="2"/>
              <a:buNone/>
            </a:pPr>
            <a:r>
              <a:rPr lang="en-US" altLang="en-US" sz="1600" b="0" u="sng">
                <a:solidFill>
                  <a:srgbClr val="FF0000"/>
                </a:solidFill>
                <a:latin typeface="Comic Sans MS" panose="030F0702030302020204" pitchFamily="66" charset="0"/>
              </a:rPr>
              <a:t>Double Precision Representation</a:t>
            </a:r>
            <a:r>
              <a:rPr lang="en-US" altLang="en-US" sz="1600" b="0" u="sng">
                <a:latin typeface="Comic Sans MS" panose="030F0702030302020204" pitchFamily="66" charset="0"/>
              </a:rPr>
              <a:t>:</a:t>
            </a:r>
          </a:p>
          <a:p>
            <a:pPr algn="just" eaLnBrk="1" hangingPunct="1"/>
            <a:r>
              <a:rPr lang="en-US" altLang="en-US" sz="1600" b="0">
                <a:latin typeface="Comic Sans MS" panose="030F0702030302020204" pitchFamily="66" charset="0"/>
              </a:rPr>
              <a:t>The 64-bit standard representation of floating point numbers is called a Double-Precision representation.</a:t>
            </a:r>
          </a:p>
          <a:p>
            <a:pPr algn="just" eaLnBrk="1" hangingPunct="1"/>
            <a:r>
              <a:rPr lang="en-US" altLang="en-US" sz="1600" b="0">
                <a:latin typeface="Comic Sans MS" panose="030F0702030302020204" pitchFamily="66" charset="0"/>
              </a:rPr>
              <a:t>To represent a number we have seen we require Sign, Mantissa and exponent</a:t>
            </a:r>
          </a:p>
          <a:p>
            <a:pPr algn="just" eaLnBrk="1" hangingPunct="1"/>
            <a:r>
              <a:rPr lang="en-US" altLang="en-US" sz="1600" b="0">
                <a:latin typeface="Comic Sans MS" panose="030F0702030302020204" pitchFamily="66" charset="0"/>
              </a:rPr>
              <a:t>In Single precision a number is represented with</a:t>
            </a:r>
          </a:p>
          <a:p>
            <a:pPr algn="just" eaLnBrk="1" hangingPunct="1"/>
            <a:r>
              <a:rPr lang="en-US" altLang="en-US" sz="1600" b="0">
                <a:latin typeface="Comic Sans MS" panose="030F0702030302020204" pitchFamily="66" charset="0"/>
              </a:rPr>
              <a:t>1 bit for Sign</a:t>
            </a:r>
          </a:p>
          <a:p>
            <a:pPr algn="just" eaLnBrk="1" hangingPunct="1"/>
            <a:r>
              <a:rPr lang="en-US" altLang="en-US" sz="1600" b="0">
                <a:latin typeface="Comic Sans MS" panose="030F0702030302020204" pitchFamily="66" charset="0"/>
              </a:rPr>
              <a:t>11 bits for Exponent</a:t>
            </a:r>
          </a:p>
          <a:p>
            <a:pPr algn="just" eaLnBrk="1" hangingPunct="1"/>
            <a:r>
              <a:rPr lang="en-US" altLang="en-US" sz="1600" b="0">
                <a:latin typeface="Comic Sans MS" panose="030F0702030302020204" pitchFamily="66" charset="0"/>
              </a:rPr>
              <a:t>52 bits for Mantissa</a:t>
            </a:r>
          </a:p>
          <a:p>
            <a:pPr marL="0" indent="0" algn="just" eaLnBrk="1" hangingPunct="1">
              <a:buNone/>
            </a:pPr>
            <a:r>
              <a:rPr lang="en-US" altLang="en-US" sz="1600" b="0">
                <a:latin typeface="Comic Sans MS" panose="030F0702030302020204" pitchFamily="66" charset="0"/>
              </a:rPr>
              <a:t>Consider a number 10011101011.001 this will be represented as </a:t>
            </a:r>
          </a:p>
          <a:p>
            <a:pPr marL="0" indent="0" algn="just" eaLnBrk="1" hangingPunct="1">
              <a:buNone/>
            </a:pPr>
            <a:r>
              <a:rPr lang="en-US" altLang="en-US" sz="1600" b="0">
                <a:latin typeface="Comic Sans MS" panose="030F0702030302020204" pitchFamily="66" charset="0"/>
              </a:rPr>
              <a:t> 0  10000001001   0011101011001000000000000000000000000000000000000000</a:t>
            </a:r>
          </a:p>
          <a:p>
            <a:pPr marL="0" indent="0" algn="just" eaLnBrk="1" hangingPunct="1">
              <a:buNone/>
            </a:pPr>
            <a:r>
              <a:rPr lang="en-US" altLang="en-US" sz="1600" b="0">
                <a:latin typeface="Comic Sans MS" panose="030F0702030302020204" pitchFamily="66" charset="0"/>
              </a:rPr>
              <a:t> S      E                 M</a:t>
            </a:r>
          </a:p>
        </p:txBody>
      </p:sp>
      <p:sp>
        <p:nvSpPr>
          <p:cNvPr id="80902" name="Slide Number Placeholder 5"/>
          <p:cNvSpPr>
            <a:spLocks noGrp="1"/>
          </p:cNvSpPr>
          <p:nvPr>
            <p:ph type="sldNum" sz="quarter" idx="4294967295"/>
          </p:nvPr>
        </p:nvSpPr>
        <p:spPr bwMode="auto">
          <a:xfrm>
            <a:off x="1252538" y="5514975"/>
            <a:ext cx="342900" cy="3429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557213" indent="-214313">
              <a:defRPr>
                <a:solidFill>
                  <a:schemeClr val="tx1"/>
                </a:solidFill>
                <a:latin typeface="Garamond" panose="02020404030301010803" pitchFamily="18" charset="0"/>
              </a:defRPr>
            </a:lvl2pPr>
            <a:lvl3pPr marL="857250" indent="-171450">
              <a:defRPr>
                <a:solidFill>
                  <a:schemeClr val="tx1"/>
                </a:solidFill>
                <a:latin typeface="Garamond" panose="02020404030301010803" pitchFamily="18" charset="0"/>
              </a:defRPr>
            </a:lvl3pPr>
            <a:lvl4pPr marL="1200150" indent="-171450">
              <a:defRPr>
                <a:solidFill>
                  <a:schemeClr val="tx1"/>
                </a:solidFill>
                <a:latin typeface="Garamond" panose="02020404030301010803" pitchFamily="18" charset="0"/>
              </a:defRPr>
            </a:lvl4pPr>
            <a:lvl5pPr marL="1543050" indent="-171450">
              <a:defRPr>
                <a:solidFill>
                  <a:schemeClr val="tx1"/>
                </a:solidFill>
                <a:latin typeface="Garamond" panose="02020404030301010803" pitchFamily="18" charset="0"/>
              </a:defRPr>
            </a:lvl5pPr>
            <a:lvl6pPr marL="1885950" indent="-171450" eaLnBrk="0" fontAlgn="base" hangingPunct="0">
              <a:spcBef>
                <a:spcPct val="0"/>
              </a:spcBef>
              <a:spcAft>
                <a:spcPct val="0"/>
              </a:spcAft>
              <a:defRPr>
                <a:solidFill>
                  <a:schemeClr val="tx1"/>
                </a:solidFill>
                <a:latin typeface="Garamond" panose="02020404030301010803" pitchFamily="18" charset="0"/>
              </a:defRPr>
            </a:lvl6pPr>
            <a:lvl7pPr marL="2228850" indent="-171450" eaLnBrk="0" fontAlgn="base" hangingPunct="0">
              <a:spcBef>
                <a:spcPct val="0"/>
              </a:spcBef>
              <a:spcAft>
                <a:spcPct val="0"/>
              </a:spcAft>
              <a:defRPr>
                <a:solidFill>
                  <a:schemeClr val="tx1"/>
                </a:solidFill>
                <a:latin typeface="Garamond" panose="02020404030301010803" pitchFamily="18" charset="0"/>
              </a:defRPr>
            </a:lvl7pPr>
            <a:lvl8pPr marL="2571750" indent="-171450" eaLnBrk="0" fontAlgn="base" hangingPunct="0">
              <a:spcBef>
                <a:spcPct val="0"/>
              </a:spcBef>
              <a:spcAft>
                <a:spcPct val="0"/>
              </a:spcAft>
              <a:defRPr>
                <a:solidFill>
                  <a:schemeClr val="tx1"/>
                </a:solidFill>
                <a:latin typeface="Garamond" panose="02020404030301010803" pitchFamily="18" charset="0"/>
              </a:defRPr>
            </a:lvl8pPr>
            <a:lvl9pPr marL="2914650" indent="-171450" eaLnBrk="0" fontAlgn="base" hangingPunct="0">
              <a:spcBef>
                <a:spcPct val="0"/>
              </a:spcBef>
              <a:spcAft>
                <a:spcPct val="0"/>
              </a:spcAft>
              <a:defRPr>
                <a:solidFill>
                  <a:schemeClr val="tx1"/>
                </a:solidFill>
                <a:latin typeface="Garamond" panose="02020404030301010803" pitchFamily="18" charset="0"/>
              </a:defRPr>
            </a:lvl9pPr>
          </a:lstStyle>
          <a:p>
            <a:fld id="{DB4CC0CE-6199-4069-AA9A-9E649C31A79C}" type="slidenum">
              <a:rPr lang="en-US" altLang="en-US" smtClean="0">
                <a:solidFill>
                  <a:srgbClr val="FFFFFF"/>
                </a:solidFill>
                <a:latin typeface="Franklin Gothic Book" panose="020B0503020102020204" pitchFamily="34" charset="0"/>
              </a:rPr>
              <a:pPr/>
              <a:t>62</a:t>
            </a:fld>
            <a:endParaRPr lang="en-US" altLang="en-US">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17875936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297391"/>
            <a:ext cx="7848600" cy="2794226"/>
          </a:xfrm>
        </p:spPr>
        <p:txBody>
          <a:bodyPr/>
          <a:lstStyle/>
          <a:p>
            <a:pPr algn="just" eaLnBrk="1" hangingPunct="1">
              <a:buFont typeface="Wingdings 2" panose="05020102010507070707" pitchFamily="18" charset="2"/>
              <a:buNone/>
            </a:pPr>
            <a:r>
              <a:rPr lang="en-US" altLang="en-US" b="0">
                <a:solidFill>
                  <a:srgbClr val="FF0000"/>
                </a:solidFill>
                <a:latin typeface="Comic Sans MS" panose="030F0702030302020204" pitchFamily="66" charset="0"/>
              </a:rPr>
              <a:t>Sign:</a:t>
            </a:r>
          </a:p>
          <a:p>
            <a:pPr algn="just" eaLnBrk="1" hangingPunct="1"/>
            <a:r>
              <a:rPr lang="en-US" altLang="en-US" b="0">
                <a:latin typeface="Comic Sans MS" panose="030F0702030302020204" pitchFamily="66" charset="0"/>
              </a:rPr>
              <a:t>The sign of the number is given in the first bit.</a:t>
            </a:r>
          </a:p>
          <a:p>
            <a:pPr algn="just" eaLnBrk="1" hangingPunct="1"/>
            <a:r>
              <a:rPr lang="en-US" altLang="en-US" b="0">
                <a:latin typeface="Comic Sans MS" panose="030F0702030302020204" pitchFamily="66" charset="0"/>
              </a:rPr>
              <a:t>A number is either positive or negative. Hence to represent positive or negative numbers one bit is sufficient. Since one bit can hold 2 values</a:t>
            </a:r>
          </a:p>
          <a:p>
            <a:pPr algn="just" eaLnBrk="1" hangingPunct="1"/>
            <a:r>
              <a:rPr lang="en-US" altLang="en-US" b="0">
                <a:latin typeface="Comic Sans MS" panose="030F0702030302020204" pitchFamily="66" charset="0"/>
              </a:rPr>
              <a:t>For positive numbers the sign bit is 0 and for negative numbers it is 1.</a:t>
            </a:r>
            <a:endParaRPr lang="en-US" altLang="en-US" b="0">
              <a:solidFill>
                <a:srgbClr val="FF0000"/>
              </a:solidFill>
              <a:latin typeface="Comic Sans MS" panose="030F0702030302020204" pitchFamily="66" charset="0"/>
            </a:endParaRPr>
          </a:p>
          <a:p>
            <a:pPr algn="just" eaLnBrk="1" hangingPunct="1">
              <a:buFont typeface="Wingdings 2" panose="05020102010507070707" pitchFamily="18" charset="2"/>
              <a:buNone/>
            </a:pPr>
            <a:endParaRPr lang="en-US" altLang="en-US" b="0">
              <a:solidFill>
                <a:srgbClr val="FF0000"/>
              </a:solidFill>
              <a:latin typeface="Comic Sans MS" panose="030F0702030302020204" pitchFamily="66" charset="0"/>
            </a:endParaRPr>
          </a:p>
          <a:p>
            <a:pPr algn="just" eaLnBrk="1" hangingPunct="1">
              <a:buFont typeface="Wingdings 2" panose="05020102010507070707" pitchFamily="18" charset="2"/>
              <a:buNone/>
            </a:pPr>
            <a:endParaRPr lang="en-US" altLang="en-US" b="0">
              <a:latin typeface="Comic Sans MS" panose="030F0702030302020204" pitchFamily="66" charset="0"/>
            </a:endParaRPr>
          </a:p>
          <a:p>
            <a:pPr algn="just"/>
            <a:endParaRPr lang="en-US" b="0"/>
          </a:p>
        </p:txBody>
      </p:sp>
    </p:spTree>
    <p:extLst>
      <p:ext uri="{BB962C8B-B14F-4D97-AF65-F5344CB8AC3E}">
        <p14:creationId xmlns:p14="http://schemas.microsoft.com/office/powerpoint/2010/main" val="39919112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219200"/>
            <a:ext cx="7848600" cy="2794226"/>
          </a:xfrm>
        </p:spPr>
        <p:txBody>
          <a:bodyPr/>
          <a:lstStyle/>
          <a:p>
            <a:pPr algn="just" eaLnBrk="1" hangingPunct="1">
              <a:buFont typeface="Wingdings 2" panose="05020102010507070707" pitchFamily="18" charset="2"/>
              <a:buNone/>
            </a:pPr>
            <a:r>
              <a:rPr lang="en-US" altLang="en-US" b="0">
                <a:latin typeface="Comic Sans MS" panose="030F0702030302020204" pitchFamily="66" charset="0"/>
              </a:rPr>
              <a:t>Exponent:</a:t>
            </a:r>
          </a:p>
          <a:p>
            <a:pPr algn="just" eaLnBrk="1" hangingPunct="1"/>
            <a:r>
              <a:rPr lang="en-US" altLang="en-US" b="0">
                <a:latin typeface="Comic Sans MS" panose="030F0702030302020204" pitchFamily="66" charset="0"/>
              </a:rPr>
              <a:t>Exponent field contains the representation for the exponent. However exponent can be positive or negative </a:t>
            </a:r>
          </a:p>
          <a:p>
            <a:pPr algn="just">
              <a:buFont typeface="Wingdings 2" panose="05020102010507070707" pitchFamily="18" charset="2"/>
              <a:buNone/>
            </a:pPr>
            <a:r>
              <a:rPr lang="en-US" altLang="en-US" b="0">
                <a:latin typeface="Comic Sans MS" panose="030F0702030302020204" pitchFamily="66" charset="0"/>
              </a:rPr>
              <a:t>For example +111101.1000110 is represented as</a:t>
            </a:r>
          </a:p>
          <a:p>
            <a:pPr algn="just">
              <a:buFont typeface="Wingdings 2" panose="05020102010507070707" pitchFamily="18" charset="2"/>
              <a:buNone/>
            </a:pPr>
            <a:r>
              <a:rPr lang="en-US" altLang="en-US" b="0">
                <a:latin typeface="Comic Sans MS" panose="030F0702030302020204" pitchFamily="66" charset="0"/>
              </a:rPr>
              <a:t>+1.111011000110*2</a:t>
            </a:r>
            <a:r>
              <a:rPr lang="en-US" altLang="en-US" b="0" baseline="30000">
                <a:latin typeface="Comic Sans MS" panose="030F0702030302020204" pitchFamily="66" charset="0"/>
              </a:rPr>
              <a:t>5  </a:t>
            </a:r>
            <a:r>
              <a:rPr lang="en-US" altLang="en-US" b="0">
                <a:latin typeface="Comic Sans MS" panose="030F0702030302020204" pitchFamily="66" charset="0"/>
              </a:rPr>
              <a:t>then Exponent =  +5</a:t>
            </a:r>
          </a:p>
          <a:p>
            <a:pPr algn="just">
              <a:buFont typeface="Wingdings 2" panose="05020102010507070707" pitchFamily="18" charset="2"/>
              <a:buNone/>
            </a:pPr>
            <a:r>
              <a:rPr lang="en-US" altLang="en-US" b="0">
                <a:latin typeface="Comic Sans MS" panose="030F0702030302020204" pitchFamily="66" charset="0"/>
              </a:rPr>
              <a:t> +100000111011000110 is represented as</a:t>
            </a:r>
          </a:p>
          <a:p>
            <a:pPr algn="just">
              <a:buFont typeface="Wingdings 2" panose="05020102010507070707" pitchFamily="18" charset="2"/>
              <a:buNone/>
            </a:pPr>
            <a:r>
              <a:rPr lang="en-US" altLang="en-US" b="0">
                <a:latin typeface="Comic Sans MS" panose="030F0702030302020204" pitchFamily="66" charset="0"/>
              </a:rPr>
              <a:t>+1.111011000110*</a:t>
            </a:r>
            <a:r>
              <a:rPr lang="en-US" b="0"/>
              <a:t>2</a:t>
            </a:r>
            <a:r>
              <a:rPr lang="en-US" b="0" baseline="30000"/>
              <a:t>-5</a:t>
            </a:r>
            <a:r>
              <a:rPr lang="en-US" altLang="en-US" b="0" baseline="30000">
                <a:latin typeface="Comic Sans MS" panose="030F0702030302020204" pitchFamily="66" charset="0"/>
              </a:rPr>
              <a:t>  </a:t>
            </a:r>
            <a:r>
              <a:rPr lang="en-US" altLang="en-US" b="0">
                <a:latin typeface="Comic Sans MS" panose="030F0702030302020204" pitchFamily="66" charset="0"/>
              </a:rPr>
              <a:t>then Exponent =  -5</a:t>
            </a:r>
          </a:p>
          <a:p>
            <a:pPr algn="just">
              <a:buFont typeface="Wingdings 2" panose="05020102010507070707" pitchFamily="18" charset="2"/>
              <a:buNone/>
            </a:pPr>
            <a:endParaRPr lang="en-US" b="0"/>
          </a:p>
        </p:txBody>
      </p:sp>
    </p:spTree>
    <p:extLst>
      <p:ext uri="{BB962C8B-B14F-4D97-AF65-F5344CB8AC3E}">
        <p14:creationId xmlns:p14="http://schemas.microsoft.com/office/powerpoint/2010/main" val="8012197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95400"/>
            <a:ext cx="7848600" cy="4212948"/>
          </a:xfrm>
        </p:spPr>
        <p:txBody>
          <a:bodyPr/>
          <a:lstStyle/>
          <a:p>
            <a:pPr algn="just">
              <a:buFont typeface="Wingdings 2" panose="05020102010507070707" pitchFamily="18" charset="2"/>
              <a:buNone/>
            </a:pPr>
            <a:r>
              <a:rPr lang="en-US" altLang="en-US" sz="1600" b="0">
                <a:latin typeface="Comic Sans MS" panose="030F0702030302020204" pitchFamily="66" charset="0"/>
              </a:rPr>
              <a:t>Double precision uses 11 bits for exponent.</a:t>
            </a:r>
          </a:p>
          <a:p>
            <a:pPr algn="just">
              <a:buFont typeface="Wingdings 2" panose="05020102010507070707" pitchFamily="18" charset="2"/>
              <a:buNone/>
            </a:pPr>
            <a:r>
              <a:rPr lang="en-US" altLang="en-US" sz="1600" b="0">
                <a:latin typeface="Comic Sans MS" panose="030F0702030302020204" pitchFamily="66" charset="0"/>
              </a:rPr>
              <a:t>Those with 8 bits the maximum range is </a:t>
            </a:r>
            <a:r>
              <a:rPr lang="en-US" sz="1600" b="0"/>
              <a:t>2</a:t>
            </a:r>
            <a:r>
              <a:rPr lang="en-US" sz="1600" b="0" baseline="30000"/>
              <a:t>11</a:t>
            </a:r>
            <a:r>
              <a:rPr lang="en-US" sz="1600" b="0"/>
              <a:t> which is 2048</a:t>
            </a:r>
          </a:p>
          <a:p>
            <a:pPr algn="just"/>
            <a:r>
              <a:rPr lang="en-US" altLang="en-US" sz="1600" b="0">
                <a:latin typeface="Comic Sans MS" panose="030F0702030302020204" pitchFamily="66" charset="0"/>
              </a:rPr>
              <a:t>Thus E</a:t>
            </a:r>
            <a:r>
              <a:rPr lang="el-GR" altLang="en-US" sz="1600" b="0">
                <a:latin typeface="Comic Sans MS" panose="030F0702030302020204" pitchFamily="66" charset="0"/>
              </a:rPr>
              <a:t>΄</a:t>
            </a:r>
            <a:r>
              <a:rPr lang="en-US" altLang="en-US" sz="1600" b="0">
                <a:latin typeface="Comic Sans MS" panose="030F0702030302020204" pitchFamily="66" charset="0"/>
              </a:rPr>
              <a:t> is in the range 0 ≤  E</a:t>
            </a:r>
            <a:r>
              <a:rPr lang="el-GR" altLang="en-US" sz="1600" b="0">
                <a:latin typeface="Comic Sans MS" panose="030F0702030302020204" pitchFamily="66" charset="0"/>
              </a:rPr>
              <a:t>΄</a:t>
            </a:r>
            <a:r>
              <a:rPr lang="en-US" altLang="en-US" sz="1600" b="0">
                <a:latin typeface="Comic Sans MS" panose="030F0702030302020204" pitchFamily="66" charset="0"/>
              </a:rPr>
              <a:t>≤ 2047.</a:t>
            </a:r>
          </a:p>
          <a:p>
            <a:pPr algn="just"/>
            <a:r>
              <a:rPr lang="en-US" altLang="en-US" sz="1600" b="0">
                <a:latin typeface="Comic Sans MS" panose="030F0702030302020204" pitchFamily="66" charset="0"/>
              </a:rPr>
              <a:t>The end values of this range 0 and 2047 are used to represent special values.</a:t>
            </a:r>
          </a:p>
          <a:p>
            <a:pPr algn="just"/>
            <a:r>
              <a:rPr lang="en-US" altLang="en-US" sz="1600" b="0">
                <a:latin typeface="Comic Sans MS" panose="030F0702030302020204" pitchFamily="66" charset="0"/>
              </a:rPr>
              <a:t>Therefore the range of E</a:t>
            </a:r>
            <a:r>
              <a:rPr lang="el-GR" altLang="en-US" sz="1600" b="0">
                <a:latin typeface="Comic Sans MS" panose="030F0702030302020204" pitchFamily="66" charset="0"/>
              </a:rPr>
              <a:t>΄</a:t>
            </a:r>
            <a:r>
              <a:rPr lang="en-US" altLang="en-US" sz="1600" b="0">
                <a:latin typeface="Comic Sans MS" panose="030F0702030302020204" pitchFamily="66" charset="0"/>
              </a:rPr>
              <a:t> for normal numbers is 1 ≤ E</a:t>
            </a:r>
            <a:r>
              <a:rPr lang="el-GR" altLang="en-US" sz="1600" b="0">
                <a:latin typeface="Comic Sans MS" panose="030F0702030302020204" pitchFamily="66" charset="0"/>
              </a:rPr>
              <a:t>΄</a:t>
            </a:r>
            <a:r>
              <a:rPr lang="en-US" altLang="en-US" sz="1600" b="0">
                <a:latin typeface="Comic Sans MS" panose="030F0702030302020204" pitchFamily="66" charset="0"/>
              </a:rPr>
              <a:t>≤ 2046.</a:t>
            </a:r>
          </a:p>
          <a:p>
            <a:pPr algn="just"/>
            <a:r>
              <a:rPr lang="en-US" altLang="en-US" sz="1600" b="0">
                <a:latin typeface="Comic Sans MS" panose="030F0702030302020204" pitchFamily="66" charset="0"/>
              </a:rPr>
              <a:t>This means the actual exponent, E is in the range -1022≤ E ≤ 1023.</a:t>
            </a:r>
          </a:p>
          <a:p>
            <a:pPr algn="just">
              <a:buFont typeface="Wingdings 2" panose="05020102010507070707" pitchFamily="18" charset="2"/>
              <a:buNone/>
            </a:pPr>
            <a:r>
              <a:rPr lang="en-US" altLang="en-US" sz="1600" b="0">
                <a:latin typeface="Comic Sans MS" panose="030F0702030302020204" pitchFamily="66" charset="0"/>
              </a:rPr>
              <a:t>Positive and Negative exponent is stored as an unsigned integer, A signed exponent E is stored as E+1023. This is called Excess 1023 format.</a:t>
            </a:r>
          </a:p>
          <a:p>
            <a:pPr algn="just">
              <a:buFont typeface="Wingdings 2" panose="05020102010507070707" pitchFamily="18" charset="2"/>
              <a:buNone/>
            </a:pPr>
            <a:r>
              <a:rPr lang="en-US" altLang="en-US" sz="1600" b="0">
                <a:latin typeface="Comic Sans MS" panose="030F0702030302020204" pitchFamily="66" charset="0"/>
              </a:rPr>
              <a:t>For ex An exponent E=+ 5 is stored as E+1023 i.e. 5+1023=1028</a:t>
            </a:r>
          </a:p>
          <a:p>
            <a:pPr marL="0" indent="0" algn="just" eaLnBrk="1" hangingPunct="1">
              <a:buNone/>
            </a:pPr>
            <a:r>
              <a:rPr lang="en-US" altLang="en-US" sz="1600" b="0">
                <a:latin typeface="Comic Sans MS" panose="030F0702030302020204" pitchFamily="66" charset="0"/>
              </a:rPr>
              <a:t>An exponent E=- 5 is stored as E+1023 i.e. -5+1023=1018.</a:t>
            </a:r>
          </a:p>
          <a:p>
            <a:pPr>
              <a:buFont typeface="Wingdings 2" panose="05020102010507070707" pitchFamily="18" charset="2"/>
              <a:buNone/>
            </a:pPr>
            <a:r>
              <a:rPr lang="en-US" altLang="en-US" sz="1600">
                <a:solidFill>
                  <a:srgbClr val="FF0000"/>
                </a:solidFill>
                <a:latin typeface="Comic Sans MS" panose="030F0702030302020204" pitchFamily="66" charset="0"/>
              </a:rPr>
              <a:t>Mantissa:</a:t>
            </a:r>
          </a:p>
          <a:p>
            <a:pPr>
              <a:buFont typeface="Arial" panose="020B0604020202020204" pitchFamily="34" charset="0"/>
              <a:buChar char="•"/>
            </a:pPr>
            <a:r>
              <a:rPr lang="en-US" altLang="en-US" sz="1600">
                <a:latin typeface="Comic Sans MS" panose="030F0702030302020204" pitchFamily="66" charset="0"/>
              </a:rPr>
              <a:t>The last 52-bits in single-precision represents the Mantissa.</a:t>
            </a:r>
          </a:p>
          <a:p>
            <a:pPr marL="0" indent="0" algn="just" eaLnBrk="1" hangingPunct="1">
              <a:buNone/>
            </a:pPr>
            <a:endParaRPr lang="en-US" sz="1600" b="0"/>
          </a:p>
        </p:txBody>
      </p:sp>
    </p:spTree>
    <p:extLst>
      <p:ext uri="{BB962C8B-B14F-4D97-AF65-F5344CB8AC3E}">
        <p14:creationId xmlns:p14="http://schemas.microsoft.com/office/powerpoint/2010/main" val="36191864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Content Placeholder 2"/>
          <p:cNvSpPr>
            <a:spLocks noGrp="1"/>
          </p:cNvSpPr>
          <p:nvPr>
            <p:ph sz="quarter" idx="1"/>
          </p:nvPr>
        </p:nvSpPr>
        <p:spPr>
          <a:xfrm>
            <a:off x="609600" y="1147303"/>
            <a:ext cx="7048500" cy="5079211"/>
          </a:xfrm>
        </p:spPr>
        <p:txBody>
          <a:bodyPr/>
          <a:lstStyle/>
          <a:p>
            <a:pPr algn="just">
              <a:buFont typeface="Wingdings 2" panose="05020102010507070707" pitchFamily="18" charset="2"/>
              <a:buNone/>
            </a:pPr>
            <a:r>
              <a:rPr lang="en-US" altLang="en-US" b="0" u="sng" dirty="0">
                <a:solidFill>
                  <a:srgbClr val="FF0000"/>
                </a:solidFill>
                <a:latin typeface="Comic Sans MS" panose="030F0702030302020204" pitchFamily="66" charset="0"/>
              </a:rPr>
              <a:t>Important</a:t>
            </a:r>
          </a:p>
          <a:p>
            <a:pPr algn="just">
              <a:buFont typeface="Wingdings 2" panose="05020102010507070707" pitchFamily="18" charset="2"/>
              <a:buNone/>
            </a:pPr>
            <a:r>
              <a:rPr lang="en-US" altLang="en-US" b="0" u="sng" dirty="0">
                <a:solidFill>
                  <a:srgbClr val="FF0000"/>
                </a:solidFill>
                <a:latin typeface="Comic Sans MS" panose="030F0702030302020204" pitchFamily="66" charset="0"/>
              </a:rPr>
              <a:t>Example:</a:t>
            </a:r>
          </a:p>
          <a:p>
            <a:pPr algn="just">
              <a:buFont typeface="Wingdings 2" panose="05020102010507070707" pitchFamily="18" charset="2"/>
              <a:buNone/>
            </a:pPr>
            <a:r>
              <a:rPr lang="en-US" altLang="en-US" sz="1500" b="0" dirty="0">
                <a:solidFill>
                  <a:srgbClr val="FF0000"/>
                </a:solidFill>
                <a:latin typeface="Comic Sans MS" panose="030F0702030302020204" pitchFamily="66" charset="0"/>
              </a:rPr>
              <a:t>    Represent 1259.125 in single precision and double precision formats.</a:t>
            </a:r>
          </a:p>
          <a:p>
            <a:pPr algn="just">
              <a:buFont typeface="Wingdings 2" panose="05020102010507070707" pitchFamily="18" charset="2"/>
              <a:buNone/>
            </a:pPr>
            <a:r>
              <a:rPr lang="en-US" altLang="en-US" sz="1500" b="0" dirty="0">
                <a:solidFill>
                  <a:srgbClr val="FF0000"/>
                </a:solidFill>
                <a:latin typeface="Comic Sans MS" panose="030F0702030302020204" pitchFamily="66" charset="0"/>
              </a:rPr>
              <a:t>   </a:t>
            </a:r>
            <a:r>
              <a:rPr lang="en-US" altLang="en-US" sz="1350" b="0" dirty="0">
                <a:latin typeface="Comic Sans MS" panose="030F0702030302020204" pitchFamily="66" charset="0"/>
              </a:rPr>
              <a:t>the number 1259.125 has two parts </a:t>
            </a:r>
          </a:p>
          <a:p>
            <a:pPr algn="just">
              <a:buFont typeface="Wingdings 2" panose="05020102010507070707" pitchFamily="18" charset="2"/>
              <a:buNone/>
            </a:pPr>
            <a:r>
              <a:rPr lang="en-US" altLang="en-US" sz="1350" b="0" dirty="0">
                <a:latin typeface="Comic Sans MS" panose="030F0702030302020204" pitchFamily="66" charset="0"/>
              </a:rPr>
              <a:t>                   Integer part (1259)</a:t>
            </a:r>
          </a:p>
          <a:p>
            <a:pPr algn="just">
              <a:buFont typeface="Wingdings 2" panose="05020102010507070707" pitchFamily="18" charset="2"/>
              <a:buNone/>
            </a:pPr>
            <a:r>
              <a:rPr lang="en-US" altLang="en-US" sz="1350" b="0" dirty="0">
                <a:latin typeface="Comic Sans MS" panose="030F0702030302020204" pitchFamily="66" charset="0"/>
              </a:rPr>
              <a:t>                   Fractional part (125)</a:t>
            </a:r>
          </a:p>
          <a:p>
            <a:pPr algn="just">
              <a:buFont typeface="Wingdings 2" panose="05020102010507070707" pitchFamily="18" charset="2"/>
              <a:buNone/>
            </a:pPr>
            <a:r>
              <a:rPr lang="en-US" altLang="en-US" sz="1500" b="0" u="sng" dirty="0">
                <a:solidFill>
                  <a:srgbClr val="FF0000"/>
                </a:solidFill>
                <a:latin typeface="Comic Sans MS" panose="030F0702030302020204" pitchFamily="66" charset="0"/>
              </a:rPr>
              <a:t>Step 1: </a:t>
            </a:r>
            <a:r>
              <a:rPr lang="en-US" altLang="en-US" sz="1350" b="0" dirty="0">
                <a:latin typeface="Comic Sans MS" panose="030F0702030302020204" pitchFamily="66" charset="0"/>
              </a:rPr>
              <a:t>convert the decimal number to binary format</a:t>
            </a:r>
          </a:p>
          <a:p>
            <a:pPr algn="just">
              <a:buFont typeface="Wingdings 2" panose="05020102010507070707" pitchFamily="18" charset="2"/>
              <a:buNone/>
            </a:pPr>
            <a:r>
              <a:rPr lang="en-US" altLang="en-US" sz="1500" b="0" dirty="0">
                <a:solidFill>
                  <a:srgbClr val="FF0000"/>
                </a:solidFill>
                <a:latin typeface="Comic Sans MS" panose="030F0702030302020204" pitchFamily="66" charset="0"/>
              </a:rPr>
              <a:t> Integer Part:</a:t>
            </a:r>
          </a:p>
          <a:p>
            <a:pPr algn="just">
              <a:buFont typeface="Wingdings 2" panose="05020102010507070707" pitchFamily="18" charset="2"/>
              <a:buNone/>
            </a:pPr>
            <a:r>
              <a:rPr lang="en-US" altLang="en-US" sz="1350" b="0" dirty="0">
                <a:latin typeface="Comic Sans MS" panose="030F0702030302020204" pitchFamily="66" charset="0"/>
              </a:rPr>
              <a:t>         convert the integer part (1259) into binary format    </a:t>
            </a:r>
          </a:p>
          <a:p>
            <a:pPr algn="just">
              <a:buFont typeface="Wingdings 2" panose="05020102010507070707" pitchFamily="18" charset="2"/>
              <a:buNone/>
            </a:pPr>
            <a:r>
              <a:rPr lang="en-US" altLang="en-US" sz="1500" b="0" dirty="0">
                <a:latin typeface="Comic Sans MS" panose="030F0702030302020204" pitchFamily="66" charset="0"/>
              </a:rPr>
              <a:t>                              1259 = 10011101011</a:t>
            </a:r>
          </a:p>
          <a:p>
            <a:pPr algn="just">
              <a:buFont typeface="Wingdings 2" panose="05020102010507070707" pitchFamily="18" charset="2"/>
              <a:buNone/>
            </a:pPr>
            <a:r>
              <a:rPr lang="en-US" altLang="en-US" sz="1500" b="0" dirty="0">
                <a:solidFill>
                  <a:srgbClr val="FF0000"/>
                </a:solidFill>
                <a:latin typeface="Comic Sans MS" panose="030F0702030302020204" pitchFamily="66" charset="0"/>
              </a:rPr>
              <a:t>Fractional part:</a:t>
            </a:r>
            <a:r>
              <a:rPr lang="en-US" altLang="en-US" sz="1500" b="0" dirty="0">
                <a:latin typeface="Comic Sans MS" panose="030F0702030302020204" pitchFamily="66" charset="0"/>
              </a:rPr>
              <a:t>   </a:t>
            </a:r>
          </a:p>
          <a:p>
            <a:pPr algn="just">
              <a:buFont typeface="Wingdings 2" panose="05020102010507070707" pitchFamily="18" charset="2"/>
              <a:buNone/>
            </a:pPr>
            <a:r>
              <a:rPr lang="en-US" altLang="en-US" sz="1500" b="0" dirty="0">
                <a:latin typeface="Comic Sans MS" panose="030F0702030302020204" pitchFamily="66" charset="0"/>
              </a:rPr>
              <a:t>    </a:t>
            </a:r>
            <a:r>
              <a:rPr lang="en-US" altLang="en-US" sz="1350" b="0" dirty="0">
                <a:latin typeface="Comic Sans MS" panose="030F0702030302020204" pitchFamily="66" charset="0"/>
              </a:rPr>
              <a:t>convert the fractional part to binary format  </a:t>
            </a:r>
          </a:p>
          <a:p>
            <a:pPr algn="just">
              <a:buFont typeface="Wingdings 2" panose="05020102010507070707" pitchFamily="18" charset="2"/>
              <a:buNone/>
            </a:pPr>
            <a:r>
              <a:rPr lang="en-US" altLang="en-US" sz="1500" b="0" dirty="0">
                <a:latin typeface="Comic Sans MS" panose="030F0702030302020204" pitchFamily="66" charset="0"/>
              </a:rPr>
              <a:t>                           0.125*2 = 0.25     </a:t>
            </a:r>
            <a:r>
              <a:rPr lang="en-US" altLang="en-US" sz="1500" b="0" dirty="0">
                <a:latin typeface="Comic Sans MS" panose="030F0702030302020204" pitchFamily="66" charset="0"/>
                <a:sym typeface="Wingdings" panose="05000000000000000000" pitchFamily="2" charset="2"/>
              </a:rPr>
              <a:t>   0</a:t>
            </a:r>
          </a:p>
          <a:p>
            <a:pPr algn="just">
              <a:buFont typeface="Wingdings 2" panose="05020102010507070707" pitchFamily="18" charset="2"/>
              <a:buNone/>
            </a:pPr>
            <a:r>
              <a:rPr lang="en-US" altLang="en-US" sz="1500" b="0" dirty="0">
                <a:latin typeface="Comic Sans MS" panose="030F0702030302020204" pitchFamily="66" charset="0"/>
                <a:sym typeface="Wingdings" panose="05000000000000000000" pitchFamily="2" charset="2"/>
              </a:rPr>
              <a:t>                           0.25*2 = 0.5         </a:t>
            </a:r>
            <a:r>
              <a:rPr lang="en-US" altLang="en-US" sz="1500" b="0" dirty="0">
                <a:latin typeface="Comic Sans MS" panose="030F0702030302020204" pitchFamily="66" charset="0"/>
              </a:rPr>
              <a:t>   0</a:t>
            </a:r>
          </a:p>
          <a:p>
            <a:pPr algn="just">
              <a:buFont typeface="Wingdings 2" panose="05020102010507070707" pitchFamily="18" charset="2"/>
              <a:buNone/>
            </a:pPr>
            <a:r>
              <a:rPr lang="en-US" altLang="en-US" sz="1500" b="0" dirty="0">
                <a:latin typeface="Comic Sans MS" panose="030F0702030302020204" pitchFamily="66" charset="0"/>
              </a:rPr>
              <a:t>                           0.5* 2  = 1.0          </a:t>
            </a:r>
            <a:r>
              <a:rPr lang="en-US" altLang="en-US" sz="1500" b="0" dirty="0">
                <a:latin typeface="Comic Sans MS" panose="030F0702030302020204" pitchFamily="66" charset="0"/>
                <a:sym typeface="Wingdings" panose="05000000000000000000" pitchFamily="2" charset="2"/>
              </a:rPr>
              <a:t>   1</a:t>
            </a:r>
          </a:p>
          <a:p>
            <a:pPr algn="just">
              <a:buFont typeface="Wingdings 2" panose="05020102010507070707" pitchFamily="18" charset="2"/>
              <a:buNone/>
            </a:pPr>
            <a:r>
              <a:rPr lang="en-US" altLang="en-US" sz="1500" b="0" dirty="0">
                <a:latin typeface="Comic Sans MS" panose="030F0702030302020204" pitchFamily="66" charset="0"/>
                <a:sym typeface="Wingdings" panose="05000000000000000000" pitchFamily="2" charset="2"/>
              </a:rPr>
              <a:t>                            0  </a:t>
            </a:r>
            <a:endParaRPr lang="en-US" altLang="en-US" sz="1500" b="0" dirty="0">
              <a:latin typeface="Comic Sans MS" panose="030F0702030302020204" pitchFamily="66" charset="0"/>
            </a:endParaRPr>
          </a:p>
        </p:txBody>
      </p:sp>
      <p:sp>
        <p:nvSpPr>
          <p:cNvPr id="86021" name="Slide Number Placeholder 5"/>
          <p:cNvSpPr>
            <a:spLocks noGrp="1"/>
          </p:cNvSpPr>
          <p:nvPr>
            <p:ph type="sldNum" sz="quarter" idx="4294967295"/>
          </p:nvPr>
        </p:nvSpPr>
        <p:spPr bwMode="auto">
          <a:xfrm>
            <a:off x="1252538" y="5514975"/>
            <a:ext cx="342900" cy="3429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557213" indent="-214313">
              <a:defRPr>
                <a:solidFill>
                  <a:schemeClr val="tx1"/>
                </a:solidFill>
                <a:latin typeface="Garamond" panose="02020404030301010803" pitchFamily="18" charset="0"/>
              </a:defRPr>
            </a:lvl2pPr>
            <a:lvl3pPr marL="857250" indent="-171450">
              <a:defRPr>
                <a:solidFill>
                  <a:schemeClr val="tx1"/>
                </a:solidFill>
                <a:latin typeface="Garamond" panose="02020404030301010803" pitchFamily="18" charset="0"/>
              </a:defRPr>
            </a:lvl3pPr>
            <a:lvl4pPr marL="1200150" indent="-171450">
              <a:defRPr>
                <a:solidFill>
                  <a:schemeClr val="tx1"/>
                </a:solidFill>
                <a:latin typeface="Garamond" panose="02020404030301010803" pitchFamily="18" charset="0"/>
              </a:defRPr>
            </a:lvl4pPr>
            <a:lvl5pPr marL="1543050" indent="-171450">
              <a:defRPr>
                <a:solidFill>
                  <a:schemeClr val="tx1"/>
                </a:solidFill>
                <a:latin typeface="Garamond" panose="02020404030301010803" pitchFamily="18" charset="0"/>
              </a:defRPr>
            </a:lvl5pPr>
            <a:lvl6pPr marL="1885950" indent="-171450" eaLnBrk="0" fontAlgn="base" hangingPunct="0">
              <a:spcBef>
                <a:spcPct val="0"/>
              </a:spcBef>
              <a:spcAft>
                <a:spcPct val="0"/>
              </a:spcAft>
              <a:defRPr>
                <a:solidFill>
                  <a:schemeClr val="tx1"/>
                </a:solidFill>
                <a:latin typeface="Garamond" panose="02020404030301010803" pitchFamily="18" charset="0"/>
              </a:defRPr>
            </a:lvl6pPr>
            <a:lvl7pPr marL="2228850" indent="-171450" eaLnBrk="0" fontAlgn="base" hangingPunct="0">
              <a:spcBef>
                <a:spcPct val="0"/>
              </a:spcBef>
              <a:spcAft>
                <a:spcPct val="0"/>
              </a:spcAft>
              <a:defRPr>
                <a:solidFill>
                  <a:schemeClr val="tx1"/>
                </a:solidFill>
                <a:latin typeface="Garamond" panose="02020404030301010803" pitchFamily="18" charset="0"/>
              </a:defRPr>
            </a:lvl7pPr>
            <a:lvl8pPr marL="2571750" indent="-171450" eaLnBrk="0" fontAlgn="base" hangingPunct="0">
              <a:spcBef>
                <a:spcPct val="0"/>
              </a:spcBef>
              <a:spcAft>
                <a:spcPct val="0"/>
              </a:spcAft>
              <a:defRPr>
                <a:solidFill>
                  <a:schemeClr val="tx1"/>
                </a:solidFill>
                <a:latin typeface="Garamond" panose="02020404030301010803" pitchFamily="18" charset="0"/>
              </a:defRPr>
            </a:lvl8pPr>
            <a:lvl9pPr marL="2914650" indent="-171450" eaLnBrk="0" fontAlgn="base" hangingPunct="0">
              <a:spcBef>
                <a:spcPct val="0"/>
              </a:spcBef>
              <a:spcAft>
                <a:spcPct val="0"/>
              </a:spcAft>
              <a:defRPr>
                <a:solidFill>
                  <a:schemeClr val="tx1"/>
                </a:solidFill>
                <a:latin typeface="Garamond" panose="02020404030301010803" pitchFamily="18" charset="0"/>
              </a:defRPr>
            </a:lvl9pPr>
          </a:lstStyle>
          <a:p>
            <a:fld id="{E7B05D18-D172-45F1-8241-C6DCCD2C6927}" type="slidenum">
              <a:rPr lang="en-US" altLang="en-US" smtClean="0">
                <a:solidFill>
                  <a:srgbClr val="FFFFFF"/>
                </a:solidFill>
                <a:latin typeface="Franklin Gothic Book" panose="020B0503020102020204" pitchFamily="34" charset="0"/>
              </a:rPr>
              <a:pPr/>
              <a:t>66</a:t>
            </a:fld>
            <a:endParaRPr lang="en-US" altLang="en-US">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42774965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Content Placeholder 2"/>
          <p:cNvSpPr>
            <a:spLocks noGrp="1"/>
          </p:cNvSpPr>
          <p:nvPr>
            <p:ph sz="quarter" idx="1"/>
          </p:nvPr>
        </p:nvSpPr>
        <p:spPr>
          <a:xfrm>
            <a:off x="685800" y="1066800"/>
            <a:ext cx="6972300" cy="4142031"/>
          </a:xfrm>
        </p:spPr>
        <p:txBody>
          <a:bodyPr/>
          <a:lstStyle/>
          <a:p>
            <a:pPr algn="just">
              <a:buFont typeface="Wingdings 2" panose="05020102010507070707" pitchFamily="18" charset="2"/>
              <a:buNone/>
            </a:pPr>
            <a:r>
              <a:rPr lang="en-US" altLang="en-US" b="0"/>
              <a:t> </a:t>
            </a:r>
            <a:r>
              <a:rPr lang="en-US" altLang="en-US" sz="1500" b="0">
                <a:latin typeface="Comic Sans MS" panose="030F0702030302020204" pitchFamily="66" charset="0"/>
              </a:rPr>
              <a:t>hence </a:t>
            </a:r>
          </a:p>
          <a:p>
            <a:pPr algn="just">
              <a:buFont typeface="Wingdings 2" panose="05020102010507070707" pitchFamily="18" charset="2"/>
              <a:buNone/>
            </a:pPr>
            <a:r>
              <a:rPr lang="en-US" altLang="en-US" sz="1500" b="0">
                <a:latin typeface="Comic Sans MS" panose="030F0702030302020204" pitchFamily="66" charset="0"/>
              </a:rPr>
              <a:t>           0.125 = 0.001</a:t>
            </a:r>
          </a:p>
          <a:p>
            <a:pPr algn="just">
              <a:buFont typeface="Wingdings 2" panose="05020102010507070707" pitchFamily="18" charset="2"/>
              <a:buNone/>
            </a:pPr>
            <a:r>
              <a:rPr lang="en-US" altLang="en-US" sz="1500" b="0">
                <a:latin typeface="Comic Sans MS" panose="030F0702030302020204" pitchFamily="66" charset="0"/>
              </a:rPr>
              <a:t>   therefore </a:t>
            </a:r>
          </a:p>
          <a:p>
            <a:pPr algn="just">
              <a:buFont typeface="Wingdings 2" panose="05020102010507070707" pitchFamily="18" charset="2"/>
              <a:buNone/>
            </a:pPr>
            <a:r>
              <a:rPr lang="en-US" altLang="en-US" sz="1500" b="0">
                <a:latin typeface="Comic Sans MS" panose="030F0702030302020204" pitchFamily="66" charset="0"/>
              </a:rPr>
              <a:t>     1259.125 = 10011101011 + 0.001</a:t>
            </a:r>
          </a:p>
          <a:p>
            <a:pPr algn="just">
              <a:buFont typeface="Wingdings 2" panose="05020102010507070707" pitchFamily="18" charset="2"/>
              <a:buNone/>
            </a:pPr>
            <a:r>
              <a:rPr lang="en-US" altLang="en-US" sz="1500" b="0">
                <a:latin typeface="Comic Sans MS" panose="030F0702030302020204" pitchFamily="66" charset="0"/>
              </a:rPr>
              <a:t>                    =  10011101011.001</a:t>
            </a:r>
          </a:p>
          <a:p>
            <a:pPr algn="just">
              <a:buFont typeface="Wingdings 2" panose="05020102010507070707" pitchFamily="18" charset="2"/>
              <a:buNone/>
            </a:pPr>
            <a:endParaRPr lang="en-US" altLang="en-US" sz="1500" b="0">
              <a:latin typeface="Comic Sans MS" panose="030F0702030302020204" pitchFamily="66" charset="0"/>
            </a:endParaRPr>
          </a:p>
          <a:p>
            <a:pPr algn="just">
              <a:buFont typeface="Wingdings 2" panose="05020102010507070707" pitchFamily="18" charset="2"/>
              <a:buNone/>
            </a:pPr>
            <a:r>
              <a:rPr lang="en-US" altLang="en-US" sz="1500" b="0" u="sng">
                <a:solidFill>
                  <a:srgbClr val="FF0000"/>
                </a:solidFill>
                <a:latin typeface="Comic Sans MS" panose="030F0702030302020204" pitchFamily="66" charset="0"/>
              </a:rPr>
              <a:t>Step2: </a:t>
            </a:r>
            <a:r>
              <a:rPr lang="en-US" altLang="en-US" sz="1500" b="0">
                <a:latin typeface="Comic Sans MS" panose="030F0702030302020204" pitchFamily="66" charset="0"/>
              </a:rPr>
              <a:t>Normalize the number </a:t>
            </a:r>
          </a:p>
          <a:p>
            <a:pPr algn="just">
              <a:buFont typeface="Wingdings 2" panose="05020102010507070707" pitchFamily="18" charset="2"/>
              <a:buNone/>
            </a:pPr>
            <a:r>
              <a:rPr lang="en-US" altLang="en-US" sz="1500" b="0">
                <a:latin typeface="Comic Sans MS" panose="030F0702030302020204" pitchFamily="66" charset="0"/>
              </a:rPr>
              <a:t>   </a:t>
            </a:r>
          </a:p>
          <a:p>
            <a:pPr algn="just">
              <a:buFont typeface="Wingdings 2" panose="05020102010507070707" pitchFamily="18" charset="2"/>
              <a:buNone/>
            </a:pPr>
            <a:r>
              <a:rPr lang="en-US" altLang="en-US" sz="1500" b="0">
                <a:latin typeface="Comic Sans MS" panose="030F0702030302020204" pitchFamily="66" charset="0"/>
              </a:rPr>
              <a:t>                10011101011.001 = 1.0011101011001*2</a:t>
            </a:r>
            <a:r>
              <a:rPr lang="en-US" altLang="en-US" sz="1500" b="0" baseline="30000">
                <a:latin typeface="Comic Sans MS" panose="030F0702030302020204" pitchFamily="66" charset="0"/>
              </a:rPr>
              <a:t>10</a:t>
            </a:r>
          </a:p>
          <a:p>
            <a:pPr algn="just">
              <a:buFont typeface="Wingdings 2" panose="05020102010507070707" pitchFamily="18" charset="2"/>
              <a:buNone/>
            </a:pPr>
            <a:endParaRPr lang="en-US" altLang="en-US" sz="1500" b="0">
              <a:latin typeface="Comic Sans MS" panose="030F0702030302020204" pitchFamily="66" charset="0"/>
            </a:endParaRPr>
          </a:p>
          <a:p>
            <a:pPr algn="just">
              <a:buFont typeface="Wingdings 2" panose="05020102010507070707" pitchFamily="18" charset="2"/>
              <a:buNone/>
            </a:pPr>
            <a:r>
              <a:rPr lang="en-US" altLang="en-US" sz="1500" b="0" u="sng">
                <a:solidFill>
                  <a:srgbClr val="FF0000"/>
                </a:solidFill>
                <a:latin typeface="Comic Sans MS" panose="030F0702030302020204" pitchFamily="66" charset="0"/>
              </a:rPr>
              <a:t>Single Precision Representation:</a:t>
            </a:r>
          </a:p>
          <a:p>
            <a:pPr algn="just">
              <a:buFont typeface="Wingdings 2" panose="05020102010507070707" pitchFamily="18" charset="2"/>
              <a:buNone/>
            </a:pPr>
            <a:r>
              <a:rPr lang="en-US" altLang="en-US" sz="1500" b="0">
                <a:latin typeface="Comic Sans MS" panose="030F0702030302020204" pitchFamily="66" charset="0"/>
              </a:rPr>
              <a:t>Sign:</a:t>
            </a:r>
          </a:p>
          <a:p>
            <a:pPr algn="just">
              <a:buFont typeface="Wingdings 2" panose="05020102010507070707" pitchFamily="18" charset="2"/>
              <a:buNone/>
            </a:pPr>
            <a:r>
              <a:rPr lang="en-US" altLang="en-US" sz="1500" b="0">
                <a:latin typeface="Comic Sans MS" panose="030F0702030302020204" pitchFamily="66" charset="0"/>
              </a:rPr>
              <a:t>       </a:t>
            </a:r>
            <a:r>
              <a:rPr lang="en-US" altLang="en-US" sz="1350" b="0">
                <a:latin typeface="Comic Sans MS" panose="030F0702030302020204" pitchFamily="66" charset="0"/>
              </a:rPr>
              <a:t>The sign of given number is positive hence the sign bit is equal to 0.</a:t>
            </a:r>
          </a:p>
        </p:txBody>
      </p:sp>
      <p:sp>
        <p:nvSpPr>
          <p:cNvPr id="87045" name="Slide Number Placeholder 5"/>
          <p:cNvSpPr>
            <a:spLocks noGrp="1"/>
          </p:cNvSpPr>
          <p:nvPr>
            <p:ph type="sldNum" sz="quarter" idx="4294967295"/>
          </p:nvPr>
        </p:nvSpPr>
        <p:spPr bwMode="auto">
          <a:xfrm>
            <a:off x="1252538" y="5514975"/>
            <a:ext cx="342900" cy="3429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557213" indent="-214313">
              <a:defRPr>
                <a:solidFill>
                  <a:schemeClr val="tx1"/>
                </a:solidFill>
                <a:latin typeface="Garamond" panose="02020404030301010803" pitchFamily="18" charset="0"/>
              </a:defRPr>
            </a:lvl2pPr>
            <a:lvl3pPr marL="857250" indent="-171450">
              <a:defRPr>
                <a:solidFill>
                  <a:schemeClr val="tx1"/>
                </a:solidFill>
                <a:latin typeface="Garamond" panose="02020404030301010803" pitchFamily="18" charset="0"/>
              </a:defRPr>
            </a:lvl3pPr>
            <a:lvl4pPr marL="1200150" indent="-171450">
              <a:defRPr>
                <a:solidFill>
                  <a:schemeClr val="tx1"/>
                </a:solidFill>
                <a:latin typeface="Garamond" panose="02020404030301010803" pitchFamily="18" charset="0"/>
              </a:defRPr>
            </a:lvl4pPr>
            <a:lvl5pPr marL="1543050" indent="-171450">
              <a:defRPr>
                <a:solidFill>
                  <a:schemeClr val="tx1"/>
                </a:solidFill>
                <a:latin typeface="Garamond" panose="02020404030301010803" pitchFamily="18" charset="0"/>
              </a:defRPr>
            </a:lvl5pPr>
            <a:lvl6pPr marL="1885950" indent="-171450" eaLnBrk="0" fontAlgn="base" hangingPunct="0">
              <a:spcBef>
                <a:spcPct val="0"/>
              </a:spcBef>
              <a:spcAft>
                <a:spcPct val="0"/>
              </a:spcAft>
              <a:defRPr>
                <a:solidFill>
                  <a:schemeClr val="tx1"/>
                </a:solidFill>
                <a:latin typeface="Garamond" panose="02020404030301010803" pitchFamily="18" charset="0"/>
              </a:defRPr>
            </a:lvl6pPr>
            <a:lvl7pPr marL="2228850" indent="-171450" eaLnBrk="0" fontAlgn="base" hangingPunct="0">
              <a:spcBef>
                <a:spcPct val="0"/>
              </a:spcBef>
              <a:spcAft>
                <a:spcPct val="0"/>
              </a:spcAft>
              <a:defRPr>
                <a:solidFill>
                  <a:schemeClr val="tx1"/>
                </a:solidFill>
                <a:latin typeface="Garamond" panose="02020404030301010803" pitchFamily="18" charset="0"/>
              </a:defRPr>
            </a:lvl7pPr>
            <a:lvl8pPr marL="2571750" indent="-171450" eaLnBrk="0" fontAlgn="base" hangingPunct="0">
              <a:spcBef>
                <a:spcPct val="0"/>
              </a:spcBef>
              <a:spcAft>
                <a:spcPct val="0"/>
              </a:spcAft>
              <a:defRPr>
                <a:solidFill>
                  <a:schemeClr val="tx1"/>
                </a:solidFill>
                <a:latin typeface="Garamond" panose="02020404030301010803" pitchFamily="18" charset="0"/>
              </a:defRPr>
            </a:lvl8pPr>
            <a:lvl9pPr marL="2914650" indent="-171450" eaLnBrk="0" fontAlgn="base" hangingPunct="0">
              <a:spcBef>
                <a:spcPct val="0"/>
              </a:spcBef>
              <a:spcAft>
                <a:spcPct val="0"/>
              </a:spcAft>
              <a:defRPr>
                <a:solidFill>
                  <a:schemeClr val="tx1"/>
                </a:solidFill>
                <a:latin typeface="Garamond" panose="02020404030301010803" pitchFamily="18" charset="0"/>
              </a:defRPr>
            </a:lvl9pPr>
          </a:lstStyle>
          <a:p>
            <a:fld id="{0FBD9290-ABE9-4CDB-99C3-149873EBB696}" type="slidenum">
              <a:rPr lang="en-US" altLang="en-US" smtClean="0">
                <a:solidFill>
                  <a:srgbClr val="FFFFFF"/>
                </a:solidFill>
                <a:latin typeface="Franklin Gothic Book" panose="020B0503020102020204" pitchFamily="34" charset="0"/>
              </a:rPr>
              <a:pPr/>
              <a:t>67</a:t>
            </a:fld>
            <a:endParaRPr lang="en-US" altLang="en-US">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40350978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Content Placeholder 2"/>
          <p:cNvSpPr>
            <a:spLocks noGrp="1"/>
          </p:cNvSpPr>
          <p:nvPr>
            <p:ph sz="quarter" idx="1"/>
          </p:nvPr>
        </p:nvSpPr>
        <p:spPr>
          <a:xfrm>
            <a:off x="685800" y="1219200"/>
            <a:ext cx="6972300" cy="4591706"/>
          </a:xfrm>
        </p:spPr>
        <p:txBody>
          <a:bodyPr/>
          <a:lstStyle/>
          <a:p>
            <a:pPr algn="just">
              <a:buFont typeface="Wingdings 2" panose="05020102010507070707" pitchFamily="18" charset="2"/>
              <a:buNone/>
            </a:pPr>
            <a:r>
              <a:rPr lang="en-US" altLang="en-US" sz="1500" b="0" u="sng">
                <a:solidFill>
                  <a:srgbClr val="FF0000"/>
                </a:solidFill>
                <a:latin typeface="Comic Sans MS" panose="030F0702030302020204" pitchFamily="66" charset="0"/>
              </a:rPr>
              <a:t>Exponent:</a:t>
            </a:r>
          </a:p>
          <a:p>
            <a:pPr algn="just">
              <a:buFont typeface="Wingdings 2" panose="05020102010507070707" pitchFamily="18" charset="2"/>
              <a:buNone/>
            </a:pPr>
            <a:r>
              <a:rPr lang="en-US" altLang="en-US" sz="1350" b="0">
                <a:latin typeface="Comic Sans MS" panose="030F0702030302020204" pitchFamily="66" charset="0"/>
              </a:rPr>
              <a:t> the actual exponent E  = 10</a:t>
            </a:r>
          </a:p>
          <a:p>
            <a:pPr algn="just">
              <a:buFont typeface="Wingdings 2" panose="05020102010507070707" pitchFamily="18" charset="2"/>
              <a:buNone/>
            </a:pPr>
            <a:endParaRPr lang="en-US" altLang="en-US" sz="1350" b="0">
              <a:latin typeface="Comic Sans MS" panose="030F0702030302020204" pitchFamily="66" charset="0"/>
            </a:endParaRPr>
          </a:p>
          <a:p>
            <a:pPr algn="just">
              <a:buFont typeface="Wingdings 2" panose="05020102010507070707" pitchFamily="18" charset="2"/>
              <a:buNone/>
            </a:pPr>
            <a:r>
              <a:rPr lang="en-US" altLang="en-US" sz="1350" b="0">
                <a:latin typeface="Comic Sans MS" panose="030F0702030302020204" pitchFamily="66" charset="0"/>
              </a:rPr>
              <a:t> hence the exponent in excess 127-format is E’ is equal to E+127</a:t>
            </a:r>
          </a:p>
          <a:p>
            <a:pPr algn="just">
              <a:buFont typeface="Wingdings 2" panose="05020102010507070707" pitchFamily="18" charset="2"/>
              <a:buNone/>
            </a:pPr>
            <a:r>
              <a:rPr lang="en-US" altLang="en-US" sz="1350" b="0">
                <a:latin typeface="Comic Sans MS" panose="030F0702030302020204" pitchFamily="66" charset="0"/>
              </a:rPr>
              <a:t>  </a:t>
            </a:r>
          </a:p>
          <a:p>
            <a:pPr algn="just">
              <a:buFont typeface="Wingdings 2" panose="05020102010507070707" pitchFamily="18" charset="2"/>
              <a:buNone/>
            </a:pPr>
            <a:r>
              <a:rPr lang="en-US" altLang="en-US" sz="1350" b="0">
                <a:latin typeface="Comic Sans MS" panose="030F0702030302020204" pitchFamily="66" charset="0"/>
              </a:rPr>
              <a:t>                          E’ = 10 + 127 = 137 </a:t>
            </a:r>
          </a:p>
          <a:p>
            <a:pPr algn="just">
              <a:buFont typeface="Wingdings 2" panose="05020102010507070707" pitchFamily="18" charset="2"/>
              <a:buNone/>
            </a:pPr>
            <a:endParaRPr lang="en-US" altLang="en-US" sz="1350" b="0">
              <a:latin typeface="Comic Sans MS" panose="030F0702030302020204" pitchFamily="66" charset="0"/>
            </a:endParaRPr>
          </a:p>
          <a:p>
            <a:pPr algn="just">
              <a:buFont typeface="Wingdings 2" panose="05020102010507070707" pitchFamily="18" charset="2"/>
              <a:buNone/>
            </a:pPr>
            <a:r>
              <a:rPr lang="en-US" altLang="en-US" sz="1350" b="0">
                <a:latin typeface="Comic Sans MS" panose="030F0702030302020204" pitchFamily="66" charset="0"/>
              </a:rPr>
              <a:t>The binary representation of 137 is 10001001</a:t>
            </a:r>
          </a:p>
          <a:p>
            <a:pPr algn="just">
              <a:buFont typeface="Wingdings 2" panose="05020102010507070707" pitchFamily="18" charset="2"/>
              <a:buNone/>
            </a:pPr>
            <a:r>
              <a:rPr lang="en-US" altLang="en-US" sz="1350" b="0">
                <a:latin typeface="Comic Sans MS" panose="030F0702030302020204" pitchFamily="66" charset="0"/>
              </a:rPr>
              <a:t>                                   E’ = 10001001</a:t>
            </a:r>
          </a:p>
          <a:p>
            <a:pPr algn="just">
              <a:buFont typeface="Wingdings 2" panose="05020102010507070707" pitchFamily="18" charset="2"/>
              <a:buNone/>
            </a:pPr>
            <a:r>
              <a:rPr lang="en-US" altLang="en-US" sz="1350" b="0" u="sng">
                <a:solidFill>
                  <a:srgbClr val="FF0000"/>
                </a:solidFill>
                <a:latin typeface="Comic Sans MS" panose="030F0702030302020204" pitchFamily="66" charset="0"/>
              </a:rPr>
              <a:t>Mantissa:</a:t>
            </a:r>
          </a:p>
          <a:p>
            <a:pPr algn="just">
              <a:buFont typeface="Wingdings 2" panose="05020102010507070707" pitchFamily="18" charset="2"/>
              <a:buNone/>
            </a:pPr>
            <a:r>
              <a:rPr lang="en-US" altLang="en-US" sz="1350" b="0">
                <a:solidFill>
                  <a:srgbClr val="FF0000"/>
                </a:solidFill>
                <a:latin typeface="Comic Sans MS" panose="030F0702030302020204" pitchFamily="66" charset="0"/>
              </a:rPr>
              <a:t> </a:t>
            </a:r>
            <a:r>
              <a:rPr lang="en-US" altLang="en-US" sz="1350" b="0">
                <a:latin typeface="Comic Sans MS" panose="030F0702030302020204" pitchFamily="66" charset="0"/>
              </a:rPr>
              <a:t>the mantissa is equal to 0011101011001</a:t>
            </a:r>
          </a:p>
          <a:p>
            <a:pPr algn="just">
              <a:buFont typeface="Wingdings 2" panose="05020102010507070707" pitchFamily="18" charset="2"/>
              <a:buNone/>
            </a:pPr>
            <a:r>
              <a:rPr lang="en-US" altLang="en-US" sz="1350" b="0">
                <a:latin typeface="Comic Sans MS" panose="030F0702030302020204" pitchFamily="66" charset="0"/>
              </a:rPr>
              <a:t>       hence M = 0011101011001……….0</a:t>
            </a:r>
          </a:p>
          <a:p>
            <a:pPr algn="just">
              <a:buFont typeface="Wingdings 2" panose="05020102010507070707" pitchFamily="18" charset="2"/>
              <a:buNone/>
            </a:pPr>
            <a:r>
              <a:rPr lang="en-US" altLang="en-US" sz="1350" b="0">
                <a:latin typeface="Comic Sans MS" panose="030F0702030302020204" pitchFamily="66" charset="0"/>
              </a:rPr>
              <a:t> hence the single precision representation of 1259.125 is given as</a:t>
            </a:r>
          </a:p>
          <a:p>
            <a:pPr algn="just">
              <a:buFont typeface="Wingdings 2" panose="05020102010507070707" pitchFamily="18" charset="2"/>
              <a:buNone/>
            </a:pPr>
            <a:endParaRPr lang="en-US" altLang="en-US" sz="1350" b="0">
              <a:latin typeface="Comic Sans MS" panose="030F0702030302020204" pitchFamily="66" charset="0"/>
            </a:endParaRPr>
          </a:p>
          <a:p>
            <a:pPr algn="just">
              <a:buFont typeface="Wingdings 2" panose="05020102010507070707" pitchFamily="18" charset="2"/>
              <a:buNone/>
            </a:pPr>
            <a:r>
              <a:rPr lang="en-US" altLang="en-US" sz="1350" b="0">
                <a:latin typeface="Comic Sans MS" panose="030F0702030302020204" pitchFamily="66" charset="0"/>
              </a:rPr>
              <a:t>                 1259.125 = 0  10001001 00111010110010000000000</a:t>
            </a:r>
          </a:p>
          <a:p>
            <a:pPr algn="just">
              <a:buFont typeface="Wingdings 2" panose="05020102010507070707" pitchFamily="18" charset="2"/>
              <a:buNone/>
            </a:pPr>
            <a:r>
              <a:rPr lang="en-US" altLang="en-US" sz="1350" b="0">
                <a:latin typeface="Comic Sans MS" panose="030F0702030302020204" pitchFamily="66" charset="0"/>
              </a:rPr>
              <a:t>                               </a:t>
            </a:r>
            <a:r>
              <a:rPr lang="en-US" altLang="en-US" sz="1350" b="0">
                <a:solidFill>
                  <a:srgbClr val="FF0000"/>
                </a:solidFill>
                <a:latin typeface="Comic Sans MS" panose="030F0702030302020204" pitchFamily="66" charset="0"/>
              </a:rPr>
              <a:t>S     E’             M</a:t>
            </a:r>
          </a:p>
        </p:txBody>
      </p:sp>
      <p:sp>
        <p:nvSpPr>
          <p:cNvPr id="88069" name="Slide Number Placeholder 5"/>
          <p:cNvSpPr>
            <a:spLocks noGrp="1"/>
          </p:cNvSpPr>
          <p:nvPr>
            <p:ph type="sldNum" sz="quarter" idx="4294967295"/>
          </p:nvPr>
        </p:nvSpPr>
        <p:spPr bwMode="auto">
          <a:xfrm>
            <a:off x="1252538" y="5514975"/>
            <a:ext cx="342900" cy="3429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557213" indent="-214313">
              <a:defRPr>
                <a:solidFill>
                  <a:schemeClr val="tx1"/>
                </a:solidFill>
                <a:latin typeface="Garamond" panose="02020404030301010803" pitchFamily="18" charset="0"/>
              </a:defRPr>
            </a:lvl2pPr>
            <a:lvl3pPr marL="857250" indent="-171450">
              <a:defRPr>
                <a:solidFill>
                  <a:schemeClr val="tx1"/>
                </a:solidFill>
                <a:latin typeface="Garamond" panose="02020404030301010803" pitchFamily="18" charset="0"/>
              </a:defRPr>
            </a:lvl3pPr>
            <a:lvl4pPr marL="1200150" indent="-171450">
              <a:defRPr>
                <a:solidFill>
                  <a:schemeClr val="tx1"/>
                </a:solidFill>
                <a:latin typeface="Garamond" panose="02020404030301010803" pitchFamily="18" charset="0"/>
              </a:defRPr>
            </a:lvl4pPr>
            <a:lvl5pPr marL="1543050" indent="-171450">
              <a:defRPr>
                <a:solidFill>
                  <a:schemeClr val="tx1"/>
                </a:solidFill>
                <a:latin typeface="Garamond" panose="02020404030301010803" pitchFamily="18" charset="0"/>
              </a:defRPr>
            </a:lvl5pPr>
            <a:lvl6pPr marL="1885950" indent="-171450" eaLnBrk="0" fontAlgn="base" hangingPunct="0">
              <a:spcBef>
                <a:spcPct val="0"/>
              </a:spcBef>
              <a:spcAft>
                <a:spcPct val="0"/>
              </a:spcAft>
              <a:defRPr>
                <a:solidFill>
                  <a:schemeClr val="tx1"/>
                </a:solidFill>
                <a:latin typeface="Garamond" panose="02020404030301010803" pitchFamily="18" charset="0"/>
              </a:defRPr>
            </a:lvl6pPr>
            <a:lvl7pPr marL="2228850" indent="-171450" eaLnBrk="0" fontAlgn="base" hangingPunct="0">
              <a:spcBef>
                <a:spcPct val="0"/>
              </a:spcBef>
              <a:spcAft>
                <a:spcPct val="0"/>
              </a:spcAft>
              <a:defRPr>
                <a:solidFill>
                  <a:schemeClr val="tx1"/>
                </a:solidFill>
                <a:latin typeface="Garamond" panose="02020404030301010803" pitchFamily="18" charset="0"/>
              </a:defRPr>
            </a:lvl7pPr>
            <a:lvl8pPr marL="2571750" indent="-171450" eaLnBrk="0" fontAlgn="base" hangingPunct="0">
              <a:spcBef>
                <a:spcPct val="0"/>
              </a:spcBef>
              <a:spcAft>
                <a:spcPct val="0"/>
              </a:spcAft>
              <a:defRPr>
                <a:solidFill>
                  <a:schemeClr val="tx1"/>
                </a:solidFill>
                <a:latin typeface="Garamond" panose="02020404030301010803" pitchFamily="18" charset="0"/>
              </a:defRPr>
            </a:lvl8pPr>
            <a:lvl9pPr marL="2914650" indent="-171450" eaLnBrk="0" fontAlgn="base" hangingPunct="0">
              <a:spcBef>
                <a:spcPct val="0"/>
              </a:spcBef>
              <a:spcAft>
                <a:spcPct val="0"/>
              </a:spcAft>
              <a:defRPr>
                <a:solidFill>
                  <a:schemeClr val="tx1"/>
                </a:solidFill>
                <a:latin typeface="Garamond" panose="02020404030301010803" pitchFamily="18" charset="0"/>
              </a:defRPr>
            </a:lvl9pPr>
          </a:lstStyle>
          <a:p>
            <a:fld id="{F02CFF01-42A5-4B34-98F6-8FAD680C06E7}" type="slidenum">
              <a:rPr lang="en-US" altLang="en-US" smtClean="0">
                <a:solidFill>
                  <a:srgbClr val="FFFFFF"/>
                </a:solidFill>
                <a:latin typeface="Franklin Gothic Book" panose="020B0503020102020204" pitchFamily="34" charset="0"/>
              </a:rPr>
              <a:pPr/>
              <a:t>68</a:t>
            </a:fld>
            <a:endParaRPr lang="en-US" altLang="en-US">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33428002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Content Placeholder 2"/>
          <p:cNvSpPr>
            <a:spLocks noGrp="1"/>
          </p:cNvSpPr>
          <p:nvPr>
            <p:ph sz="quarter" idx="1"/>
          </p:nvPr>
        </p:nvSpPr>
        <p:spPr>
          <a:xfrm>
            <a:off x="533400" y="1085851"/>
            <a:ext cx="7124700" cy="5647828"/>
          </a:xfrm>
        </p:spPr>
        <p:txBody>
          <a:bodyPr/>
          <a:lstStyle/>
          <a:p>
            <a:pPr algn="just">
              <a:buFont typeface="Wingdings 2" panose="05020102010507070707" pitchFamily="18" charset="2"/>
              <a:buNone/>
            </a:pPr>
            <a:r>
              <a:rPr lang="en-US" altLang="en-US" sz="1500" b="0" u="sng">
                <a:solidFill>
                  <a:srgbClr val="FF0000"/>
                </a:solidFill>
                <a:latin typeface="Comic Sans MS" panose="030F0702030302020204" pitchFamily="66" charset="0"/>
              </a:rPr>
              <a:t>Double Precision:</a:t>
            </a:r>
          </a:p>
          <a:p>
            <a:pPr algn="just">
              <a:buFont typeface="Wingdings 2" panose="05020102010507070707" pitchFamily="18" charset="2"/>
              <a:buNone/>
            </a:pPr>
            <a:endParaRPr lang="en-US" altLang="en-US" sz="1500" b="0" u="sng">
              <a:solidFill>
                <a:srgbClr val="FF0000"/>
              </a:solidFill>
              <a:latin typeface="Comic Sans MS" panose="030F0702030302020204" pitchFamily="66" charset="0"/>
            </a:endParaRPr>
          </a:p>
          <a:p>
            <a:pPr algn="just">
              <a:buFont typeface="Wingdings 2" panose="05020102010507070707" pitchFamily="18" charset="2"/>
              <a:buNone/>
            </a:pPr>
            <a:r>
              <a:rPr lang="en-US" altLang="en-US" sz="1350" b="0">
                <a:latin typeface="Comic Sans MS" panose="030F0702030302020204" pitchFamily="66" charset="0"/>
              </a:rPr>
              <a:t>In double precision representation 1 bit is used to indicate sign, 11 bits to represent the exponent and 52-bits to represent mantissa.</a:t>
            </a:r>
          </a:p>
          <a:p>
            <a:pPr algn="just">
              <a:buFont typeface="Wingdings 2" panose="05020102010507070707" pitchFamily="18" charset="2"/>
              <a:buNone/>
            </a:pPr>
            <a:endParaRPr lang="en-US" altLang="en-US" sz="1350" b="0">
              <a:latin typeface="Comic Sans MS" panose="030F0702030302020204" pitchFamily="66" charset="0"/>
            </a:endParaRPr>
          </a:p>
          <a:p>
            <a:pPr algn="just">
              <a:buFont typeface="Wingdings 2" panose="05020102010507070707" pitchFamily="18" charset="2"/>
              <a:buNone/>
            </a:pPr>
            <a:r>
              <a:rPr lang="en-US" altLang="en-US" sz="1350" b="0">
                <a:latin typeface="Comic Sans MS" panose="030F0702030302020204" pitchFamily="66" charset="0"/>
              </a:rPr>
              <a:t>  for a given number  </a:t>
            </a:r>
          </a:p>
          <a:p>
            <a:pPr algn="just">
              <a:buFont typeface="Wingdings 2" panose="05020102010507070707" pitchFamily="18" charset="2"/>
              <a:buNone/>
            </a:pPr>
            <a:r>
              <a:rPr lang="en-US" altLang="en-US" sz="1350" b="0">
                <a:latin typeface="Comic Sans MS" panose="030F0702030302020204" pitchFamily="66" charset="0"/>
              </a:rPr>
              <a:t>                   sign = 0</a:t>
            </a:r>
          </a:p>
          <a:p>
            <a:pPr algn="just">
              <a:buFont typeface="Wingdings 2" panose="05020102010507070707" pitchFamily="18" charset="2"/>
              <a:buNone/>
            </a:pPr>
            <a:r>
              <a:rPr lang="en-US" altLang="en-US" sz="1350" b="0">
                <a:latin typeface="Comic Sans MS" panose="030F0702030302020204" pitchFamily="66" charset="0"/>
              </a:rPr>
              <a:t>             exponent (E) = 10</a:t>
            </a:r>
          </a:p>
          <a:p>
            <a:pPr algn="just">
              <a:buFont typeface="Wingdings 2" panose="05020102010507070707" pitchFamily="18" charset="2"/>
              <a:buNone/>
            </a:pPr>
            <a:r>
              <a:rPr lang="en-US" altLang="en-US" sz="1350" b="0">
                <a:latin typeface="Comic Sans MS" panose="030F0702030302020204" pitchFamily="66" charset="0"/>
              </a:rPr>
              <a:t>Hence the exponent in excess- 1023 format (E’) is given as  </a:t>
            </a:r>
          </a:p>
          <a:p>
            <a:pPr algn="just">
              <a:buFont typeface="Wingdings 2" panose="05020102010507070707" pitchFamily="18" charset="2"/>
              <a:buNone/>
            </a:pPr>
            <a:endParaRPr lang="en-US" altLang="en-US" sz="1350" b="0">
              <a:latin typeface="Comic Sans MS" panose="030F0702030302020204" pitchFamily="66" charset="0"/>
            </a:endParaRPr>
          </a:p>
          <a:p>
            <a:pPr algn="just">
              <a:buFont typeface="Wingdings 2" panose="05020102010507070707" pitchFamily="18" charset="2"/>
              <a:buNone/>
            </a:pPr>
            <a:r>
              <a:rPr lang="en-US" altLang="en-US" sz="1350" b="0">
                <a:latin typeface="Comic Sans MS" panose="030F0702030302020204" pitchFamily="66" charset="0"/>
              </a:rPr>
              <a:t>                          E’ = E + 1023 </a:t>
            </a:r>
          </a:p>
          <a:p>
            <a:pPr algn="just">
              <a:buFont typeface="Wingdings 2" panose="05020102010507070707" pitchFamily="18" charset="2"/>
              <a:buNone/>
            </a:pPr>
            <a:r>
              <a:rPr lang="en-US" altLang="en-US" sz="1350" b="0">
                <a:latin typeface="Comic Sans MS" panose="030F0702030302020204" pitchFamily="66" charset="0"/>
              </a:rPr>
              <a:t>                             = 10 + 1023 </a:t>
            </a:r>
          </a:p>
          <a:p>
            <a:pPr algn="just">
              <a:buFont typeface="Wingdings 2" panose="05020102010507070707" pitchFamily="18" charset="2"/>
              <a:buNone/>
            </a:pPr>
            <a:r>
              <a:rPr lang="en-US" altLang="en-US" sz="1350" b="0">
                <a:latin typeface="Comic Sans MS" panose="030F0702030302020204" pitchFamily="66" charset="0"/>
              </a:rPr>
              <a:t>                             = 1033 </a:t>
            </a:r>
          </a:p>
          <a:p>
            <a:pPr algn="just">
              <a:buFont typeface="Wingdings 2" panose="05020102010507070707" pitchFamily="18" charset="2"/>
              <a:buNone/>
            </a:pPr>
            <a:r>
              <a:rPr lang="en-US" altLang="en-US" sz="1350" b="0">
                <a:latin typeface="Comic Sans MS" panose="030F0702030302020204" pitchFamily="66" charset="0"/>
              </a:rPr>
              <a:t>The binary representation of 1033 is </a:t>
            </a:r>
          </a:p>
          <a:p>
            <a:pPr algn="just">
              <a:buFont typeface="Wingdings 2" panose="05020102010507070707" pitchFamily="18" charset="2"/>
              <a:buNone/>
            </a:pPr>
            <a:r>
              <a:rPr lang="en-US" altLang="en-US" sz="1350" b="0">
                <a:latin typeface="Comic Sans MS" panose="030F0702030302020204" pitchFamily="66" charset="0"/>
              </a:rPr>
              <a:t>                        E’ = 10000001001</a:t>
            </a:r>
          </a:p>
          <a:p>
            <a:pPr algn="just">
              <a:buFont typeface="Wingdings 2" panose="05020102010507070707" pitchFamily="18" charset="2"/>
              <a:buNone/>
            </a:pPr>
            <a:endParaRPr lang="en-US" altLang="en-US" sz="1350" b="0">
              <a:latin typeface="Comic Sans MS" panose="030F0702030302020204" pitchFamily="66" charset="0"/>
            </a:endParaRPr>
          </a:p>
          <a:p>
            <a:pPr algn="just">
              <a:buFont typeface="Wingdings 2" panose="05020102010507070707" pitchFamily="18" charset="2"/>
              <a:buNone/>
            </a:pPr>
            <a:endParaRPr lang="en-US" altLang="en-US" sz="1350" b="0">
              <a:latin typeface="Comic Sans MS" panose="030F0702030302020204" pitchFamily="66" charset="0"/>
            </a:endParaRPr>
          </a:p>
          <a:p>
            <a:pPr algn="just">
              <a:buFont typeface="Wingdings 2" panose="05020102010507070707" pitchFamily="18" charset="2"/>
              <a:buNone/>
            </a:pPr>
            <a:endParaRPr lang="en-US" altLang="en-US" sz="1350" b="0">
              <a:latin typeface="Comic Sans MS" panose="030F0702030302020204" pitchFamily="66" charset="0"/>
            </a:endParaRPr>
          </a:p>
          <a:p>
            <a:pPr algn="just">
              <a:buFont typeface="Wingdings 2" panose="05020102010507070707" pitchFamily="18" charset="2"/>
              <a:buNone/>
            </a:pPr>
            <a:endParaRPr lang="en-US" altLang="en-US" sz="1350" b="0">
              <a:latin typeface="Comic Sans MS" panose="030F0702030302020204" pitchFamily="66" charset="0"/>
            </a:endParaRPr>
          </a:p>
          <a:p>
            <a:pPr algn="just">
              <a:buFont typeface="Wingdings 2" panose="05020102010507070707" pitchFamily="18" charset="2"/>
              <a:buNone/>
            </a:pPr>
            <a:endParaRPr lang="en-US" altLang="en-US" sz="1350" b="0">
              <a:latin typeface="Comic Sans MS" panose="030F0702030302020204" pitchFamily="66" charset="0"/>
            </a:endParaRPr>
          </a:p>
        </p:txBody>
      </p:sp>
      <p:sp>
        <p:nvSpPr>
          <p:cNvPr id="89093" name="Slide Number Placeholder 5"/>
          <p:cNvSpPr>
            <a:spLocks noGrp="1"/>
          </p:cNvSpPr>
          <p:nvPr>
            <p:ph type="sldNum" sz="quarter" idx="4294967295"/>
          </p:nvPr>
        </p:nvSpPr>
        <p:spPr bwMode="auto">
          <a:xfrm>
            <a:off x="1252538" y="5514975"/>
            <a:ext cx="342900" cy="3429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557213" indent="-214313">
              <a:defRPr>
                <a:solidFill>
                  <a:schemeClr val="tx1"/>
                </a:solidFill>
                <a:latin typeface="Garamond" panose="02020404030301010803" pitchFamily="18" charset="0"/>
              </a:defRPr>
            </a:lvl2pPr>
            <a:lvl3pPr marL="857250" indent="-171450">
              <a:defRPr>
                <a:solidFill>
                  <a:schemeClr val="tx1"/>
                </a:solidFill>
                <a:latin typeface="Garamond" panose="02020404030301010803" pitchFamily="18" charset="0"/>
              </a:defRPr>
            </a:lvl3pPr>
            <a:lvl4pPr marL="1200150" indent="-171450">
              <a:defRPr>
                <a:solidFill>
                  <a:schemeClr val="tx1"/>
                </a:solidFill>
                <a:latin typeface="Garamond" panose="02020404030301010803" pitchFamily="18" charset="0"/>
              </a:defRPr>
            </a:lvl4pPr>
            <a:lvl5pPr marL="1543050" indent="-171450">
              <a:defRPr>
                <a:solidFill>
                  <a:schemeClr val="tx1"/>
                </a:solidFill>
                <a:latin typeface="Garamond" panose="02020404030301010803" pitchFamily="18" charset="0"/>
              </a:defRPr>
            </a:lvl5pPr>
            <a:lvl6pPr marL="1885950" indent="-171450" eaLnBrk="0" fontAlgn="base" hangingPunct="0">
              <a:spcBef>
                <a:spcPct val="0"/>
              </a:spcBef>
              <a:spcAft>
                <a:spcPct val="0"/>
              </a:spcAft>
              <a:defRPr>
                <a:solidFill>
                  <a:schemeClr val="tx1"/>
                </a:solidFill>
                <a:latin typeface="Garamond" panose="02020404030301010803" pitchFamily="18" charset="0"/>
              </a:defRPr>
            </a:lvl6pPr>
            <a:lvl7pPr marL="2228850" indent="-171450" eaLnBrk="0" fontAlgn="base" hangingPunct="0">
              <a:spcBef>
                <a:spcPct val="0"/>
              </a:spcBef>
              <a:spcAft>
                <a:spcPct val="0"/>
              </a:spcAft>
              <a:defRPr>
                <a:solidFill>
                  <a:schemeClr val="tx1"/>
                </a:solidFill>
                <a:latin typeface="Garamond" panose="02020404030301010803" pitchFamily="18" charset="0"/>
              </a:defRPr>
            </a:lvl7pPr>
            <a:lvl8pPr marL="2571750" indent="-171450" eaLnBrk="0" fontAlgn="base" hangingPunct="0">
              <a:spcBef>
                <a:spcPct val="0"/>
              </a:spcBef>
              <a:spcAft>
                <a:spcPct val="0"/>
              </a:spcAft>
              <a:defRPr>
                <a:solidFill>
                  <a:schemeClr val="tx1"/>
                </a:solidFill>
                <a:latin typeface="Garamond" panose="02020404030301010803" pitchFamily="18" charset="0"/>
              </a:defRPr>
            </a:lvl8pPr>
            <a:lvl9pPr marL="2914650" indent="-171450" eaLnBrk="0" fontAlgn="base" hangingPunct="0">
              <a:spcBef>
                <a:spcPct val="0"/>
              </a:spcBef>
              <a:spcAft>
                <a:spcPct val="0"/>
              </a:spcAft>
              <a:defRPr>
                <a:solidFill>
                  <a:schemeClr val="tx1"/>
                </a:solidFill>
                <a:latin typeface="Garamond" panose="02020404030301010803" pitchFamily="18" charset="0"/>
              </a:defRPr>
            </a:lvl9pPr>
          </a:lstStyle>
          <a:p>
            <a:fld id="{EE8D2527-0E1C-4D01-A4E6-621AD26659E3}" type="slidenum">
              <a:rPr lang="en-US" altLang="en-US" smtClean="0">
                <a:solidFill>
                  <a:srgbClr val="FFFFFF"/>
                </a:solidFill>
                <a:latin typeface="Franklin Gothic Book" panose="020B0503020102020204" pitchFamily="34" charset="0"/>
              </a:rPr>
              <a:pPr/>
              <a:t>69</a:t>
            </a:fld>
            <a:endParaRPr lang="en-US" altLang="en-US">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10996352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Content Placeholder 2"/>
          <p:cNvSpPr>
            <a:spLocks noGrp="1"/>
          </p:cNvSpPr>
          <p:nvPr>
            <p:ph sz="quarter" idx="1"/>
          </p:nvPr>
        </p:nvSpPr>
        <p:spPr>
          <a:xfrm>
            <a:off x="578324" y="1163473"/>
            <a:ext cx="8444552" cy="1079655"/>
          </a:xfrm>
        </p:spPr>
        <p:txBody>
          <a:bodyPr/>
          <a:lstStyle/>
          <a:p>
            <a:pPr algn="just">
              <a:buFont typeface="Wingdings 2" panose="05020102010507070707" pitchFamily="18" charset="2"/>
              <a:buNone/>
            </a:pPr>
            <a:r>
              <a:rPr lang="en-US" altLang="en-US" sz="1350" b="0">
                <a:latin typeface="Comic Sans MS" panose="030F0702030302020204" pitchFamily="66" charset="0"/>
              </a:rPr>
              <a:t>Hence the double-precision representation of 1259.125 is given as follows</a:t>
            </a:r>
          </a:p>
          <a:p>
            <a:pPr algn="just">
              <a:buFont typeface="Wingdings 2" panose="05020102010507070707" pitchFamily="18" charset="2"/>
              <a:buNone/>
            </a:pPr>
            <a:endParaRPr lang="en-US" altLang="en-US" sz="1350" b="0">
              <a:latin typeface="Comic Sans MS" panose="030F0702030302020204" pitchFamily="66" charset="0"/>
            </a:endParaRPr>
          </a:p>
          <a:p>
            <a:pPr algn="just">
              <a:buFont typeface="Wingdings 2" panose="05020102010507070707" pitchFamily="18" charset="2"/>
              <a:buNone/>
            </a:pPr>
            <a:r>
              <a:rPr lang="en-US" altLang="en-US" sz="1350" b="0">
                <a:latin typeface="Comic Sans MS" panose="030F0702030302020204" pitchFamily="66" charset="0"/>
              </a:rPr>
              <a:t>   1259.125 = 0   10000001001 0011101011001000000000000000000000000000000000000000 </a:t>
            </a:r>
          </a:p>
          <a:p>
            <a:pPr algn="just">
              <a:buFont typeface="Wingdings 2" panose="05020102010507070707" pitchFamily="18" charset="2"/>
              <a:buNone/>
            </a:pPr>
            <a:r>
              <a:rPr lang="en-US" altLang="en-US" sz="1350" b="0">
                <a:latin typeface="Comic Sans MS" panose="030F0702030302020204" pitchFamily="66" charset="0"/>
              </a:rPr>
              <a:t>                         </a:t>
            </a:r>
            <a:r>
              <a:rPr lang="en-US" altLang="en-US" sz="1350" b="0">
                <a:solidFill>
                  <a:srgbClr val="FF0000"/>
                </a:solidFill>
                <a:latin typeface="Comic Sans MS" panose="030F0702030302020204" pitchFamily="66" charset="0"/>
              </a:rPr>
              <a:t>S        E’                   M</a:t>
            </a:r>
          </a:p>
        </p:txBody>
      </p:sp>
      <p:sp>
        <p:nvSpPr>
          <p:cNvPr id="90117" name="Slide Number Placeholder 5"/>
          <p:cNvSpPr>
            <a:spLocks noGrp="1"/>
          </p:cNvSpPr>
          <p:nvPr>
            <p:ph type="sldNum" sz="quarter" idx="4294967295"/>
          </p:nvPr>
        </p:nvSpPr>
        <p:spPr bwMode="auto">
          <a:xfrm>
            <a:off x="1252538" y="5514975"/>
            <a:ext cx="342900" cy="342900"/>
          </a:xfrm>
          <a:prstGeom prst="ellipse">
            <a:avLst/>
          </a:prstGeom>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Garamond" panose="02020404030301010803" pitchFamily="18" charset="0"/>
              </a:defRPr>
            </a:lvl1pPr>
            <a:lvl2pPr marL="557213" indent="-214313">
              <a:defRPr>
                <a:solidFill>
                  <a:schemeClr val="tx1"/>
                </a:solidFill>
                <a:latin typeface="Garamond" panose="02020404030301010803" pitchFamily="18" charset="0"/>
              </a:defRPr>
            </a:lvl2pPr>
            <a:lvl3pPr marL="857250" indent="-171450">
              <a:defRPr>
                <a:solidFill>
                  <a:schemeClr val="tx1"/>
                </a:solidFill>
                <a:latin typeface="Garamond" panose="02020404030301010803" pitchFamily="18" charset="0"/>
              </a:defRPr>
            </a:lvl3pPr>
            <a:lvl4pPr marL="1200150" indent="-171450">
              <a:defRPr>
                <a:solidFill>
                  <a:schemeClr val="tx1"/>
                </a:solidFill>
                <a:latin typeface="Garamond" panose="02020404030301010803" pitchFamily="18" charset="0"/>
              </a:defRPr>
            </a:lvl4pPr>
            <a:lvl5pPr marL="1543050" indent="-171450">
              <a:defRPr>
                <a:solidFill>
                  <a:schemeClr val="tx1"/>
                </a:solidFill>
                <a:latin typeface="Garamond" panose="02020404030301010803" pitchFamily="18" charset="0"/>
              </a:defRPr>
            </a:lvl5pPr>
            <a:lvl6pPr marL="1885950" indent="-171450" eaLnBrk="0" fontAlgn="base" hangingPunct="0">
              <a:spcBef>
                <a:spcPct val="0"/>
              </a:spcBef>
              <a:spcAft>
                <a:spcPct val="0"/>
              </a:spcAft>
              <a:defRPr>
                <a:solidFill>
                  <a:schemeClr val="tx1"/>
                </a:solidFill>
                <a:latin typeface="Garamond" panose="02020404030301010803" pitchFamily="18" charset="0"/>
              </a:defRPr>
            </a:lvl6pPr>
            <a:lvl7pPr marL="2228850" indent="-171450" eaLnBrk="0" fontAlgn="base" hangingPunct="0">
              <a:spcBef>
                <a:spcPct val="0"/>
              </a:spcBef>
              <a:spcAft>
                <a:spcPct val="0"/>
              </a:spcAft>
              <a:defRPr>
                <a:solidFill>
                  <a:schemeClr val="tx1"/>
                </a:solidFill>
                <a:latin typeface="Garamond" panose="02020404030301010803" pitchFamily="18" charset="0"/>
              </a:defRPr>
            </a:lvl7pPr>
            <a:lvl8pPr marL="2571750" indent="-171450" eaLnBrk="0" fontAlgn="base" hangingPunct="0">
              <a:spcBef>
                <a:spcPct val="0"/>
              </a:spcBef>
              <a:spcAft>
                <a:spcPct val="0"/>
              </a:spcAft>
              <a:defRPr>
                <a:solidFill>
                  <a:schemeClr val="tx1"/>
                </a:solidFill>
                <a:latin typeface="Garamond" panose="02020404030301010803" pitchFamily="18" charset="0"/>
              </a:defRPr>
            </a:lvl8pPr>
            <a:lvl9pPr marL="2914650" indent="-171450" eaLnBrk="0" fontAlgn="base" hangingPunct="0">
              <a:spcBef>
                <a:spcPct val="0"/>
              </a:spcBef>
              <a:spcAft>
                <a:spcPct val="0"/>
              </a:spcAft>
              <a:defRPr>
                <a:solidFill>
                  <a:schemeClr val="tx1"/>
                </a:solidFill>
                <a:latin typeface="Garamond" panose="02020404030301010803" pitchFamily="18" charset="0"/>
              </a:defRPr>
            </a:lvl9pPr>
          </a:lstStyle>
          <a:p>
            <a:fld id="{97EF170A-72F8-48BC-8121-0818AAD05C41}" type="slidenum">
              <a:rPr lang="en-US" altLang="en-US" smtClean="0">
                <a:solidFill>
                  <a:srgbClr val="FFFFFF"/>
                </a:solidFill>
                <a:latin typeface="Franklin Gothic Book" panose="020B0503020102020204" pitchFamily="34" charset="0"/>
              </a:rPr>
              <a:pPr/>
              <a:t>70</a:t>
            </a:fld>
            <a:endParaRPr lang="en-US" altLang="en-US">
              <a:solidFill>
                <a:srgbClr val="FFFFFF"/>
              </a:solidFill>
              <a:latin typeface="Franklin Gothic Book" panose="020B0503020102020204" pitchFamily="34" charset="0"/>
            </a:endParaRPr>
          </a:p>
        </p:txBody>
      </p:sp>
    </p:spTree>
    <p:extLst>
      <p:ext uri="{BB962C8B-B14F-4D97-AF65-F5344CB8AC3E}">
        <p14:creationId xmlns:p14="http://schemas.microsoft.com/office/powerpoint/2010/main" val="9634958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Date Placeholder 3"/>
          <p:cNvSpPr>
            <a:spLocks noGrp="1"/>
          </p:cNvSpPr>
          <p:nvPr>
            <p:ph type="dt" sz="quarter" idx="4294967295"/>
          </p:nvPr>
        </p:nvSpPr>
        <p:spPr bwMode="auto">
          <a:xfrm>
            <a:off x="628650" y="6356350"/>
            <a:ext cx="20574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fontAlgn="base">
              <a:lnSpc>
                <a:spcPct val="100000"/>
              </a:lnSpc>
              <a:spcBef>
                <a:spcPct val="0"/>
              </a:spcBef>
              <a:spcAft>
                <a:spcPct val="0"/>
              </a:spcAft>
              <a:buFontTx/>
              <a:buNone/>
            </a:pPr>
            <a:fld id="{62740A09-3E90-4E1E-9735-CDDB1E9D9BB8}" type="datetime2">
              <a:rPr lang="en-US" sz="1200" smtClean="0">
                <a:solidFill>
                  <a:schemeClr val="tx2"/>
                </a:solidFill>
                <a:latin typeface="Garamond" panose="02020404030301010803" pitchFamily="18" charset="0"/>
              </a:rPr>
              <a:t>Thursday, October 30, 2025</a:t>
            </a:fld>
            <a:endParaRPr lang="en-US" sz="1200">
              <a:solidFill>
                <a:schemeClr val="tx2"/>
              </a:solidFill>
              <a:latin typeface="Garamond" panose="02020404030301010803" pitchFamily="18" charset="0"/>
            </a:endParaRPr>
          </a:p>
        </p:txBody>
      </p:sp>
      <p:sp>
        <p:nvSpPr>
          <p:cNvPr id="133123" name="Slide Number Placeholder 4"/>
          <p:cNvSpPr>
            <a:spLocks noGrp="1"/>
          </p:cNvSpPr>
          <p:nvPr>
            <p:ph type="sldNum" sz="quarter" idx="4294967295"/>
          </p:nvPr>
        </p:nvSpPr>
        <p:spPr bwMode="auto">
          <a:xfrm>
            <a:off x="6457950" y="6356350"/>
            <a:ext cx="20574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a:lnSpc>
                <a:spcPct val="100000"/>
              </a:lnSpc>
              <a:spcBef>
                <a:spcPct val="0"/>
              </a:spcBef>
              <a:buFontTx/>
              <a:buNone/>
            </a:pPr>
            <a:fld id="{D2CB5AB6-A814-486F-AEDF-27004C9BCEBC}" type="slidenum">
              <a:rPr lang="en-US" sz="1200" smtClean="0">
                <a:solidFill>
                  <a:srgbClr val="FFFFFF"/>
                </a:solidFill>
                <a:latin typeface="Franklin Gothic Book" panose="020B0503020102020204" pitchFamily="34" charset="0"/>
              </a:rPr>
              <a:pPr>
                <a:lnSpc>
                  <a:spcPct val="100000"/>
                </a:lnSpc>
                <a:spcBef>
                  <a:spcPct val="0"/>
                </a:spcBef>
                <a:buFontTx/>
                <a:buNone/>
              </a:pPr>
              <a:t>71</a:t>
            </a:fld>
            <a:endParaRPr lang="en-US" sz="1200">
              <a:solidFill>
                <a:srgbClr val="FFFFFF"/>
              </a:solidFill>
              <a:latin typeface="Franklin Gothic Book" panose="020B0503020102020204" pitchFamily="34" charset="0"/>
            </a:endParaRPr>
          </a:p>
        </p:txBody>
      </p:sp>
      <p:sp>
        <p:nvSpPr>
          <p:cNvPr id="133124" name="TextBox 1"/>
          <p:cNvSpPr txBox="1">
            <a:spLocks noChangeArrowheads="1"/>
          </p:cNvSpPr>
          <p:nvPr/>
        </p:nvSpPr>
        <p:spPr bwMode="auto">
          <a:xfrm>
            <a:off x="3200400" y="2743200"/>
            <a:ext cx="30684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algn="ctr">
              <a:lnSpc>
                <a:spcPct val="100000"/>
              </a:lnSpc>
              <a:spcBef>
                <a:spcPct val="0"/>
              </a:spcBef>
              <a:buFontTx/>
              <a:buNone/>
            </a:pPr>
            <a:r>
              <a:rPr lang="en-US" b="1">
                <a:solidFill>
                  <a:schemeClr val="accent2"/>
                </a:solidFill>
                <a:latin typeface="Comic Sans MS" panose="030F0702030302020204" pitchFamily="66" charset="0"/>
              </a:rPr>
              <a:t>End of Module 3</a:t>
            </a:r>
          </a:p>
        </p:txBody>
      </p:sp>
    </p:spTree>
    <p:extLst>
      <p:ext uri="{BB962C8B-B14F-4D97-AF65-F5344CB8AC3E}">
        <p14:creationId xmlns:p14="http://schemas.microsoft.com/office/powerpoint/2010/main" val="2743946186"/>
      </p:ext>
    </p:extLst>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accent1"/>
            </a:solidFill>
            <a:effectLst/>
            <a:latin typeface="Arial"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accent1"/>
            </a:solidFill>
            <a:effectLst/>
            <a:latin typeface="Arial"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accent1"/>
            </a:solidFill>
            <a:effectLst/>
            <a:latin typeface="Arial"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accent1"/>
            </a:solidFill>
            <a:effectLst/>
            <a:latin typeface="Arial"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0675B2085329D408DAE265FD1E815C6" ma:contentTypeVersion="2" ma:contentTypeDescription="Create a new document." ma:contentTypeScope="" ma:versionID="178c7ef17b2891e5e79a3c457c8447a9">
  <xsd:schema xmlns:xsd="http://www.w3.org/2001/XMLSchema" xmlns:xs="http://www.w3.org/2001/XMLSchema" xmlns:p="http://schemas.microsoft.com/office/2006/metadata/properties" xmlns:ns2="6aef3fba-21f0-4319-8b84-e9eb757b945a" targetNamespace="http://schemas.microsoft.com/office/2006/metadata/properties" ma:root="true" ma:fieldsID="fcae34231838de6e4e10b14c2c92c8c6" ns2:_="">
    <xsd:import namespace="6aef3fba-21f0-4319-8b84-e9eb757b945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ef3fba-21f0-4319-8b84-e9eb757b945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501A799-BE02-40CE-8C06-BE3A3857FEEE}">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FD94546-2B01-4E18-A713-2AC628E02B16}">
  <ds:schemaRefs>
    <ds:schemaRef ds:uri="http://schemas.microsoft.com/sharepoint/v3/contenttype/forms"/>
  </ds:schemaRefs>
</ds:datastoreItem>
</file>

<file path=customXml/itemProps3.xml><?xml version="1.0" encoding="utf-8"?>
<ds:datastoreItem xmlns:ds="http://schemas.openxmlformats.org/officeDocument/2006/customXml" ds:itemID="{302666E0-08D6-4433-8B83-DF694362ACCB}">
  <ds:schemaRefs>
    <ds:schemaRef ds:uri="6aef3fba-21f0-4319-8b84-e9eb757b945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788</TotalTime>
  <Words>4776</Words>
  <Application>Microsoft Office PowerPoint</Application>
  <PresentationFormat>Letter Paper (8.5x11 in)</PresentationFormat>
  <Paragraphs>1429</Paragraphs>
  <Slides>71</Slides>
  <Notes>16</Notes>
  <HiddenSlides>0</HiddenSlides>
  <MMClips>0</MMClips>
  <ScaleCrop>false</ScaleCrop>
  <HeadingPairs>
    <vt:vector size="8"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71</vt:i4>
      </vt:variant>
    </vt:vector>
  </HeadingPairs>
  <TitlesOfParts>
    <vt:vector size="88" baseType="lpstr">
      <vt:lpstr>SimSun</vt:lpstr>
      <vt:lpstr>Arial</vt:lpstr>
      <vt:lpstr>Calibri</vt:lpstr>
      <vt:lpstr>Cambria</vt:lpstr>
      <vt:lpstr>Cambria Math</vt:lpstr>
      <vt:lpstr>Comic Sans MS</vt:lpstr>
      <vt:lpstr>Courier New</vt:lpstr>
      <vt:lpstr>Franklin Gothic Book</vt:lpstr>
      <vt:lpstr>Garamond</vt:lpstr>
      <vt:lpstr>Nimbus Roman No9 L</vt:lpstr>
      <vt:lpstr>Symbol</vt:lpstr>
      <vt:lpstr>Times New Roman</vt:lpstr>
      <vt:lpstr>Wingdings</vt:lpstr>
      <vt:lpstr>Wingdings 2</vt:lpstr>
      <vt:lpstr>Default Design</vt:lpstr>
      <vt:lpstr>1_Default Design</vt:lpstr>
      <vt:lpstr>Equation</vt:lpstr>
      <vt:lpstr> </vt:lpstr>
      <vt:lpstr>                       Introduction </vt:lpstr>
      <vt:lpstr>Addition And Subtraction Of Two Numbers</vt:lpstr>
      <vt:lpstr>PowerPoint Presentation</vt:lpstr>
      <vt:lpstr>PowerPoint Presentation</vt:lpstr>
      <vt:lpstr>PowerPoint Presentation</vt:lpstr>
      <vt:lpstr>PowerPoint Presentation</vt:lpstr>
      <vt:lpstr>PowerPoint Presentation</vt:lpstr>
      <vt:lpstr>Computing the add time (contd..)</vt:lpstr>
      <vt:lpstr>PowerPoint Presentation</vt:lpstr>
      <vt:lpstr>Fast addition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MULTIPLICATION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MULTIPLICATION</vt:lpstr>
      <vt:lpstr>Signed Multiplication</vt:lpstr>
      <vt:lpstr>Booth Algorithm</vt:lpstr>
      <vt:lpstr>Booth Algorithm</vt:lpstr>
      <vt:lpstr>              BOOTH’S Algorithm</vt:lpstr>
      <vt:lpstr>Booth Algorithm</vt:lpstr>
      <vt:lpstr>Booth Algorithm</vt:lpstr>
      <vt:lpstr>Booth Algorithm</vt:lpstr>
      <vt:lpstr>Booth Algorithm</vt:lpstr>
      <vt:lpstr>PowerPoint Presentation</vt:lpstr>
      <vt:lpstr>PowerPoint Presentation</vt:lpstr>
      <vt:lpstr>PowerPoint Presentation</vt:lpstr>
      <vt:lpstr>Integer Division</vt:lpstr>
      <vt:lpstr>Manual Division</vt:lpstr>
      <vt:lpstr>Longhand Division Steps</vt:lpstr>
      <vt:lpstr>Circuit Arrangement for binary division</vt:lpstr>
      <vt:lpstr>            Restoring Division</vt:lpstr>
      <vt:lpstr> Restoring Division Algorithm</vt:lpstr>
      <vt:lpstr> Restoring Division Algorithm Flowchart</vt:lpstr>
      <vt:lpstr>Examples</vt:lpstr>
      <vt:lpstr>Floating point numbers Representation</vt:lpstr>
      <vt:lpstr>PowerPoint Presentation</vt:lpstr>
      <vt:lpstr>Floating point representation of Decimal numbers:</vt:lpstr>
      <vt:lpstr>PowerPoint Presentation</vt:lpstr>
      <vt:lpstr>NEED FOR A STANDARD FOR FLOATING REPRESENTATION</vt:lpstr>
      <vt:lpstr>PowerPoint Presentation</vt:lpstr>
      <vt:lpstr>IEEE Standards For Floating- Point Numbers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ENGIN112 - lecture 2</dc:title>
  <dc:creator>Russ Tessier</dc:creator>
  <cp:lastModifiedBy>Padma Tatuskar</cp:lastModifiedBy>
  <cp:revision>14</cp:revision>
  <cp:lastPrinted>1997-08-27T08:28:34Z</cp:lastPrinted>
  <dcterms:created xsi:type="dcterms:W3CDTF">1997-08-19T16:58:46Z</dcterms:created>
  <dcterms:modified xsi:type="dcterms:W3CDTF">2025-10-30T04:15:33Z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0x01010080675B2085329D408DAE265FD1E815C6</vt:lpwstr>
  </property>
</Properties>
</file>