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aloud. Tell students: by the end of this hour, if shown nested function calls, they should be able to draw the stack themselves. Emphasize this connects directly to a debugging tool they've likely already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a quick show-of-hands, 3-4 minutes max. Don't correct answers yet, just say we'll answer these properly very soon. This primes intuition before the formal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Nesting is the normal case, not rare. Real programs nest ten or twenty calls deep routinely. Mention that stack-based security exploits directly abuse this mechanism -- this isn't just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-- most covered last session. A subroutine is like a recipe card you reuse. Ask: who remembers what structure tracks the return point? Wait for 'the stack'.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plate-stack analogy: you always take the top plate first. Point out the SP register moves up/down in memory. Everything about nesting is really just more pushes and pops.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mechanically: save the return path first, then jump. This exact ordering is what makes nesting safe later -- point that out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undoes CALL: pop the top, PC updates. This only works if nothing else disturbed the top of the stack -- the challenge we tackle next with nesting. Ask what happens with back-to-back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conceptual heart of the lecture -- slow down. Use nested envelopes / Russian dolls as an analogy. Reassure: no new mechanism needed, it's the same push/pop, just repeated.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'place order' calls 'process payment' calls 'verify with bank' -- three levels for one button tap. Nesting is how all non-trivial software is structured, not an edge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as a live trace, pointing at the diagram for each call. Ask: which address is removed first once things start returning? Guide them to the topmost / most recent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from the previous diagram. Emphasize LIFO in its clearest form: last called, first returned -- exactly why it's called a 'call stack'.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vocabulary -- introduce carefully. A stack frame bundles everything one call needs: not just the return address, but room for parameters, locals, and saved registers. Still the same stack, just organized per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borrowing someone's desk -- photograph the arrangement, put everything back exactly. Stress why this matters in nesting: if B doesn't restore, A can find its own data silently corrupted.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light -- context, not something to memorize today. If everyone saved registers however they liked, nested calls between different authors' code would break constantly.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Recursion is the most dramatic example of nesting -- caller and callee are the same code. factorial(4) needs factorial(3) needs factorial(2)... the processor keeps nesting before anything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theory directly to a tool students use constantly. Encourage them to trigger nested calls in a debugger after class and watch this panel grow and shrink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Icebreaker Q1 -- now they can explain it properly. Missing a stopping condition means calls keep nesting deeper until memory runs out. One of the most common beginner recursion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call sequence slowly and have students sketch the stack themselves before the solution slide. Give about a minute of quiet think-time -- this sticks far better than watching it solved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pointing at the diagram. Stress the final state: a correctly nested program always returns the stack to its starting depth -- if it doesn't, something has gone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factorial(3) = 3 * factorial(2) = 3 * (2 * factorial(1)) ... down to factorial(0)=1. Ask students to guess the deepest frame count and whether multiplication happens going down or coming back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the trickiest insight for freshers. Going down is pure nesting -- no computation yet. Only once the base case is hit does the answer flow back up, each frame multiplying as it returns using its own remembered 'n'.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abstract diagrams in real hardware. Register names vary between families (x86, ARM), but the roles -- 'what's next', 'where's the top', 'where do I return to' -- are universal.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traced by hand today happens automatically and quickly thanks to dedicated instructions. This is why nesting ten or twenty levels deep is essentially free for the programmer.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address: recursion and nesting are not different things -- recursion is nesting where the same function is involved (tie back to the factorial example). Address these gently; this is where half-formed intuitions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'greatest hits' of nesting bugs. Walk through the unbalanced push/pop scenario: a leftover value confuses the very next pop, which might be RETURN itself -- sending execution to a garbage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Pair-and-share activity. Watch for the common error: thinking Q's return address is 'still there somehow' -- correct answer is the stack is back down to just [Main, P].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pointer ends up one slot off, likely corrupting the return address, so the caller jumps somewhere nonsensical. This typically shows up as a random crash far from the actual buggy subroutine.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whole lecture in under two minutes, pointing back to key diagrams. Single biggest idea: push on call, pop on return, applied repeatedly. Nesting isn't a new rule, it's the same rule happening multiple times before anything unwinds.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3-5 minutes, individually or in pairs. This is to check understanding, not for grading. Q1/Q2 test core definitions, Q3 checks the recursion unwinding insight, Q4/Q6 test registers and overflow, Q5 is a deliberate trap on the unbalanced push/pop pitfall, Q7 connects back to the debugger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briskly with a one-line reminder of why. Pause longer on Q5 -- the pitfall most likely to trip students in their own assignments. Invite disagreement and clarify live rather than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forward look: interrupts reuse the save-state/jump/restore-state/return logic from today, so this mental model pays off again soon. Encourage the hands-on assignment -- direct experience of a stack overflow cements the concept better than any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502920"/>
            <a:ext cx="1371600" cy="1371600"/>
          </a:xfrm>
          <a:prstGeom prst="ellipse">
            <a:avLst/>
          </a:prstGeom>
          <a:solidFill>
            <a:srgbClr val="24306E"/>
          </a:solidFill>
          <a:ln/>
        </p:spPr>
      </p:sp>
      <p:pic>
        <p:nvPicPr>
          <p:cNvPr id="5" name="Image 0" descr="/home/claude/css2257-deck/icons/stack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2072" y="694944"/>
            <a:ext cx="987552" cy="987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488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Subroutine Nesting and the Processor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— Computer Organization and Architecture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539496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University, Bengaluru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Artificial Intelligence and Advanced Computing | Department of AI &amp; Robotics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Manoj Sagar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2888" y="640080"/>
            <a:ext cx="1645920" cy="1645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css2257-deck/icons/crest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3316" y="870509"/>
            <a:ext cx="1185062" cy="1185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5603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Presidency University, Bengaluru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Artificial Intelligence and Advanced Computing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7033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&amp; Robotics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084168" y="448056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4084168" y="4480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 |  Computer Organization and Architecture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happens on the stack during nested calls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contents of a stack frame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registers and the stack through nested/recursive calls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bugs from unbalanced stack operations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nesting to real debugger call-stack tools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target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Icebreaker: Warm-Up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seen a “Stack Overflow” error? What do you think it means?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calls B, which one finishes first?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calls B, and B calls C — how does the processor find its way back?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question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Topic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uses nested calls, often invisibly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Recursion, libraries, and OS code all depend on correct nesting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here cause real crashes and security vulnerabilities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a debugger's “call stack” panel shows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bulb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Recap: What Is a Subroutine?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block of code (a function / procedure)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from a main program or another subroutine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return control to exactly where it was called from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remembers “where to return to”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cod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Recap: The Stack (LIFO)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Last-In, First-Out: like a stack of plates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adds to the top, POP removes from the top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Pointer (SP) always points to the top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as calls happen and return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0" y="4846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0" y="42245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63072" y="4224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0" y="5413248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on a CALL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return address onto the stack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address = instruction right after the CALL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(PC) updates to the subroutine's start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jumps into the subroutine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0" y="4846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→ Main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863072" y="4846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0" y="5413248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on RETURN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 return address off the top of the stack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is set to that popped address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resumes exactly where the CALL happened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returns to its pre-call state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28346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77824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0" y="3401568"/>
            <a:ext cx="20116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Nesting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Subroutine B calls subroutine C before B itself returns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pushes its own return address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accumulates one address per unfinished call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unwind in reverse order (LIFO)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0" y="4846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→ Main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0" y="42245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→ 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0" y="360273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6027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→ 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863072" y="36027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5413248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Nested Calls?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problems are broken into smaller functions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functions often need helper functions of their own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is an extreme case of nesting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food-delivery app nests 3+ levels per tap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puzzl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the Stack Through Nested Calls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calls A → push return-to-Main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calls B → push return-to-A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calls C → push return-to-B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addresses wait, since none has finished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0" y="4846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→ Main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0" y="42245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→ 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0" y="360273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6027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→ 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863072" y="36027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5413248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Unwinding: Returns Happen in Reverse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finishes → pop → return to B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finishes → pop → return to A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finishes → pop → return to Main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order is the exact reverse of call order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0" y="4846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→ Main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863072" y="4846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0" y="5413248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a Stack Frame?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address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parameters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register values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nested call gets its own fresh frame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0" y="4846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Addr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0" y="42245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Regs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0" y="360273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6027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298094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980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63072" y="29809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0" y="5413248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and Restoring Registers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subroutine may reuse registers the caller was using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pushes (saves) those values before using them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pops (restores) them before returning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sees no side effects from the call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sav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Word on Calling Conventions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contract: which registers to save, how params pass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code from different authors cooperate correctly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defines its own convention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compiler follows the standard -- you don't invent 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handshak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Example: Recursion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Recursion: a subroutine calling itself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case: factorial(n) = n × factorial(n−1)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recursive call pushes a brand-new frame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depth = how many times it has called itself so far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sync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Example: The Debugger's Call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 has a “Call Stack” panel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literally the stack we've been drawing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panel = the function executing right now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top-to-bottom shows how you got here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search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Example: Stack Overflow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has a fixed maximum size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nesting exhausts that space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“Stack Overflow” crash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cause: recursion missing its base case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warning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1: Tracing Nested Calls (Problem)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calls X, X calls Y, Y calls Z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executes and returns; then Y returns; then X returns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draw the stack at each step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one stack slot per return address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clipboard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1: Step-by-Step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Main calls X → [Main]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X calls Y → [Main, X]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Y calls Z → [Main, X, Y]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4-6) Z, then Y, then X return → stack empties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0" y="4846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0" y="42245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0" y="360273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6027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863072" y="36027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5413248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2: Recursive Factorial (Problem)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factorial(3); factorial(0) = 1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stack frames exist at the deepest point?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order do the multiplications actually happen?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clipboard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2: Step-by-Step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Down: factorial(3→2→1→0) — 4 frames at deepest point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factorial(0) returns 1 immediately (base case)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Up: 1×1=1, then 2×1=2, then 3×2=6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happens while unwinding, not calling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0" y="4846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0" y="42245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0" y="360273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6027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298094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980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63072" y="29809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0" y="5413248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(grows upward)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Registers in Subroutine Linkage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(PC): next instruction to execute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Pointer (SP): top of the stack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Register (LR): holds the return address before it's pushed (on some architectures)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cooperate automatically on every CALL/RETURN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chip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Support: CALL and RETURN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instructions (e.g. CALL/RET, BL/BX)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push+jump, or pop+jump, into one instruction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linkage fast and consistent, even deeply nested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every call needs several manual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chip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Misconceptions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32908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64208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Myth: only one return address exists at a 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515858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-- one is held per active, unfinished call. We just traced three sitting on the stack at once.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0148" y="1554480"/>
            <a:ext cx="5432908" cy="4297680"/>
          </a:xfrm>
          <a:prstGeom prst="roundRect">
            <a:avLst>
              <a:gd name="adj" fmla="val 1702"/>
            </a:avLst>
          </a:prstGeom>
          <a:solidFill>
            <a:srgbClr val="CADCF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7308" y="1664208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nesting depth vs. speed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47308" y="2057400"/>
            <a:ext cx="515858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CALL/RETURN pair is fast at any depth. The real limit is stack space, not CPU speed.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and Bugs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 PUSH/POP corrupts the stack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restore saved registers before returning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recursive base case → stack overflow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reference to local stack data that no longer exists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bug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Activity: Predict the Stack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calls P, P calls Q, Q returns, P calls R, P returns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stack look like right after Q returns, before P calls R?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neighbor for 2 minutes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users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Activity: Spot the Bug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subroutine saves 3 registers but restores only 2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caller after it returns?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how would this show up while debugging?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bug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474720" cy="347472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589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is repeated CALL/RETURN using the same stack mechanism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grows with each call, shrinks with each return — always LIFO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frame holds a return address, params, locals, and saved registers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is nesting where caller and callee are the same subroutine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pushes and pops keep the whole system correct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69680" y="2377440"/>
            <a:ext cx="2011680" cy="2011680"/>
          </a:xfrm>
          <a:prstGeom prst="ellipse">
            <a:avLst/>
          </a:prstGeom>
          <a:solidFill>
            <a:srgbClr val="24306E"/>
          </a:solidFill>
          <a:ln/>
        </p:spPr>
      </p:sp>
      <p:pic>
        <p:nvPicPr>
          <p:cNvPr id="6" name="Image 0" descr="/home/claude/css2257-deck/icons/clipboard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15" y="2659075"/>
            <a:ext cx="1448410" cy="14484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CSS2257 / Subroutine Nesting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(MCQ): A stack is: (a) FIFO (b) LIFO (c) Random access (d) Sorted array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(T/F): Each nested call gets its own stack frame.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(MCQ): Factorial multiplication happens: (a) calling (b) returning (c) never (d) before first call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(Short): What does the Stack Pointer track?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(T/F): Pushing 3 registers but popping only 2 still runs correctly.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(MCQ): Stack Overflow usually results from: (a) too few calls (b) excessive nesting (c) missing icon (d) slow clock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(Short): Name a debugger feature that reflects the call stack.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Answers — CSS2257 / Subroutine Nesting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 (b) LIFO — Last-In, First-Out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A2: True — every active call has its own frame, even recursive ones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A3: (b) returning — multiplications resolve while unwinding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A4: The current top of the stack in memory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A5: False — an unmatched push corrupts the stack / return address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A6: (b) excessive/unbounded nesting, often a missing base case</a:t>
            </a:r>
            <a:endParaRPr lang="en-US" sz="18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A7: The debugger's “Call Stack” panel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54335" y="457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check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9550" y="57241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 and 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stack for mutually recursive functions (A calls B, B calls A)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IDE's debugger and watch the call stack live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idea: remove a recursive base case and observe the overflow</a:t>
            </a:r>
            <a:endParaRPr lang="en-US" sz="200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Interrupts — which reuse this same save/jump/restore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235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ss2257-deck/icons/book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0" y="2620670"/>
            <a:ext cx="1250899" cy="12508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CSS2257 • Subroutine Nesting and the Processor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2026-09-21T03:27:00Z</dcterms:created>
  <dcterms:modified xsi:type="dcterms:W3CDTF">2026-09-21T03:27:00Z</dcterms:modified>
</cp:coreProperties>
</file>